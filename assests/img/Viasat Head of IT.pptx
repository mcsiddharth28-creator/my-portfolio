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Lst>
  <p:notesMasterIdLst>
    <p:notesMasterId r:id="rId21"/>
  </p:notesMasterIdLst>
  <p:sldIdLst>
    <p:sldId id="604" r:id="rId5"/>
    <p:sldId id="612" r:id="rId6"/>
    <p:sldId id="631" r:id="rId7"/>
    <p:sldId id="632" r:id="rId8"/>
    <p:sldId id="633" r:id="rId9"/>
    <p:sldId id="639" r:id="rId10"/>
    <p:sldId id="637" r:id="rId11"/>
    <p:sldId id="634" r:id="rId12"/>
    <p:sldId id="644" r:id="rId13"/>
    <p:sldId id="643" r:id="rId14"/>
    <p:sldId id="645" r:id="rId15"/>
    <p:sldId id="619" r:id="rId16"/>
    <p:sldId id="623" r:id="rId17"/>
    <p:sldId id="628" r:id="rId18"/>
    <p:sldId id="627" r:id="rId19"/>
    <p:sldId id="62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12A51E-0A93-7639-7A07-B6D95CF1BDC9}" name="Charlotte Sparks" initials="CS" userId="S::charlotte.sparks@normanbroadbent.com::f9db0fb3-ba0c-489c-9e31-40c47b8d144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A88"/>
    <a:srgbClr val="02A2A2"/>
    <a:srgbClr val="00456F"/>
    <a:srgbClr val="EF8201"/>
    <a:srgbClr val="5EA215"/>
    <a:srgbClr val="00B2AA"/>
    <a:srgbClr val="006A85"/>
    <a:srgbClr val="BED733"/>
    <a:srgbClr val="009DE0"/>
    <a:srgbClr val="202E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18" autoAdjust="0"/>
    <p:restoredTop sz="94660"/>
  </p:normalViewPr>
  <p:slideViewPr>
    <p:cSldViewPr snapToGrid="0">
      <p:cViewPr>
        <p:scale>
          <a:sx n="135" d="100"/>
          <a:sy n="135" d="100"/>
        </p:scale>
        <p:origin x="872" y="608"/>
      </p:cViewPr>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44" d="100"/>
          <a:sy n="44" d="100"/>
        </p:scale>
        <p:origin x="2844" y="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8C6EF-DF50-40A1-BFC6-3ED98F552C50}" type="datetimeFigureOut">
              <a:rPr lang="en-GB" smtClean="0"/>
              <a:t>16/05/2026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20D68B-D5A0-49D1-8B32-4179BDCD71A5}" type="slidenum">
              <a:rPr lang="en-GB" smtClean="0"/>
              <a:t>‹#›</a:t>
            </a:fld>
            <a:endParaRPr lang="en-GB" dirty="0"/>
          </a:p>
        </p:txBody>
      </p:sp>
    </p:spTree>
    <p:extLst>
      <p:ext uri="{BB962C8B-B14F-4D97-AF65-F5344CB8AC3E}">
        <p14:creationId xmlns:p14="http://schemas.microsoft.com/office/powerpoint/2010/main" val="1062618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a:t>
            </a:fld>
            <a:endParaRPr lang="en-GB" dirty="0"/>
          </a:p>
        </p:txBody>
      </p:sp>
    </p:spTree>
    <p:extLst>
      <p:ext uri="{BB962C8B-B14F-4D97-AF65-F5344CB8AC3E}">
        <p14:creationId xmlns:p14="http://schemas.microsoft.com/office/powerpoint/2010/main" val="3562404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2</a:t>
            </a:fld>
            <a:endParaRPr lang="en-GB" dirty="0"/>
          </a:p>
        </p:txBody>
      </p:sp>
    </p:spTree>
    <p:extLst>
      <p:ext uri="{BB962C8B-B14F-4D97-AF65-F5344CB8AC3E}">
        <p14:creationId xmlns:p14="http://schemas.microsoft.com/office/powerpoint/2010/main" val="1879863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3</a:t>
            </a:fld>
            <a:endParaRPr lang="en-GB" dirty="0"/>
          </a:p>
        </p:txBody>
      </p:sp>
    </p:spTree>
    <p:extLst>
      <p:ext uri="{BB962C8B-B14F-4D97-AF65-F5344CB8AC3E}">
        <p14:creationId xmlns:p14="http://schemas.microsoft.com/office/powerpoint/2010/main" val="2511203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4</a:t>
            </a:fld>
            <a:endParaRPr lang="en-GB" dirty="0"/>
          </a:p>
        </p:txBody>
      </p:sp>
    </p:spTree>
    <p:extLst>
      <p:ext uri="{BB962C8B-B14F-4D97-AF65-F5344CB8AC3E}">
        <p14:creationId xmlns:p14="http://schemas.microsoft.com/office/powerpoint/2010/main" val="827918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5</a:t>
            </a:fld>
            <a:endParaRPr lang="en-GB" dirty="0"/>
          </a:p>
        </p:txBody>
      </p:sp>
    </p:spTree>
    <p:extLst>
      <p:ext uri="{BB962C8B-B14F-4D97-AF65-F5344CB8AC3E}">
        <p14:creationId xmlns:p14="http://schemas.microsoft.com/office/powerpoint/2010/main" val="1410387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6</a:t>
            </a:fld>
            <a:endParaRPr lang="en-GB" dirty="0"/>
          </a:p>
        </p:txBody>
      </p:sp>
    </p:spTree>
    <p:extLst>
      <p:ext uri="{BB962C8B-B14F-4D97-AF65-F5344CB8AC3E}">
        <p14:creationId xmlns:p14="http://schemas.microsoft.com/office/powerpoint/2010/main" val="3215921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7</a:t>
            </a:fld>
            <a:endParaRPr lang="en-GB" dirty="0"/>
          </a:p>
        </p:txBody>
      </p:sp>
    </p:spTree>
    <p:extLst>
      <p:ext uri="{BB962C8B-B14F-4D97-AF65-F5344CB8AC3E}">
        <p14:creationId xmlns:p14="http://schemas.microsoft.com/office/powerpoint/2010/main" val="1519677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8</a:t>
            </a:fld>
            <a:endParaRPr lang="en-GB" dirty="0"/>
          </a:p>
        </p:txBody>
      </p:sp>
    </p:spTree>
    <p:extLst>
      <p:ext uri="{BB962C8B-B14F-4D97-AF65-F5344CB8AC3E}">
        <p14:creationId xmlns:p14="http://schemas.microsoft.com/office/powerpoint/2010/main" val="3779180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9</a:t>
            </a:fld>
            <a:endParaRPr lang="en-GB" dirty="0"/>
          </a:p>
        </p:txBody>
      </p:sp>
    </p:spTree>
    <p:extLst>
      <p:ext uri="{BB962C8B-B14F-4D97-AF65-F5344CB8AC3E}">
        <p14:creationId xmlns:p14="http://schemas.microsoft.com/office/powerpoint/2010/main" val="449827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10</a:t>
            </a:fld>
            <a:endParaRPr lang="en-GB" dirty="0"/>
          </a:p>
        </p:txBody>
      </p:sp>
    </p:spTree>
    <p:extLst>
      <p:ext uri="{BB962C8B-B14F-4D97-AF65-F5344CB8AC3E}">
        <p14:creationId xmlns:p14="http://schemas.microsoft.com/office/powerpoint/2010/main" val="861165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11</a:t>
            </a:fld>
            <a:endParaRPr lang="en-GB" dirty="0"/>
          </a:p>
        </p:txBody>
      </p:sp>
    </p:spTree>
    <p:extLst>
      <p:ext uri="{BB962C8B-B14F-4D97-AF65-F5344CB8AC3E}">
        <p14:creationId xmlns:p14="http://schemas.microsoft.com/office/powerpoint/2010/main" val="2568609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12</a:t>
            </a:fld>
            <a:endParaRPr lang="en-GB" dirty="0"/>
          </a:p>
        </p:txBody>
      </p:sp>
    </p:spTree>
    <p:extLst>
      <p:ext uri="{BB962C8B-B14F-4D97-AF65-F5344CB8AC3E}">
        <p14:creationId xmlns:p14="http://schemas.microsoft.com/office/powerpoint/2010/main" val="2910890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13</a:t>
            </a:fld>
            <a:endParaRPr lang="en-GB" dirty="0"/>
          </a:p>
        </p:txBody>
      </p:sp>
    </p:spTree>
    <p:extLst>
      <p:ext uri="{BB962C8B-B14F-4D97-AF65-F5344CB8AC3E}">
        <p14:creationId xmlns:p14="http://schemas.microsoft.com/office/powerpoint/2010/main" val="2122786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14</a:t>
            </a:fld>
            <a:endParaRPr lang="en-GB" dirty="0"/>
          </a:p>
        </p:txBody>
      </p:sp>
    </p:spTree>
    <p:extLst>
      <p:ext uri="{BB962C8B-B14F-4D97-AF65-F5344CB8AC3E}">
        <p14:creationId xmlns:p14="http://schemas.microsoft.com/office/powerpoint/2010/main" val="636251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15</a:t>
            </a:fld>
            <a:endParaRPr lang="en-GB" dirty="0"/>
          </a:p>
        </p:txBody>
      </p:sp>
    </p:spTree>
    <p:extLst>
      <p:ext uri="{BB962C8B-B14F-4D97-AF65-F5344CB8AC3E}">
        <p14:creationId xmlns:p14="http://schemas.microsoft.com/office/powerpoint/2010/main" val="2013248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20D68B-D5A0-49D1-8B32-4179BDCD71A5}" type="slidenum">
              <a:rPr lang="en-GB" smtClean="0"/>
              <a:t>16</a:t>
            </a:fld>
            <a:endParaRPr lang="en-GB" dirty="0"/>
          </a:p>
        </p:txBody>
      </p:sp>
    </p:spTree>
    <p:extLst>
      <p:ext uri="{BB962C8B-B14F-4D97-AF65-F5344CB8AC3E}">
        <p14:creationId xmlns:p14="http://schemas.microsoft.com/office/powerpoint/2010/main" val="2131791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4C3FA-B52B-BBDE-F2CB-12D6900983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C5D9870-B854-1C51-12D7-108F4D2C78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41343963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FEF57-747F-DF47-EA12-B0075A47EE2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2395E30-2352-C2EE-A2CF-8FE1620C41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4">
            <a:extLst>
              <a:ext uri="{FF2B5EF4-FFF2-40B4-BE49-F238E27FC236}">
                <a16:creationId xmlns:a16="http://schemas.microsoft.com/office/drawing/2014/main" id="{88FF1927-F324-D65B-1BD9-8F0E90573E33}"/>
              </a:ext>
            </a:extLst>
          </p:cNvPr>
          <p:cNvSpPr>
            <a:spLocks noGrp="1"/>
          </p:cNvSpPr>
          <p:nvPr>
            <p:ph type="sldNum" sz="quarter" idx="10"/>
          </p:nvPr>
        </p:nvSpPr>
        <p:spPr/>
        <p:txBody>
          <a:bodyPr/>
          <a:lstStyle/>
          <a:p>
            <a:fld id="{8855CCE4-D0BE-4DED-8941-E3B093153CBB}" type="slidenum">
              <a:rPr lang="en-GB" smtClean="0"/>
              <a:pPr/>
              <a:t>‹#›</a:t>
            </a:fld>
            <a:endParaRPr lang="en-GB" dirty="0"/>
          </a:p>
        </p:txBody>
      </p:sp>
    </p:spTree>
    <p:extLst>
      <p:ext uri="{BB962C8B-B14F-4D97-AF65-F5344CB8AC3E}">
        <p14:creationId xmlns:p14="http://schemas.microsoft.com/office/powerpoint/2010/main" val="28197865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E0966-AF2F-BC1F-51D6-DEC647A952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30C5AE4-E7C0-A2C3-CBC6-07405840E4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420395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BB0C-4C0F-A84C-E6F0-72EBDB37BD0D}"/>
              </a:ext>
            </a:extLst>
          </p:cNvPr>
          <p:cNvSpPr>
            <a:spLocks noGrp="1"/>
          </p:cNvSpPr>
          <p:nvPr>
            <p:ph type="title"/>
          </p:nvPr>
        </p:nvSpPr>
        <p:spPr/>
        <p:txBody>
          <a:bodyPr/>
          <a:lstStyle/>
          <a:p>
            <a:r>
              <a:rPr lang="en-US" dirty="0"/>
              <a:t>Click to edit Master title style</a:t>
            </a:r>
            <a:endParaRPr lang="en-GB" dirty="0"/>
          </a:p>
        </p:txBody>
      </p:sp>
      <p:sp>
        <p:nvSpPr>
          <p:cNvPr id="3" name="Slide Number Placeholder 2">
            <a:extLst>
              <a:ext uri="{FF2B5EF4-FFF2-40B4-BE49-F238E27FC236}">
                <a16:creationId xmlns:a16="http://schemas.microsoft.com/office/drawing/2014/main" id="{56DA45DE-2988-8D07-5F16-E0C3BAE07A1D}"/>
              </a:ext>
            </a:extLst>
          </p:cNvPr>
          <p:cNvSpPr>
            <a:spLocks noGrp="1"/>
          </p:cNvSpPr>
          <p:nvPr>
            <p:ph type="sldNum" sz="quarter" idx="10"/>
          </p:nvPr>
        </p:nvSpPr>
        <p:spPr/>
        <p:txBody>
          <a:bodyPr/>
          <a:lstStyle/>
          <a:p>
            <a:fld id="{8855CCE4-D0BE-4DED-8941-E3B093153CBB}" type="slidenum">
              <a:rPr lang="en-GB" smtClean="0"/>
              <a:pPr/>
              <a:t>‹#›</a:t>
            </a:fld>
            <a:endParaRPr lang="en-GB" dirty="0"/>
          </a:p>
        </p:txBody>
      </p:sp>
    </p:spTree>
    <p:extLst>
      <p:ext uri="{BB962C8B-B14F-4D97-AF65-F5344CB8AC3E}">
        <p14:creationId xmlns:p14="http://schemas.microsoft.com/office/powerpoint/2010/main" val="29864665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55" name="Title 54">
            <a:extLst>
              <a:ext uri="{FF2B5EF4-FFF2-40B4-BE49-F238E27FC236}">
                <a16:creationId xmlns:a16="http://schemas.microsoft.com/office/drawing/2014/main" id="{4243693E-6555-5A8C-F8CB-23B2ED8B419A}"/>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en-IN" dirty="0"/>
          </a:p>
        </p:txBody>
      </p:sp>
      <p:sp>
        <p:nvSpPr>
          <p:cNvPr id="41" name="Graphic 6">
            <a:extLst>
              <a:ext uri="{FF2B5EF4-FFF2-40B4-BE49-F238E27FC236}">
                <a16:creationId xmlns:a16="http://schemas.microsoft.com/office/drawing/2014/main" id="{50537978-4D63-7BAC-F513-820DE849E73B}"/>
              </a:ext>
            </a:extLst>
          </p:cNvPr>
          <p:cNvSpPr/>
          <p:nvPr userDrawn="1"/>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61" name="Rectangle: Rounded Corners 60">
            <a:extLst>
              <a:ext uri="{FF2B5EF4-FFF2-40B4-BE49-F238E27FC236}">
                <a16:creationId xmlns:a16="http://schemas.microsoft.com/office/drawing/2014/main" id="{2ABBE390-2FF2-3DF8-075F-CE7F8020EC8F}"/>
              </a:ext>
            </a:extLst>
          </p:cNvPr>
          <p:cNvSpPr/>
          <p:nvPr userDrawn="1"/>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Slide Number Placeholder 5">
            <a:extLst>
              <a:ext uri="{FF2B5EF4-FFF2-40B4-BE49-F238E27FC236}">
                <a16:creationId xmlns:a16="http://schemas.microsoft.com/office/drawing/2014/main" id="{844B6B1A-C640-309F-0AF9-E1084699FF54}"/>
              </a:ext>
            </a:extLst>
          </p:cNvPr>
          <p:cNvSpPr>
            <a:spLocks noGrp="1"/>
          </p:cNvSpPr>
          <p:nvPr>
            <p:ph type="sldNum" sz="quarter" idx="4"/>
          </p:nvPr>
        </p:nvSpPr>
        <p:spPr>
          <a:xfrm>
            <a:off x="11563748" y="6534603"/>
            <a:ext cx="228600" cy="137401"/>
          </a:xfrm>
          <a:prstGeom prst="rect">
            <a:avLst/>
          </a:prstGeom>
        </p:spPr>
        <p:txBody>
          <a:bodyPr vert="horz" lIns="0" tIns="0" rIns="0" bIns="0" rtlCol="0" anchor="ctr">
            <a:noAutofit/>
          </a:bodyPr>
          <a:lstStyle>
            <a:lvl1pPr algn="ctr">
              <a:defRPr sz="1000" b="1">
                <a:solidFill>
                  <a:schemeClr val="bg1"/>
                </a:solidFill>
              </a:defRPr>
            </a:lvl1pPr>
          </a:lstStyle>
          <a:p>
            <a:fld id="{8855CCE4-D0BE-4DED-8941-E3B093153CBB}" type="slidenum">
              <a:rPr lang="en-GB" smtClean="0"/>
              <a:pPr/>
              <a:t>‹#›</a:t>
            </a:fld>
            <a:endParaRPr lang="en-GB" dirty="0"/>
          </a:p>
        </p:txBody>
      </p:sp>
    </p:spTree>
    <p:extLst>
      <p:ext uri="{BB962C8B-B14F-4D97-AF65-F5344CB8AC3E}">
        <p14:creationId xmlns:p14="http://schemas.microsoft.com/office/powerpoint/2010/main" val="6321314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46429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30CBCF-5EAD-671B-45AC-A55488657349}"/>
              </a:ext>
            </a:extLst>
          </p:cNvPr>
          <p:cNvSpPr>
            <a:spLocks noGrp="1"/>
          </p:cNvSpPr>
          <p:nvPr>
            <p:ph type="title"/>
          </p:nvPr>
        </p:nvSpPr>
        <p:spPr>
          <a:xfrm>
            <a:off x="381000" y="351388"/>
            <a:ext cx="9032631" cy="457282"/>
          </a:xfrm>
          <a:prstGeom prst="rect">
            <a:avLst/>
          </a:prstGeom>
        </p:spPr>
        <p:txBody>
          <a:bodyPr vert="horz" lIns="0" tIns="0" rIns="0" bIns="0" rtlCol="0" anchor="ctr">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B270BDE-A34B-2097-7613-99C296DDC880}"/>
              </a:ext>
            </a:extLst>
          </p:cNvPr>
          <p:cNvSpPr>
            <a:spLocks noGrp="1"/>
          </p:cNvSpPr>
          <p:nvPr>
            <p:ph type="body" idx="1"/>
          </p:nvPr>
        </p:nvSpPr>
        <p:spPr>
          <a:xfrm>
            <a:off x="381000" y="1141639"/>
            <a:ext cx="11430000" cy="512064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8" name="Graphic 47">
            <a:extLst>
              <a:ext uri="{FF2B5EF4-FFF2-40B4-BE49-F238E27FC236}">
                <a16:creationId xmlns:a16="http://schemas.microsoft.com/office/drawing/2014/main" id="{F2C790B7-87E3-A2FF-C4BD-A7783A287A94}"/>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185400" y="234907"/>
            <a:ext cx="1628775" cy="542925"/>
          </a:xfrm>
          <a:prstGeom prst="rect">
            <a:avLst/>
          </a:prstGeom>
        </p:spPr>
      </p:pic>
      <p:sp>
        <p:nvSpPr>
          <p:cNvPr id="86" name="Graphic 6">
            <a:extLst>
              <a:ext uri="{FF2B5EF4-FFF2-40B4-BE49-F238E27FC236}">
                <a16:creationId xmlns:a16="http://schemas.microsoft.com/office/drawing/2014/main" id="{16B42CE1-B520-6B14-4A50-8232CF18C230}"/>
              </a:ext>
            </a:extLst>
          </p:cNvPr>
          <p:cNvSpPr/>
          <p:nvPr userDrawn="1"/>
        </p:nvSpPr>
        <p:spPr>
          <a:xfrm>
            <a:off x="1"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103" name="Rectangle: Rounded Corners 102">
            <a:extLst>
              <a:ext uri="{FF2B5EF4-FFF2-40B4-BE49-F238E27FC236}">
                <a16:creationId xmlns:a16="http://schemas.microsoft.com/office/drawing/2014/main" id="{15CB4C73-655C-795C-1477-C3178E81445B}"/>
              </a:ext>
            </a:extLst>
          </p:cNvPr>
          <p:cNvSpPr/>
          <p:nvPr userDrawn="1"/>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Slide Number Placeholder 5">
            <a:extLst>
              <a:ext uri="{FF2B5EF4-FFF2-40B4-BE49-F238E27FC236}">
                <a16:creationId xmlns:a16="http://schemas.microsoft.com/office/drawing/2014/main" id="{D62A4C3D-BC40-4481-82B3-CA84DA945F67}"/>
              </a:ext>
            </a:extLst>
          </p:cNvPr>
          <p:cNvSpPr>
            <a:spLocks noGrp="1"/>
          </p:cNvSpPr>
          <p:nvPr>
            <p:ph type="sldNum" sz="quarter" idx="4"/>
          </p:nvPr>
        </p:nvSpPr>
        <p:spPr>
          <a:xfrm>
            <a:off x="11563748" y="6534603"/>
            <a:ext cx="228600" cy="137401"/>
          </a:xfrm>
          <a:prstGeom prst="rect">
            <a:avLst/>
          </a:prstGeom>
        </p:spPr>
        <p:txBody>
          <a:bodyPr vert="horz" lIns="0" tIns="0" rIns="0" bIns="0" rtlCol="0" anchor="ctr">
            <a:noAutofit/>
          </a:bodyPr>
          <a:lstStyle>
            <a:lvl1pPr algn="ctr">
              <a:defRPr sz="1000" b="1">
                <a:solidFill>
                  <a:schemeClr val="bg1"/>
                </a:solidFill>
              </a:defRPr>
            </a:lvl1pPr>
          </a:lstStyle>
          <a:p>
            <a:fld id="{8855CCE4-D0BE-4DED-8941-E3B093153CBB}" type="slidenum">
              <a:rPr lang="en-GB" smtClean="0"/>
              <a:pPr/>
              <a:t>‹#›</a:t>
            </a:fld>
            <a:endParaRPr lang="en-GB" dirty="0"/>
          </a:p>
        </p:txBody>
      </p:sp>
    </p:spTree>
    <p:extLst>
      <p:ext uri="{BB962C8B-B14F-4D97-AF65-F5344CB8AC3E}">
        <p14:creationId xmlns:p14="http://schemas.microsoft.com/office/powerpoint/2010/main" val="2134833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6" r:id="rId5"/>
    <p:sldLayoutId id="2147483655" r:id="rId6"/>
  </p:sldLayoutIdLst>
  <p:hf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1430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13" userDrawn="1">
          <p15:clr>
            <a:srgbClr val="F26B43"/>
          </p15:clr>
        </p15:guide>
        <p15:guide id="2" pos="229" userDrawn="1">
          <p15:clr>
            <a:srgbClr val="F26B43"/>
          </p15:clr>
        </p15:guide>
        <p15:guide id="3" orient="horz" pos="3941" userDrawn="1">
          <p15:clr>
            <a:srgbClr val="F26B43"/>
          </p15:clr>
        </p15:guide>
        <p15:guide id="4" pos="744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pn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jpg"/><Relationship Id="rId5" Type="http://schemas.openxmlformats.org/officeDocument/2006/relationships/image" Target="../media/image4.jpg"/><Relationship Id="rId4" Type="http://schemas.microsoft.com/office/2007/relationships/hdphoto" Target="../media/hdphoto1.wdp"/><Relationship Id="rId9"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microsoft.com/office/2007/relationships/hdphoto" Target="../media/hdphoto2.wdp"/><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7CEA22C-91B2-127C-CB95-2EB0B2851B87}"/>
            </a:ext>
          </a:extLst>
        </p:cNvPr>
        <p:cNvGrpSpPr/>
        <p:nvPr/>
      </p:nvGrpSpPr>
      <p:grpSpPr>
        <a:xfrm>
          <a:off x="0" y="0"/>
          <a:ext cx="0" cy="0"/>
          <a:chOff x="0" y="0"/>
          <a:chExt cx="0" cy="0"/>
        </a:xfrm>
      </p:grpSpPr>
      <p:pic>
        <p:nvPicPr>
          <p:cNvPr id="2" name="Picture 1" descr="A person sitting on a rock looking up&#10;&#10;AI-generated content may be incorrect.">
            <a:extLst>
              <a:ext uri="{FF2B5EF4-FFF2-40B4-BE49-F238E27FC236}">
                <a16:creationId xmlns:a16="http://schemas.microsoft.com/office/drawing/2014/main" id="{BE174C9E-5EC1-4D2E-A60D-D59B3C4ADB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49" name="Group 48">
            <a:extLst>
              <a:ext uri="{FF2B5EF4-FFF2-40B4-BE49-F238E27FC236}">
                <a16:creationId xmlns:a16="http://schemas.microsoft.com/office/drawing/2014/main" id="{0727ADCE-C4B0-16DB-F937-7CFDBAE995D5}"/>
              </a:ext>
            </a:extLst>
          </p:cNvPr>
          <p:cNvGrpSpPr/>
          <p:nvPr/>
        </p:nvGrpSpPr>
        <p:grpSpPr>
          <a:xfrm>
            <a:off x="368298" y="3131916"/>
            <a:ext cx="8139207" cy="1236206"/>
            <a:chOff x="368299" y="3076512"/>
            <a:chExt cx="6480735" cy="1236206"/>
          </a:xfrm>
        </p:grpSpPr>
        <p:sp>
          <p:nvSpPr>
            <p:cNvPr id="50" name="Title 1">
              <a:extLst>
                <a:ext uri="{FF2B5EF4-FFF2-40B4-BE49-F238E27FC236}">
                  <a16:creationId xmlns:a16="http://schemas.microsoft.com/office/drawing/2014/main" id="{0DAB07C5-4604-3856-8E7B-D3AE94E5D3B3}"/>
                </a:ext>
              </a:extLst>
            </p:cNvPr>
            <p:cNvSpPr txBox="1">
              <a:spLocks/>
            </p:cNvSpPr>
            <p:nvPr/>
          </p:nvSpPr>
          <p:spPr bwMode="gray">
            <a:xfrm>
              <a:off x="368299" y="3076512"/>
              <a:ext cx="6480735" cy="514693"/>
            </a:xfrm>
            <a:prstGeom prst="rect">
              <a:avLst/>
            </a:prstGeom>
          </p:spPr>
          <p:txBody>
            <a:bodyPr lIns="0" tIns="0" rIns="0" bIns="0" anchor="b">
              <a:noAutofit/>
            </a:bodyPr>
            <a:lst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sz="4000" b="0" dirty="0">
                  <a:solidFill>
                    <a:prstClr val="white"/>
                  </a:solidFill>
                  <a:latin typeface="Source Sans Pro" panose="020B0503030403020204" pitchFamily="34" charset="0"/>
                  <a:ea typeface="+mj-lt"/>
                  <a:cs typeface="+mj-lt"/>
                </a:rPr>
                <a:t>What is Lorem Ipsum?</a:t>
              </a:r>
              <a:endParaRPr kumimoji="0" lang="en-GB" sz="4000" b="1" i="0" u="none" strike="noStrike" kern="1200" cap="none" spc="0" normalizeH="0" baseline="0" noProof="0" dirty="0">
                <a:ln>
                  <a:noFill/>
                </a:ln>
                <a:solidFill>
                  <a:prstClr val="white"/>
                </a:solidFill>
                <a:effectLst/>
                <a:uLnTx/>
                <a:uFillTx/>
                <a:latin typeface="Source Sans Pro" panose="020B0503030403020204" pitchFamily="34" charset="0"/>
                <a:ea typeface="+mj-lt"/>
                <a:cs typeface="+mj-lt"/>
              </a:endParaRPr>
            </a:p>
          </p:txBody>
        </p:sp>
        <p:sp>
          <p:nvSpPr>
            <p:cNvPr id="51" name="Subtitle 2">
              <a:extLst>
                <a:ext uri="{FF2B5EF4-FFF2-40B4-BE49-F238E27FC236}">
                  <a16:creationId xmlns:a16="http://schemas.microsoft.com/office/drawing/2014/main" id="{7A7D13E2-4EF4-68CD-2F32-8F2AE7F143ED}"/>
                </a:ext>
              </a:extLst>
            </p:cNvPr>
            <p:cNvSpPr txBox="1">
              <a:spLocks/>
            </p:cNvSpPr>
            <p:nvPr/>
          </p:nvSpPr>
          <p:spPr bwMode="gray">
            <a:xfrm>
              <a:off x="368300" y="3781488"/>
              <a:ext cx="3917950" cy="531230"/>
            </a:xfrm>
            <a:prstGeom prst="rect">
              <a:avLst/>
            </a:prstGeom>
          </p:spPr>
          <p:txBody>
            <a:bodyPr lIns="0" tIns="0" rIns="0" bIns="0" anchor="t">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lnSpc>
                  <a:spcPct val="10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3600" b="1" i="0" u="none" strike="noStrike" kern="1200" cap="none" spc="0" normalizeH="0" baseline="0" noProof="0" dirty="0">
                  <a:ln>
                    <a:noFill/>
                  </a:ln>
                  <a:solidFill>
                    <a:prstClr val="white"/>
                  </a:solidFill>
                  <a:effectLst/>
                  <a:uLnTx/>
                  <a:uFillTx/>
                  <a:ea typeface="Tahoma" panose="020B0604030504040204" pitchFamily="34" charset="0"/>
                  <a:cs typeface="Tahoma" panose="020B0604030504040204" pitchFamily="34" charset="0"/>
                </a:rPr>
                <a:t>Lorem Ipsum</a:t>
              </a:r>
            </a:p>
          </p:txBody>
        </p:sp>
      </p:grpSp>
    </p:spTree>
    <p:extLst>
      <p:ext uri="{BB962C8B-B14F-4D97-AF65-F5344CB8AC3E}">
        <p14:creationId xmlns:p14="http://schemas.microsoft.com/office/powerpoint/2010/main" val="80359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tarry night sky with many stars&#10;&#10;AI-generated content may be incorrect.">
            <a:extLst>
              <a:ext uri="{FF2B5EF4-FFF2-40B4-BE49-F238E27FC236}">
                <a16:creationId xmlns:a16="http://schemas.microsoft.com/office/drawing/2014/main" id="{A2E317FC-3A0D-122C-B4F2-BBDB9AF6D7E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5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4" name="Picture 13" descr="A close-up of an airplane in the sky&#10;&#10;AI-generated content may be incorrect.">
            <a:extLst>
              <a:ext uri="{FF2B5EF4-FFF2-40B4-BE49-F238E27FC236}">
                <a16:creationId xmlns:a16="http://schemas.microsoft.com/office/drawing/2014/main" id="{2C7FC85E-A910-1CF7-A5CA-457882EC2F33}"/>
              </a:ext>
            </a:extLst>
          </p:cNvPr>
          <p:cNvPicPr>
            <a:picLocks noChangeAspect="1"/>
          </p:cNvPicPr>
          <p:nvPr/>
        </p:nvPicPr>
        <p:blipFill rotWithShape="1">
          <a:blip r:embed="rId5">
            <a:extLst>
              <a:ext uri="{28A0092B-C50C-407E-A947-70E740481C1C}">
                <a14:useLocalDpi xmlns:a14="http://schemas.microsoft.com/office/drawing/2010/main" val="0"/>
              </a:ext>
            </a:extLst>
          </a:blip>
          <a:srcRect t="7778" b="7778"/>
          <a:stretch>
            <a:fillRect/>
          </a:stretch>
        </p:blipFill>
        <p:spPr>
          <a:xfrm>
            <a:off x="363538" y="2103511"/>
            <a:ext cx="2163107" cy="1217749"/>
          </a:xfrm>
          <a:custGeom>
            <a:avLst/>
            <a:gdLst>
              <a:gd name="connsiteX0" fmla="*/ 202962 w 2163107"/>
              <a:gd name="connsiteY0" fmla="*/ 0 h 1217749"/>
              <a:gd name="connsiteX1" fmla="*/ 1960145 w 2163107"/>
              <a:gd name="connsiteY1" fmla="*/ 0 h 1217749"/>
              <a:gd name="connsiteX2" fmla="*/ 2163107 w 2163107"/>
              <a:gd name="connsiteY2" fmla="*/ 202962 h 1217749"/>
              <a:gd name="connsiteX3" fmla="*/ 2163107 w 2163107"/>
              <a:gd name="connsiteY3" fmla="*/ 1217749 h 1217749"/>
              <a:gd name="connsiteX4" fmla="*/ 0 w 2163107"/>
              <a:gd name="connsiteY4" fmla="*/ 1217749 h 1217749"/>
              <a:gd name="connsiteX5" fmla="*/ 0 w 2163107"/>
              <a:gd name="connsiteY5" fmla="*/ 202962 h 1217749"/>
              <a:gd name="connsiteX6" fmla="*/ 202962 w 2163107"/>
              <a:gd name="connsiteY6" fmla="*/ 0 h 121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3107" h="1217749">
                <a:moveTo>
                  <a:pt x="202962" y="0"/>
                </a:moveTo>
                <a:lnTo>
                  <a:pt x="1960145" y="0"/>
                </a:lnTo>
                <a:cubicBezTo>
                  <a:pt x="2072238" y="0"/>
                  <a:pt x="2163107" y="90869"/>
                  <a:pt x="2163107" y="202962"/>
                </a:cubicBezTo>
                <a:lnTo>
                  <a:pt x="2163107" y="1217749"/>
                </a:lnTo>
                <a:lnTo>
                  <a:pt x="0" y="1217749"/>
                </a:lnTo>
                <a:lnTo>
                  <a:pt x="0" y="202962"/>
                </a:lnTo>
                <a:cubicBezTo>
                  <a:pt x="0" y="90869"/>
                  <a:pt x="90869" y="0"/>
                  <a:pt x="202962" y="0"/>
                </a:cubicBezTo>
                <a:close/>
              </a:path>
            </a:pathLst>
          </a:custGeom>
        </p:spPr>
      </p:pic>
      <p:sp>
        <p:nvSpPr>
          <p:cNvPr id="2" name="Title 1">
            <a:extLst>
              <a:ext uri="{FF2B5EF4-FFF2-40B4-BE49-F238E27FC236}">
                <a16:creationId xmlns:a16="http://schemas.microsoft.com/office/drawing/2014/main" id="{10C2CD1C-4F03-B4B9-5A78-63183CE66181}"/>
              </a:ext>
            </a:extLst>
          </p:cNvPr>
          <p:cNvSpPr>
            <a:spLocks noGrp="1"/>
          </p:cNvSpPr>
          <p:nvPr>
            <p:ph type="title"/>
          </p:nvPr>
        </p:nvSpPr>
        <p:spPr/>
        <p:txBody>
          <a:bodyPr/>
          <a:lstStyle/>
          <a:p>
            <a:r>
              <a:rPr lang="en-US" dirty="0"/>
              <a:t>Lorem Ipsum</a:t>
            </a:r>
            <a:endParaRPr lang="en-IN" dirty="0"/>
          </a:p>
        </p:txBody>
      </p:sp>
      <p:sp>
        <p:nvSpPr>
          <p:cNvPr id="4" name="TextBox 3">
            <a:extLst>
              <a:ext uri="{FF2B5EF4-FFF2-40B4-BE49-F238E27FC236}">
                <a16:creationId xmlns:a16="http://schemas.microsoft.com/office/drawing/2014/main" id="{CEB07FA2-00EE-06AA-562A-A3A0E488718A}"/>
              </a:ext>
            </a:extLst>
          </p:cNvPr>
          <p:cNvSpPr txBox="1"/>
          <p:nvPr/>
        </p:nvSpPr>
        <p:spPr>
          <a:xfrm>
            <a:off x="363537" y="1103313"/>
            <a:ext cx="11428811" cy="877163"/>
          </a:xfrm>
          <a:prstGeom prst="rect">
            <a:avLst/>
          </a:prstGeom>
          <a:noFill/>
        </p:spPr>
        <p:txBody>
          <a:bodyPr wrap="square" lIns="0" tIns="0" rIns="0" bIns="0" rtlCol="0">
            <a:spAutoFit/>
          </a:bodyPr>
          <a:lstStyle/>
          <a:p>
            <a:pPr>
              <a:spcAft>
                <a:spcPts val="600"/>
              </a:spcAft>
            </a:pPr>
            <a:r>
              <a:rPr lang="en-US" sz="1400" b="1" dirty="0">
                <a:solidFill>
                  <a:schemeClr val="accent2"/>
                </a:solidFill>
              </a:rPr>
              <a:t>Lorem Ipsum is simply dummy text of the printing and typesetting industry. Lorem Ipsum has been the industry's standard dummy text ever since the 1500s, when an unknown printer took a galley of type and scrambled it.</a:t>
            </a:r>
          </a:p>
          <a:p>
            <a:pPr>
              <a:spcAft>
                <a:spcPts val="6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a:t>
            </a:r>
          </a:p>
        </p:txBody>
      </p:sp>
      <p:sp>
        <p:nvSpPr>
          <p:cNvPr id="28" name="TextBox 27">
            <a:extLst>
              <a:ext uri="{FF2B5EF4-FFF2-40B4-BE49-F238E27FC236}">
                <a16:creationId xmlns:a16="http://schemas.microsoft.com/office/drawing/2014/main" id="{390068B4-0840-CF12-95EE-9F48A897B75A}"/>
              </a:ext>
            </a:extLst>
          </p:cNvPr>
          <p:cNvSpPr txBox="1"/>
          <p:nvPr/>
        </p:nvSpPr>
        <p:spPr>
          <a:xfrm>
            <a:off x="363537" y="3395199"/>
            <a:ext cx="2085874" cy="1231106"/>
          </a:xfrm>
          <a:prstGeom prst="rect">
            <a:avLst/>
          </a:prstGeom>
          <a:noFill/>
        </p:spPr>
        <p:txBody>
          <a:bodyPr wrap="square" lIns="0" tIns="0" rIns="0" bIns="0" rtlCol="0">
            <a:spAutoFit/>
          </a:bodyPr>
          <a:lstStyle/>
          <a:p>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lang="en-IN" sz="1000" dirty="0">
              <a:solidFill>
                <a:schemeClr val="bg1"/>
              </a:solidFill>
            </a:endParaRPr>
          </a:p>
        </p:txBody>
      </p:sp>
      <p:sp>
        <p:nvSpPr>
          <p:cNvPr id="29" name="TextBox 28">
            <a:extLst>
              <a:ext uri="{FF2B5EF4-FFF2-40B4-BE49-F238E27FC236}">
                <a16:creationId xmlns:a16="http://schemas.microsoft.com/office/drawing/2014/main" id="{6F471B1E-D9EC-02F7-46D8-295598F55493}"/>
              </a:ext>
            </a:extLst>
          </p:cNvPr>
          <p:cNvSpPr txBox="1"/>
          <p:nvPr/>
        </p:nvSpPr>
        <p:spPr>
          <a:xfrm>
            <a:off x="2685418" y="3395199"/>
            <a:ext cx="2134232" cy="1384995"/>
          </a:xfrm>
          <a:prstGeom prst="rect">
            <a:avLst/>
          </a:prstGeom>
          <a:noFill/>
        </p:spPr>
        <p:txBody>
          <a:bodyPr wrap="square" lIns="0" tIns="0" rIns="0" bIns="0" rtlCol="0">
            <a:spAutoFit/>
          </a:bodyPr>
          <a:lstStyle/>
          <a:p>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a:p>
            <a:endParaRPr lang="en-US" sz="1000" dirty="0">
              <a:solidFill>
                <a:schemeClr val="bg1"/>
              </a:solidFill>
            </a:endParaRPr>
          </a:p>
        </p:txBody>
      </p:sp>
      <p:sp>
        <p:nvSpPr>
          <p:cNvPr id="30" name="TextBox 29">
            <a:extLst>
              <a:ext uri="{FF2B5EF4-FFF2-40B4-BE49-F238E27FC236}">
                <a16:creationId xmlns:a16="http://schemas.microsoft.com/office/drawing/2014/main" id="{A32F6593-9B78-05C4-8867-C9F91D9E82C5}"/>
              </a:ext>
            </a:extLst>
          </p:cNvPr>
          <p:cNvSpPr txBox="1"/>
          <p:nvPr/>
        </p:nvSpPr>
        <p:spPr>
          <a:xfrm>
            <a:off x="5007299" y="3395199"/>
            <a:ext cx="2085874" cy="1384995"/>
          </a:xfrm>
          <a:prstGeom prst="rect">
            <a:avLst/>
          </a:prstGeom>
          <a:noFill/>
        </p:spPr>
        <p:txBody>
          <a:bodyPr wrap="square" lIns="0" tIns="0" rIns="0" bIns="0" rtlCol="0">
            <a:spAutoFit/>
          </a:bodyPr>
          <a:lstStyle/>
          <a:p>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a:p>
            <a:endParaRPr lang="en-US" sz="1000" dirty="0">
              <a:solidFill>
                <a:schemeClr val="bg1"/>
              </a:solidFill>
            </a:endParaRPr>
          </a:p>
        </p:txBody>
      </p:sp>
      <p:sp>
        <p:nvSpPr>
          <p:cNvPr id="31" name="TextBox 30">
            <a:extLst>
              <a:ext uri="{FF2B5EF4-FFF2-40B4-BE49-F238E27FC236}">
                <a16:creationId xmlns:a16="http://schemas.microsoft.com/office/drawing/2014/main" id="{44CD566B-591D-6FFB-4D52-317D55EE56FC}"/>
              </a:ext>
            </a:extLst>
          </p:cNvPr>
          <p:cNvSpPr txBox="1"/>
          <p:nvPr/>
        </p:nvSpPr>
        <p:spPr>
          <a:xfrm>
            <a:off x="7329180" y="3395199"/>
            <a:ext cx="2085874" cy="1384995"/>
          </a:xfrm>
          <a:prstGeom prst="rect">
            <a:avLst/>
          </a:prstGeom>
          <a:noFill/>
        </p:spPr>
        <p:txBody>
          <a:bodyPr wrap="square" lIns="0" tIns="0" rIns="0" bIns="0" rtlCol="0">
            <a:spAutoFit/>
          </a:bodyPr>
          <a:lstStyle/>
          <a:p>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a:p>
            <a:endParaRPr lang="en-US" sz="1000" dirty="0">
              <a:solidFill>
                <a:schemeClr val="bg1"/>
              </a:solidFill>
            </a:endParaRPr>
          </a:p>
        </p:txBody>
      </p:sp>
      <p:sp>
        <p:nvSpPr>
          <p:cNvPr id="32" name="TextBox 31">
            <a:extLst>
              <a:ext uri="{FF2B5EF4-FFF2-40B4-BE49-F238E27FC236}">
                <a16:creationId xmlns:a16="http://schemas.microsoft.com/office/drawing/2014/main" id="{F0C997C6-FD58-422C-E9FA-5D201A709A0C}"/>
              </a:ext>
            </a:extLst>
          </p:cNvPr>
          <p:cNvSpPr txBox="1"/>
          <p:nvPr/>
        </p:nvSpPr>
        <p:spPr>
          <a:xfrm>
            <a:off x="9651061" y="3395199"/>
            <a:ext cx="2085874" cy="1384995"/>
          </a:xfrm>
          <a:prstGeom prst="rect">
            <a:avLst/>
          </a:prstGeom>
          <a:noFill/>
        </p:spPr>
        <p:txBody>
          <a:bodyPr wrap="square" lIns="0" tIns="0" rIns="0" bIns="0" rtlCol="0">
            <a:spAutoFit/>
          </a:bodyPr>
          <a:lstStyle/>
          <a:p>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a:p>
            <a:endParaRPr lang="en-US" sz="1000" dirty="0">
              <a:solidFill>
                <a:schemeClr val="bg1"/>
              </a:solidFill>
            </a:endParaRPr>
          </a:p>
        </p:txBody>
      </p:sp>
      <p:sp>
        <p:nvSpPr>
          <p:cNvPr id="39" name="Rectangle: Top Corners Rounded 38">
            <a:extLst>
              <a:ext uri="{FF2B5EF4-FFF2-40B4-BE49-F238E27FC236}">
                <a16:creationId xmlns:a16="http://schemas.microsoft.com/office/drawing/2014/main" id="{9FE3AD39-C77E-7AAB-D635-9ACEAE1EF0B4}"/>
              </a:ext>
            </a:extLst>
          </p:cNvPr>
          <p:cNvSpPr/>
          <p:nvPr/>
        </p:nvSpPr>
        <p:spPr>
          <a:xfrm>
            <a:off x="0" y="5048251"/>
            <a:ext cx="12192000" cy="1809749"/>
          </a:xfrm>
          <a:prstGeom prst="round2SameRect">
            <a:avLst>
              <a:gd name="adj1" fmla="val 14913"/>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Graphic 6">
            <a:extLst>
              <a:ext uri="{FF2B5EF4-FFF2-40B4-BE49-F238E27FC236}">
                <a16:creationId xmlns:a16="http://schemas.microsoft.com/office/drawing/2014/main" id="{BBD5AE6D-4731-36E5-0C14-E2D13C0E1343}"/>
              </a:ext>
            </a:extLst>
          </p:cNvPr>
          <p:cNvSpPr/>
          <p:nvPr/>
        </p:nvSpPr>
        <p:spPr>
          <a:xfrm>
            <a:off x="0" y="6355080"/>
            <a:ext cx="12208669"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cxnSp>
        <p:nvCxnSpPr>
          <p:cNvPr id="44" name="Straight Connector 43">
            <a:extLst>
              <a:ext uri="{FF2B5EF4-FFF2-40B4-BE49-F238E27FC236}">
                <a16:creationId xmlns:a16="http://schemas.microsoft.com/office/drawing/2014/main" id="{A2616CB2-E664-368D-15E1-4F595F7F0791}"/>
              </a:ext>
            </a:extLst>
          </p:cNvPr>
          <p:cNvCxnSpPr>
            <a:stCxn id="7" idx="0"/>
            <a:endCxn id="7" idx="1"/>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EABE6D5-D6F9-9B3D-356E-A8C9C15C4554}"/>
              </a:ext>
            </a:extLst>
          </p:cNvPr>
          <p:cNvSpPr txBox="1"/>
          <p:nvPr/>
        </p:nvSpPr>
        <p:spPr>
          <a:xfrm>
            <a:off x="363538" y="5147849"/>
            <a:ext cx="3536950" cy="215444"/>
          </a:xfrm>
          <a:prstGeom prst="rect">
            <a:avLst/>
          </a:prstGeom>
          <a:noFill/>
        </p:spPr>
        <p:txBody>
          <a:bodyPr wrap="square" lIns="0" tIns="0" rIns="0" bIns="0" rtlCol="0">
            <a:spAutoFit/>
          </a:bodyPr>
          <a:lstStyle/>
          <a:p>
            <a:r>
              <a:rPr lang="en-US" sz="1400" b="1" dirty="0">
                <a:solidFill>
                  <a:schemeClr val="bg1"/>
                </a:solidFill>
              </a:rPr>
              <a:t>Lorem Ipsum </a:t>
            </a:r>
            <a:endParaRPr lang="en-IN" sz="1400" dirty="0">
              <a:solidFill>
                <a:schemeClr val="bg1"/>
              </a:solidFill>
            </a:endParaRPr>
          </a:p>
        </p:txBody>
      </p:sp>
      <p:sp>
        <p:nvSpPr>
          <p:cNvPr id="51" name="Rectangle: Rounded Corners 50">
            <a:extLst>
              <a:ext uri="{FF2B5EF4-FFF2-40B4-BE49-F238E27FC236}">
                <a16:creationId xmlns:a16="http://schemas.microsoft.com/office/drawing/2014/main" id="{D9F3F5D6-B8A2-E64A-7378-12FC2DA69E04}"/>
              </a:ext>
            </a:extLst>
          </p:cNvPr>
          <p:cNvSpPr/>
          <p:nvPr/>
        </p:nvSpPr>
        <p:spPr>
          <a:xfrm>
            <a:off x="363537" y="5457826"/>
            <a:ext cx="2163106" cy="799612"/>
          </a:xfrm>
          <a:prstGeom prst="roundRect">
            <a:avLst>
              <a:gd name="adj" fmla="val 119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6" name="Rectangle: Rounded Corners 55">
            <a:extLst>
              <a:ext uri="{FF2B5EF4-FFF2-40B4-BE49-F238E27FC236}">
                <a16:creationId xmlns:a16="http://schemas.microsoft.com/office/drawing/2014/main" id="{8B59A3D0-B652-53CD-8F32-587819991C9D}"/>
              </a:ext>
            </a:extLst>
          </p:cNvPr>
          <p:cNvSpPr/>
          <p:nvPr/>
        </p:nvSpPr>
        <p:spPr>
          <a:xfrm>
            <a:off x="2685418" y="5457826"/>
            <a:ext cx="2163106" cy="799612"/>
          </a:xfrm>
          <a:prstGeom prst="roundRect">
            <a:avLst>
              <a:gd name="adj" fmla="val 119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7" name="Rectangle: Rounded Corners 56">
            <a:extLst>
              <a:ext uri="{FF2B5EF4-FFF2-40B4-BE49-F238E27FC236}">
                <a16:creationId xmlns:a16="http://schemas.microsoft.com/office/drawing/2014/main" id="{3D839687-EE51-4D8A-A590-C7233A0C8EF8}"/>
              </a:ext>
            </a:extLst>
          </p:cNvPr>
          <p:cNvSpPr/>
          <p:nvPr/>
        </p:nvSpPr>
        <p:spPr>
          <a:xfrm>
            <a:off x="5007299" y="5457826"/>
            <a:ext cx="2163106" cy="799612"/>
          </a:xfrm>
          <a:prstGeom prst="roundRect">
            <a:avLst>
              <a:gd name="adj" fmla="val 119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8" name="Rectangle: Rounded Corners 57">
            <a:extLst>
              <a:ext uri="{FF2B5EF4-FFF2-40B4-BE49-F238E27FC236}">
                <a16:creationId xmlns:a16="http://schemas.microsoft.com/office/drawing/2014/main" id="{EC45E882-2AE4-D45F-49BD-3AB43FF19EF9}"/>
              </a:ext>
            </a:extLst>
          </p:cNvPr>
          <p:cNvSpPr/>
          <p:nvPr/>
        </p:nvSpPr>
        <p:spPr>
          <a:xfrm>
            <a:off x="7329180" y="5457826"/>
            <a:ext cx="2163106" cy="799612"/>
          </a:xfrm>
          <a:prstGeom prst="roundRect">
            <a:avLst>
              <a:gd name="adj" fmla="val 119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9" name="Rectangle: Rounded Corners 58">
            <a:extLst>
              <a:ext uri="{FF2B5EF4-FFF2-40B4-BE49-F238E27FC236}">
                <a16:creationId xmlns:a16="http://schemas.microsoft.com/office/drawing/2014/main" id="{131156F3-ED5C-6D7E-2948-08557891C602}"/>
              </a:ext>
            </a:extLst>
          </p:cNvPr>
          <p:cNvSpPr/>
          <p:nvPr/>
        </p:nvSpPr>
        <p:spPr>
          <a:xfrm>
            <a:off x="9651061" y="5457826"/>
            <a:ext cx="2163106" cy="799612"/>
          </a:xfrm>
          <a:prstGeom prst="roundRect">
            <a:avLst>
              <a:gd name="adj" fmla="val 119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5" name="TextBox 44">
            <a:extLst>
              <a:ext uri="{FF2B5EF4-FFF2-40B4-BE49-F238E27FC236}">
                <a16:creationId xmlns:a16="http://schemas.microsoft.com/office/drawing/2014/main" id="{7C22C65A-AFA3-8A56-152F-A1940ECB21A2}"/>
              </a:ext>
            </a:extLst>
          </p:cNvPr>
          <p:cNvSpPr txBox="1"/>
          <p:nvPr/>
        </p:nvSpPr>
        <p:spPr>
          <a:xfrm>
            <a:off x="752940" y="5642188"/>
            <a:ext cx="1384300" cy="430887"/>
          </a:xfrm>
          <a:prstGeom prst="rect">
            <a:avLst/>
          </a:prstGeom>
          <a:noFill/>
        </p:spPr>
        <p:txBody>
          <a:bodyPr wrap="square" lIns="0" tIns="0" rIns="0" bIns="0" rtlCol="0" anchor="ctr">
            <a:spAutoFit/>
          </a:bodyPr>
          <a:lstStyle/>
          <a:p>
            <a:pPr algn="ctr"/>
            <a:r>
              <a:rPr lang="en-US" sz="1200" dirty="0"/>
              <a:t>Lorem Ipsum</a:t>
            </a:r>
            <a:br>
              <a:rPr lang="en-US" sz="1200" dirty="0"/>
            </a:br>
            <a:r>
              <a:rPr lang="en-US" sz="1600" b="1" dirty="0"/>
              <a:t>XXXX</a:t>
            </a:r>
            <a:endParaRPr lang="en-IN" sz="1600" b="1" dirty="0"/>
          </a:p>
        </p:txBody>
      </p:sp>
      <p:sp>
        <p:nvSpPr>
          <p:cNvPr id="46" name="TextBox 45">
            <a:extLst>
              <a:ext uri="{FF2B5EF4-FFF2-40B4-BE49-F238E27FC236}">
                <a16:creationId xmlns:a16="http://schemas.microsoft.com/office/drawing/2014/main" id="{918C749C-D3C8-6B54-DC7A-15D53248C1D5}"/>
              </a:ext>
            </a:extLst>
          </p:cNvPr>
          <p:cNvSpPr txBox="1"/>
          <p:nvPr/>
        </p:nvSpPr>
        <p:spPr>
          <a:xfrm>
            <a:off x="2839418" y="5519078"/>
            <a:ext cx="1855107" cy="677108"/>
          </a:xfrm>
          <a:prstGeom prst="rect">
            <a:avLst/>
          </a:prstGeom>
          <a:noFill/>
        </p:spPr>
        <p:txBody>
          <a:bodyPr wrap="square" lIns="0" tIns="0" rIns="0" bIns="0" rtlCol="0" anchor="ctr">
            <a:spAutoFit/>
          </a:bodyPr>
          <a:lstStyle/>
          <a:p>
            <a:pPr algn="ctr"/>
            <a:r>
              <a:rPr lang="en-US" sz="1200" dirty="0"/>
              <a:t>Lorem Ipsum</a:t>
            </a:r>
            <a:br>
              <a:rPr lang="en-US" sz="1200" dirty="0"/>
            </a:br>
            <a:r>
              <a:rPr lang="en-US" sz="1600" b="1" dirty="0"/>
              <a:t>Lorem Ipsum, </a:t>
            </a:r>
            <a:br>
              <a:rPr lang="en-US" sz="1600" b="1" dirty="0"/>
            </a:br>
            <a:r>
              <a:rPr lang="en-US" sz="1600" b="1" dirty="0"/>
              <a:t>Lorem Ipsum</a:t>
            </a:r>
            <a:endParaRPr lang="en-IN" sz="1600" b="1" dirty="0"/>
          </a:p>
        </p:txBody>
      </p:sp>
      <p:sp>
        <p:nvSpPr>
          <p:cNvPr id="48" name="TextBox 47">
            <a:extLst>
              <a:ext uri="{FF2B5EF4-FFF2-40B4-BE49-F238E27FC236}">
                <a16:creationId xmlns:a16="http://schemas.microsoft.com/office/drawing/2014/main" id="{84C6E109-2BE8-CE92-1A29-DB67977AED94}"/>
              </a:ext>
            </a:extLst>
          </p:cNvPr>
          <p:cNvSpPr txBox="1"/>
          <p:nvPr/>
        </p:nvSpPr>
        <p:spPr>
          <a:xfrm>
            <a:off x="5161299" y="5642188"/>
            <a:ext cx="1855107" cy="430887"/>
          </a:xfrm>
          <a:prstGeom prst="rect">
            <a:avLst/>
          </a:prstGeom>
          <a:noFill/>
        </p:spPr>
        <p:txBody>
          <a:bodyPr wrap="square" lIns="0" tIns="0" rIns="0" bIns="0" rtlCol="0" anchor="ctr">
            <a:spAutoFit/>
          </a:bodyPr>
          <a:lstStyle/>
          <a:p>
            <a:pPr algn="ctr"/>
            <a:r>
              <a:rPr lang="en-US" sz="1200" dirty="0"/>
              <a:t>Lorem Ipsum</a:t>
            </a:r>
            <a:br>
              <a:rPr lang="en-US" sz="1200" dirty="0"/>
            </a:br>
            <a:r>
              <a:rPr lang="en-US" sz="1600" b="1" dirty="0"/>
              <a:t>~</a:t>
            </a:r>
            <a:r>
              <a:rPr lang="en-US" sz="1600" b="1" dirty="0" err="1"/>
              <a:t>X,xxx</a:t>
            </a:r>
            <a:endParaRPr lang="en-IN" sz="2000" b="1" dirty="0"/>
          </a:p>
        </p:txBody>
      </p:sp>
      <p:sp>
        <p:nvSpPr>
          <p:cNvPr id="49" name="TextBox 48">
            <a:extLst>
              <a:ext uri="{FF2B5EF4-FFF2-40B4-BE49-F238E27FC236}">
                <a16:creationId xmlns:a16="http://schemas.microsoft.com/office/drawing/2014/main" id="{6AFB3CC0-5512-7874-3352-5A6C595C7677}"/>
              </a:ext>
            </a:extLst>
          </p:cNvPr>
          <p:cNvSpPr txBox="1"/>
          <p:nvPr/>
        </p:nvSpPr>
        <p:spPr>
          <a:xfrm>
            <a:off x="7483179" y="5534466"/>
            <a:ext cx="1855107" cy="646331"/>
          </a:xfrm>
          <a:prstGeom prst="rect">
            <a:avLst/>
          </a:prstGeom>
          <a:noFill/>
        </p:spPr>
        <p:txBody>
          <a:bodyPr wrap="square" lIns="0" tIns="0" rIns="0" bIns="0" rtlCol="0" anchor="ctr">
            <a:spAutoFit/>
          </a:bodyPr>
          <a:lstStyle/>
          <a:p>
            <a:pPr algn="ctr"/>
            <a:r>
              <a:rPr lang="en-US" sz="1200" dirty="0"/>
              <a:t>Lorem Ipsum</a:t>
            </a:r>
            <a:br>
              <a:rPr lang="en-US" sz="1200" dirty="0"/>
            </a:br>
            <a:r>
              <a:rPr lang="en-US" b="1" dirty="0"/>
              <a:t>XX Lorem Ipsum</a:t>
            </a:r>
          </a:p>
          <a:p>
            <a:pPr algn="ctr"/>
            <a:r>
              <a:rPr lang="en-US" sz="1200" dirty="0"/>
              <a:t>Lorem Ipsum</a:t>
            </a:r>
            <a:endParaRPr lang="en-IN" sz="2000" b="1" dirty="0"/>
          </a:p>
        </p:txBody>
      </p:sp>
      <p:sp>
        <p:nvSpPr>
          <p:cNvPr id="50" name="TextBox 49">
            <a:extLst>
              <a:ext uri="{FF2B5EF4-FFF2-40B4-BE49-F238E27FC236}">
                <a16:creationId xmlns:a16="http://schemas.microsoft.com/office/drawing/2014/main" id="{17B89FD1-6EE5-ECD7-9957-6706EC6F84AF}"/>
              </a:ext>
            </a:extLst>
          </p:cNvPr>
          <p:cNvSpPr txBox="1"/>
          <p:nvPr/>
        </p:nvSpPr>
        <p:spPr>
          <a:xfrm>
            <a:off x="9805060" y="5534466"/>
            <a:ext cx="1855107" cy="646331"/>
          </a:xfrm>
          <a:prstGeom prst="rect">
            <a:avLst/>
          </a:prstGeom>
          <a:noFill/>
        </p:spPr>
        <p:txBody>
          <a:bodyPr wrap="square" lIns="0" tIns="0" rIns="0" bIns="0" rtlCol="0" anchor="ctr">
            <a:spAutoFit/>
          </a:bodyPr>
          <a:lstStyle/>
          <a:p>
            <a:pPr algn="ctr"/>
            <a:r>
              <a:rPr lang="en-US" sz="1200" dirty="0"/>
              <a:t>Lorem Ipsum </a:t>
            </a:r>
            <a:br>
              <a:rPr lang="en-US" sz="1200" dirty="0"/>
            </a:br>
            <a:r>
              <a:rPr lang="en-US" b="1" dirty="0"/>
              <a:t>$XX billion </a:t>
            </a:r>
            <a:br>
              <a:rPr lang="en-US" b="1" dirty="0"/>
            </a:br>
            <a:r>
              <a:rPr lang="en-US" sz="1200" dirty="0"/>
              <a:t>(Lorem Ipsum)</a:t>
            </a:r>
            <a:endParaRPr lang="en-IN" sz="2000" b="1" dirty="0"/>
          </a:p>
        </p:txBody>
      </p:sp>
      <p:sp>
        <p:nvSpPr>
          <p:cNvPr id="42" name="Rectangle: Rounded Corners 41">
            <a:extLst>
              <a:ext uri="{FF2B5EF4-FFF2-40B4-BE49-F238E27FC236}">
                <a16:creationId xmlns:a16="http://schemas.microsoft.com/office/drawing/2014/main" id="{5BB915FE-3DE1-955A-873C-2FEAD9948DAF}"/>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Slide Number Placeholder 2">
            <a:extLst>
              <a:ext uri="{FF2B5EF4-FFF2-40B4-BE49-F238E27FC236}">
                <a16:creationId xmlns:a16="http://schemas.microsoft.com/office/drawing/2014/main" id="{054C215F-FA9F-91C4-9D2A-CE3FCDA6C10D}"/>
              </a:ext>
            </a:extLst>
          </p:cNvPr>
          <p:cNvSpPr>
            <a:spLocks noGrp="1"/>
          </p:cNvSpPr>
          <p:nvPr>
            <p:ph type="sldNum" sz="quarter" idx="4"/>
          </p:nvPr>
        </p:nvSpPr>
        <p:spPr/>
        <p:txBody>
          <a:bodyPr/>
          <a:lstStyle/>
          <a:p>
            <a:fld id="{8855CCE4-D0BE-4DED-8941-E3B093153CBB}" type="slidenum">
              <a:rPr lang="en-GB" smtClean="0"/>
              <a:pPr/>
              <a:t>2</a:t>
            </a:fld>
            <a:endParaRPr lang="en-GB" dirty="0"/>
          </a:p>
        </p:txBody>
      </p:sp>
      <p:pic>
        <p:nvPicPr>
          <p:cNvPr id="62" name="Picture 61">
            <a:extLst>
              <a:ext uri="{FF2B5EF4-FFF2-40B4-BE49-F238E27FC236}">
                <a16:creationId xmlns:a16="http://schemas.microsoft.com/office/drawing/2014/main" id="{AD5EC50E-6036-BE9F-0826-AA589FB38124}"/>
              </a:ext>
            </a:extLst>
          </p:cNvPr>
          <p:cNvPicPr>
            <a:picLocks noChangeAspect="1"/>
          </p:cNvPicPr>
          <p:nvPr/>
        </p:nvPicPr>
        <p:blipFill rotWithShape="1">
          <a:blip r:embed="rId6">
            <a:extLst>
              <a:ext uri="{28A0092B-C50C-407E-A947-70E740481C1C}">
                <a14:useLocalDpi xmlns:a14="http://schemas.microsoft.com/office/drawing/2010/main" val="0"/>
              </a:ext>
            </a:extLst>
          </a:blip>
          <a:srcRect l="5593" t="12501" r="5593" b="12501"/>
          <a:stretch>
            <a:fillRect/>
          </a:stretch>
        </p:blipFill>
        <p:spPr>
          <a:xfrm>
            <a:off x="2685421" y="2103512"/>
            <a:ext cx="2163107" cy="1217749"/>
          </a:xfrm>
          <a:custGeom>
            <a:avLst/>
            <a:gdLst>
              <a:gd name="connsiteX0" fmla="*/ 202962 w 2163107"/>
              <a:gd name="connsiteY0" fmla="*/ 0 h 1217749"/>
              <a:gd name="connsiteX1" fmla="*/ 1960145 w 2163107"/>
              <a:gd name="connsiteY1" fmla="*/ 0 h 1217749"/>
              <a:gd name="connsiteX2" fmla="*/ 2163107 w 2163107"/>
              <a:gd name="connsiteY2" fmla="*/ 202962 h 1217749"/>
              <a:gd name="connsiteX3" fmla="*/ 2163107 w 2163107"/>
              <a:gd name="connsiteY3" fmla="*/ 1217749 h 1217749"/>
              <a:gd name="connsiteX4" fmla="*/ 0 w 2163107"/>
              <a:gd name="connsiteY4" fmla="*/ 1217749 h 1217749"/>
              <a:gd name="connsiteX5" fmla="*/ 0 w 2163107"/>
              <a:gd name="connsiteY5" fmla="*/ 202962 h 1217749"/>
              <a:gd name="connsiteX6" fmla="*/ 202962 w 2163107"/>
              <a:gd name="connsiteY6" fmla="*/ 0 h 121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3107" h="1217749">
                <a:moveTo>
                  <a:pt x="202962" y="0"/>
                </a:moveTo>
                <a:lnTo>
                  <a:pt x="1960145" y="0"/>
                </a:lnTo>
                <a:cubicBezTo>
                  <a:pt x="2072238" y="0"/>
                  <a:pt x="2163107" y="90869"/>
                  <a:pt x="2163107" y="202962"/>
                </a:cubicBezTo>
                <a:lnTo>
                  <a:pt x="2163107" y="1217749"/>
                </a:lnTo>
                <a:lnTo>
                  <a:pt x="0" y="1217749"/>
                </a:lnTo>
                <a:lnTo>
                  <a:pt x="0" y="202962"/>
                </a:lnTo>
                <a:cubicBezTo>
                  <a:pt x="0" y="90869"/>
                  <a:pt x="90869" y="0"/>
                  <a:pt x="202962" y="0"/>
                </a:cubicBezTo>
                <a:close/>
              </a:path>
            </a:pathLst>
          </a:custGeom>
        </p:spPr>
      </p:pic>
      <p:pic>
        <p:nvPicPr>
          <p:cNvPr id="65" name="Picture 64" descr="A helicopter flying over water&#10;&#10;AI-generated content may be incorrect.">
            <a:extLst>
              <a:ext uri="{FF2B5EF4-FFF2-40B4-BE49-F238E27FC236}">
                <a16:creationId xmlns:a16="http://schemas.microsoft.com/office/drawing/2014/main" id="{5CFCC429-36B9-0602-FC69-40B9807B6882}"/>
              </a:ext>
            </a:extLst>
          </p:cNvPr>
          <p:cNvPicPr>
            <a:picLocks noChangeAspect="1"/>
          </p:cNvPicPr>
          <p:nvPr/>
        </p:nvPicPr>
        <p:blipFill rotWithShape="1">
          <a:blip r:embed="rId7">
            <a:extLst>
              <a:ext uri="{28A0092B-C50C-407E-A947-70E740481C1C}">
                <a14:useLocalDpi xmlns:a14="http://schemas.microsoft.com/office/drawing/2010/main" val="0"/>
              </a:ext>
            </a:extLst>
          </a:blip>
          <a:srcRect l="41" r="41"/>
          <a:stretch>
            <a:fillRect/>
          </a:stretch>
        </p:blipFill>
        <p:spPr>
          <a:xfrm>
            <a:off x="5007303" y="2103512"/>
            <a:ext cx="2163107" cy="1217749"/>
          </a:xfrm>
          <a:custGeom>
            <a:avLst/>
            <a:gdLst>
              <a:gd name="connsiteX0" fmla="*/ 202962 w 2163107"/>
              <a:gd name="connsiteY0" fmla="*/ 0 h 1217749"/>
              <a:gd name="connsiteX1" fmla="*/ 1960145 w 2163107"/>
              <a:gd name="connsiteY1" fmla="*/ 0 h 1217749"/>
              <a:gd name="connsiteX2" fmla="*/ 2163107 w 2163107"/>
              <a:gd name="connsiteY2" fmla="*/ 202962 h 1217749"/>
              <a:gd name="connsiteX3" fmla="*/ 2163107 w 2163107"/>
              <a:gd name="connsiteY3" fmla="*/ 1217749 h 1217749"/>
              <a:gd name="connsiteX4" fmla="*/ 0 w 2163107"/>
              <a:gd name="connsiteY4" fmla="*/ 1217749 h 1217749"/>
              <a:gd name="connsiteX5" fmla="*/ 0 w 2163107"/>
              <a:gd name="connsiteY5" fmla="*/ 202962 h 1217749"/>
              <a:gd name="connsiteX6" fmla="*/ 202962 w 2163107"/>
              <a:gd name="connsiteY6" fmla="*/ 0 h 121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3107" h="1217749">
                <a:moveTo>
                  <a:pt x="202962" y="0"/>
                </a:moveTo>
                <a:lnTo>
                  <a:pt x="1960145" y="0"/>
                </a:lnTo>
                <a:cubicBezTo>
                  <a:pt x="2072238" y="0"/>
                  <a:pt x="2163107" y="90869"/>
                  <a:pt x="2163107" y="202962"/>
                </a:cubicBezTo>
                <a:lnTo>
                  <a:pt x="2163107" y="1217749"/>
                </a:lnTo>
                <a:lnTo>
                  <a:pt x="0" y="1217749"/>
                </a:lnTo>
                <a:lnTo>
                  <a:pt x="0" y="202962"/>
                </a:lnTo>
                <a:cubicBezTo>
                  <a:pt x="0" y="90869"/>
                  <a:pt x="90869" y="0"/>
                  <a:pt x="202962" y="0"/>
                </a:cubicBezTo>
                <a:close/>
              </a:path>
            </a:pathLst>
          </a:custGeom>
        </p:spPr>
      </p:pic>
      <p:pic>
        <p:nvPicPr>
          <p:cNvPr id="68" name="Picture 67" descr="A ship in the water&#10;&#10;AI-generated content may be incorrect.">
            <a:extLst>
              <a:ext uri="{FF2B5EF4-FFF2-40B4-BE49-F238E27FC236}">
                <a16:creationId xmlns:a16="http://schemas.microsoft.com/office/drawing/2014/main" id="{40ADD1DC-F98F-DE6F-728E-B55D5342A4FC}"/>
              </a:ext>
            </a:extLst>
          </p:cNvPr>
          <p:cNvPicPr>
            <a:picLocks noChangeAspect="1"/>
          </p:cNvPicPr>
          <p:nvPr/>
        </p:nvPicPr>
        <p:blipFill rotWithShape="1">
          <a:blip r:embed="rId8">
            <a:extLst>
              <a:ext uri="{28A0092B-C50C-407E-A947-70E740481C1C}">
                <a14:useLocalDpi xmlns:a14="http://schemas.microsoft.com/office/drawing/2010/main" val="0"/>
              </a:ext>
            </a:extLst>
          </a:blip>
          <a:srcRect t="8091" b="8091"/>
          <a:stretch>
            <a:fillRect/>
          </a:stretch>
        </p:blipFill>
        <p:spPr>
          <a:xfrm>
            <a:off x="7329185" y="2103512"/>
            <a:ext cx="2163107" cy="1217749"/>
          </a:xfrm>
          <a:custGeom>
            <a:avLst/>
            <a:gdLst>
              <a:gd name="connsiteX0" fmla="*/ 202962 w 2163107"/>
              <a:gd name="connsiteY0" fmla="*/ 0 h 1217749"/>
              <a:gd name="connsiteX1" fmla="*/ 1960145 w 2163107"/>
              <a:gd name="connsiteY1" fmla="*/ 0 h 1217749"/>
              <a:gd name="connsiteX2" fmla="*/ 2163107 w 2163107"/>
              <a:gd name="connsiteY2" fmla="*/ 202962 h 1217749"/>
              <a:gd name="connsiteX3" fmla="*/ 2163107 w 2163107"/>
              <a:gd name="connsiteY3" fmla="*/ 1217749 h 1217749"/>
              <a:gd name="connsiteX4" fmla="*/ 0 w 2163107"/>
              <a:gd name="connsiteY4" fmla="*/ 1217749 h 1217749"/>
              <a:gd name="connsiteX5" fmla="*/ 0 w 2163107"/>
              <a:gd name="connsiteY5" fmla="*/ 202962 h 1217749"/>
              <a:gd name="connsiteX6" fmla="*/ 202962 w 2163107"/>
              <a:gd name="connsiteY6" fmla="*/ 0 h 121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3107" h="1217749">
                <a:moveTo>
                  <a:pt x="202962" y="0"/>
                </a:moveTo>
                <a:lnTo>
                  <a:pt x="1960145" y="0"/>
                </a:lnTo>
                <a:cubicBezTo>
                  <a:pt x="2072238" y="0"/>
                  <a:pt x="2163107" y="90869"/>
                  <a:pt x="2163107" y="202962"/>
                </a:cubicBezTo>
                <a:lnTo>
                  <a:pt x="2163107" y="1217749"/>
                </a:lnTo>
                <a:lnTo>
                  <a:pt x="0" y="1217749"/>
                </a:lnTo>
                <a:lnTo>
                  <a:pt x="0" y="202962"/>
                </a:lnTo>
                <a:cubicBezTo>
                  <a:pt x="0" y="90869"/>
                  <a:pt x="90869" y="0"/>
                  <a:pt x="202962" y="0"/>
                </a:cubicBezTo>
                <a:close/>
              </a:path>
            </a:pathLst>
          </a:custGeom>
        </p:spPr>
      </p:pic>
      <p:pic>
        <p:nvPicPr>
          <p:cNvPr id="71" name="Picture 70" descr="Satellite dishes on a roof&#10;&#10;AI-generated content may be incorrect.">
            <a:extLst>
              <a:ext uri="{FF2B5EF4-FFF2-40B4-BE49-F238E27FC236}">
                <a16:creationId xmlns:a16="http://schemas.microsoft.com/office/drawing/2014/main" id="{C6806555-888F-1CC1-322C-1B947A055105}"/>
              </a:ext>
            </a:extLst>
          </p:cNvPr>
          <p:cNvPicPr>
            <a:picLocks noChangeAspect="1"/>
          </p:cNvPicPr>
          <p:nvPr/>
        </p:nvPicPr>
        <p:blipFill rotWithShape="1">
          <a:blip r:embed="rId9">
            <a:extLst>
              <a:ext uri="{28A0092B-C50C-407E-A947-70E740481C1C}">
                <a14:useLocalDpi xmlns:a14="http://schemas.microsoft.com/office/drawing/2010/main" val="0"/>
              </a:ext>
            </a:extLst>
          </a:blip>
          <a:srcRect l="3742" r="3742"/>
          <a:stretch>
            <a:fillRect/>
          </a:stretch>
        </p:blipFill>
        <p:spPr>
          <a:xfrm>
            <a:off x="9651069" y="2103512"/>
            <a:ext cx="2163107" cy="1217749"/>
          </a:xfrm>
          <a:custGeom>
            <a:avLst/>
            <a:gdLst>
              <a:gd name="connsiteX0" fmla="*/ 202962 w 2163107"/>
              <a:gd name="connsiteY0" fmla="*/ 0 h 1217749"/>
              <a:gd name="connsiteX1" fmla="*/ 1960145 w 2163107"/>
              <a:gd name="connsiteY1" fmla="*/ 0 h 1217749"/>
              <a:gd name="connsiteX2" fmla="*/ 2163107 w 2163107"/>
              <a:gd name="connsiteY2" fmla="*/ 202962 h 1217749"/>
              <a:gd name="connsiteX3" fmla="*/ 2163107 w 2163107"/>
              <a:gd name="connsiteY3" fmla="*/ 1217749 h 1217749"/>
              <a:gd name="connsiteX4" fmla="*/ 0 w 2163107"/>
              <a:gd name="connsiteY4" fmla="*/ 1217749 h 1217749"/>
              <a:gd name="connsiteX5" fmla="*/ 0 w 2163107"/>
              <a:gd name="connsiteY5" fmla="*/ 202962 h 1217749"/>
              <a:gd name="connsiteX6" fmla="*/ 202962 w 2163107"/>
              <a:gd name="connsiteY6" fmla="*/ 0 h 121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3107" h="1217749">
                <a:moveTo>
                  <a:pt x="202962" y="0"/>
                </a:moveTo>
                <a:lnTo>
                  <a:pt x="1960145" y="0"/>
                </a:lnTo>
                <a:cubicBezTo>
                  <a:pt x="2072238" y="0"/>
                  <a:pt x="2163107" y="90869"/>
                  <a:pt x="2163107" y="202962"/>
                </a:cubicBezTo>
                <a:lnTo>
                  <a:pt x="2163107" y="1217749"/>
                </a:lnTo>
                <a:lnTo>
                  <a:pt x="0" y="1217749"/>
                </a:lnTo>
                <a:lnTo>
                  <a:pt x="0" y="202962"/>
                </a:lnTo>
                <a:cubicBezTo>
                  <a:pt x="0" y="90869"/>
                  <a:pt x="90869" y="0"/>
                  <a:pt x="202962" y="0"/>
                </a:cubicBezTo>
                <a:close/>
              </a:path>
            </a:pathLst>
          </a:custGeom>
        </p:spPr>
      </p:pic>
      <p:sp>
        <p:nvSpPr>
          <p:cNvPr id="19" name="Rectangle 18">
            <a:extLst>
              <a:ext uri="{FF2B5EF4-FFF2-40B4-BE49-F238E27FC236}">
                <a16:creationId xmlns:a16="http://schemas.microsoft.com/office/drawing/2014/main" id="{0823DFB2-8A1E-22CE-A042-501E5566C735}"/>
              </a:ext>
            </a:extLst>
          </p:cNvPr>
          <p:cNvSpPr/>
          <p:nvPr/>
        </p:nvSpPr>
        <p:spPr>
          <a:xfrm>
            <a:off x="363537" y="3069004"/>
            <a:ext cx="2163106" cy="252256"/>
          </a:xfrm>
          <a:prstGeom prst="rect">
            <a:avLst/>
          </a:prstGeom>
          <a:solidFill>
            <a:schemeClr val="accent2">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Lorem Ipsum </a:t>
            </a:r>
          </a:p>
        </p:txBody>
      </p:sp>
      <p:sp>
        <p:nvSpPr>
          <p:cNvPr id="24" name="Rectangle 23">
            <a:extLst>
              <a:ext uri="{FF2B5EF4-FFF2-40B4-BE49-F238E27FC236}">
                <a16:creationId xmlns:a16="http://schemas.microsoft.com/office/drawing/2014/main" id="{1BF7EE77-10F0-8587-B479-12899F9F485A}"/>
              </a:ext>
            </a:extLst>
          </p:cNvPr>
          <p:cNvSpPr/>
          <p:nvPr/>
        </p:nvSpPr>
        <p:spPr>
          <a:xfrm>
            <a:off x="2685418" y="3069004"/>
            <a:ext cx="2163106" cy="252256"/>
          </a:xfrm>
          <a:prstGeom prst="rect">
            <a:avLst/>
          </a:prstGeom>
          <a:solidFill>
            <a:schemeClr val="accent2">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Lorem Ipsum </a:t>
            </a:r>
          </a:p>
        </p:txBody>
      </p:sp>
      <p:sp>
        <p:nvSpPr>
          <p:cNvPr id="25" name="Rectangle 24">
            <a:extLst>
              <a:ext uri="{FF2B5EF4-FFF2-40B4-BE49-F238E27FC236}">
                <a16:creationId xmlns:a16="http://schemas.microsoft.com/office/drawing/2014/main" id="{04A15A42-6F7F-21B9-6D08-BBAE4FBCBAE3}"/>
              </a:ext>
            </a:extLst>
          </p:cNvPr>
          <p:cNvSpPr/>
          <p:nvPr/>
        </p:nvSpPr>
        <p:spPr>
          <a:xfrm>
            <a:off x="5007299" y="3069004"/>
            <a:ext cx="2163106" cy="252256"/>
          </a:xfrm>
          <a:prstGeom prst="rect">
            <a:avLst/>
          </a:prstGeom>
          <a:solidFill>
            <a:schemeClr val="accent2">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Lorem Ipsum </a:t>
            </a:r>
          </a:p>
        </p:txBody>
      </p:sp>
      <p:sp>
        <p:nvSpPr>
          <p:cNvPr id="26" name="Rectangle 25">
            <a:extLst>
              <a:ext uri="{FF2B5EF4-FFF2-40B4-BE49-F238E27FC236}">
                <a16:creationId xmlns:a16="http://schemas.microsoft.com/office/drawing/2014/main" id="{14BAE183-5246-4DD9-5B5B-78B342DD3951}"/>
              </a:ext>
            </a:extLst>
          </p:cNvPr>
          <p:cNvSpPr/>
          <p:nvPr/>
        </p:nvSpPr>
        <p:spPr>
          <a:xfrm>
            <a:off x="7329180" y="3069004"/>
            <a:ext cx="2163106" cy="252256"/>
          </a:xfrm>
          <a:prstGeom prst="rect">
            <a:avLst/>
          </a:prstGeom>
          <a:solidFill>
            <a:schemeClr val="accent2">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Lorem Ipsum </a:t>
            </a:r>
          </a:p>
        </p:txBody>
      </p:sp>
      <p:sp>
        <p:nvSpPr>
          <p:cNvPr id="27" name="Rectangle 26">
            <a:extLst>
              <a:ext uri="{FF2B5EF4-FFF2-40B4-BE49-F238E27FC236}">
                <a16:creationId xmlns:a16="http://schemas.microsoft.com/office/drawing/2014/main" id="{3057A9E7-5689-E752-7644-A3CDFE87B5A2}"/>
              </a:ext>
            </a:extLst>
          </p:cNvPr>
          <p:cNvSpPr/>
          <p:nvPr/>
        </p:nvSpPr>
        <p:spPr>
          <a:xfrm>
            <a:off x="9651061" y="3069004"/>
            <a:ext cx="2163106" cy="252256"/>
          </a:xfrm>
          <a:prstGeom prst="rect">
            <a:avLst/>
          </a:prstGeom>
          <a:solidFill>
            <a:schemeClr val="accent2">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Lorem Ipsum </a:t>
            </a:r>
          </a:p>
        </p:txBody>
      </p:sp>
    </p:spTree>
    <p:extLst>
      <p:ext uri="{BB962C8B-B14F-4D97-AF65-F5344CB8AC3E}">
        <p14:creationId xmlns:p14="http://schemas.microsoft.com/office/powerpoint/2010/main" val="13793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9EBA6-7881-B002-28D3-304B4B4A5085}"/>
            </a:ext>
          </a:extLst>
        </p:cNvPr>
        <p:cNvGrpSpPr/>
        <p:nvPr/>
      </p:nvGrpSpPr>
      <p:grpSpPr>
        <a:xfrm>
          <a:off x="0" y="0"/>
          <a:ext cx="0" cy="0"/>
          <a:chOff x="0" y="0"/>
          <a:chExt cx="0" cy="0"/>
        </a:xfrm>
      </p:grpSpPr>
      <p:pic>
        <p:nvPicPr>
          <p:cNvPr id="52" name="Picture 51" descr="A blue sky with a light in the sky&#10;&#10;AI-generated content may be incorrect.">
            <a:extLst>
              <a:ext uri="{FF2B5EF4-FFF2-40B4-BE49-F238E27FC236}">
                <a16:creationId xmlns:a16="http://schemas.microsoft.com/office/drawing/2014/main" id="{82080A90-1735-3CF4-778D-5B11EC6F19EC}"/>
              </a:ext>
            </a:extLst>
          </p:cNvPr>
          <p:cNvPicPr>
            <a:picLocks noChangeAspect="1"/>
          </p:cNvPicPr>
          <p:nvPr/>
        </p:nvPicPr>
        <p:blipFill rotWithShape="1">
          <a:blip r:embed="rId3">
            <a:extLst>
              <a:ext uri="{28A0092B-C50C-407E-A947-70E740481C1C}">
                <a14:useLocalDpi xmlns:a14="http://schemas.microsoft.com/office/drawing/2010/main" val="0"/>
              </a:ext>
            </a:extLst>
          </a:blip>
          <a:srcRect t="25456" b="8424"/>
          <a:stretch>
            <a:fillRect/>
          </a:stretch>
        </p:blipFill>
        <p:spPr>
          <a:xfrm>
            <a:off x="0" y="0"/>
            <a:ext cx="12192000" cy="3492500"/>
          </a:xfrm>
          <a:prstGeom prst="rect">
            <a:avLst/>
          </a:prstGeom>
        </p:spPr>
      </p:pic>
      <p:sp>
        <p:nvSpPr>
          <p:cNvPr id="2" name="Title 1">
            <a:extLst>
              <a:ext uri="{FF2B5EF4-FFF2-40B4-BE49-F238E27FC236}">
                <a16:creationId xmlns:a16="http://schemas.microsoft.com/office/drawing/2014/main" id="{3A6D1AD9-1148-3858-657F-E0277041C70D}"/>
              </a:ext>
            </a:extLst>
          </p:cNvPr>
          <p:cNvSpPr>
            <a:spLocks noGrp="1"/>
          </p:cNvSpPr>
          <p:nvPr>
            <p:ph type="title"/>
          </p:nvPr>
        </p:nvSpPr>
        <p:spPr/>
        <p:txBody>
          <a:bodyPr/>
          <a:lstStyle/>
          <a:p>
            <a:r>
              <a:rPr lang="en-IN" dirty="0"/>
              <a:t>Lorem Ipsum</a:t>
            </a:r>
          </a:p>
        </p:txBody>
      </p:sp>
      <p:sp>
        <p:nvSpPr>
          <p:cNvPr id="50" name="TextBox 49">
            <a:extLst>
              <a:ext uri="{FF2B5EF4-FFF2-40B4-BE49-F238E27FC236}">
                <a16:creationId xmlns:a16="http://schemas.microsoft.com/office/drawing/2014/main" id="{55E2FF6A-12CD-BE32-C3CA-609AF0331489}"/>
              </a:ext>
            </a:extLst>
          </p:cNvPr>
          <p:cNvSpPr txBox="1"/>
          <p:nvPr/>
        </p:nvSpPr>
        <p:spPr>
          <a:xfrm>
            <a:off x="363537" y="1103313"/>
            <a:ext cx="4414409" cy="1138773"/>
          </a:xfrm>
          <a:prstGeom prst="rect">
            <a:avLst/>
          </a:prstGeom>
          <a:noFill/>
        </p:spPr>
        <p:txBody>
          <a:bodyPr wrap="square" lIns="0" tIns="0" rIns="0" bIns="0" rtlCol="0">
            <a:spAutoFit/>
          </a:bodyPr>
          <a:lstStyle/>
          <a:p>
            <a:pPr>
              <a:spcAft>
                <a:spcPts val="600"/>
              </a:spcAft>
            </a:pPr>
            <a:r>
              <a:rPr lang="en-US" sz="1600" b="1" dirty="0">
                <a:solidFill>
                  <a:schemeClr val="accent2"/>
                </a:solidFill>
              </a:rPr>
              <a:t>Lorem Ipsum is simply dummy text of the printing and typesetting industry. </a:t>
            </a:r>
            <a:br>
              <a:rPr lang="en-US" sz="1600" b="1" dirty="0">
                <a:solidFill>
                  <a:schemeClr val="accent2"/>
                </a:solidFill>
              </a:rPr>
            </a:br>
            <a:r>
              <a:rPr lang="en-US" sz="1400" dirty="0">
                <a:solidFill>
                  <a:schemeClr val="bg1"/>
                </a:solidFill>
              </a:rPr>
              <a:t>Lorem Ipsum is simply dummy text of the printing and typesetting industry. Lorem Ipsum has been the industry's standard dummy text ever since the 1500s.</a:t>
            </a:r>
          </a:p>
        </p:txBody>
      </p:sp>
      <p:pic>
        <p:nvPicPr>
          <p:cNvPr id="54" name="Picture 53" descr="A close-up of a plane&#10;&#10;AI-generated content may be incorrect.">
            <a:extLst>
              <a:ext uri="{FF2B5EF4-FFF2-40B4-BE49-F238E27FC236}">
                <a16:creationId xmlns:a16="http://schemas.microsoft.com/office/drawing/2014/main" id="{E1549E20-00D4-F3FF-195A-59A4652BE8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241" y="355600"/>
            <a:ext cx="7476815" cy="1915934"/>
          </a:xfrm>
          <a:prstGeom prst="rect">
            <a:avLst/>
          </a:prstGeom>
        </p:spPr>
      </p:pic>
      <p:sp>
        <p:nvSpPr>
          <p:cNvPr id="6" name="Rectangle: Top Corners Rounded 5">
            <a:extLst>
              <a:ext uri="{FF2B5EF4-FFF2-40B4-BE49-F238E27FC236}">
                <a16:creationId xmlns:a16="http://schemas.microsoft.com/office/drawing/2014/main" id="{E4AB469D-0280-81B2-39AF-67613FD5C6E2}"/>
              </a:ext>
            </a:extLst>
          </p:cNvPr>
          <p:cNvSpPr/>
          <p:nvPr/>
        </p:nvSpPr>
        <p:spPr>
          <a:xfrm>
            <a:off x="363536" y="2796792"/>
            <a:ext cx="7735435" cy="3622735"/>
          </a:xfrm>
          <a:prstGeom prst="round2SameRect">
            <a:avLst>
              <a:gd name="adj1" fmla="val 413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Top Corners Rounded 6">
            <a:extLst>
              <a:ext uri="{FF2B5EF4-FFF2-40B4-BE49-F238E27FC236}">
                <a16:creationId xmlns:a16="http://schemas.microsoft.com/office/drawing/2014/main" id="{C992E290-586A-38A2-728A-3545AFF784E2}"/>
              </a:ext>
            </a:extLst>
          </p:cNvPr>
          <p:cNvSpPr/>
          <p:nvPr/>
        </p:nvSpPr>
        <p:spPr>
          <a:xfrm>
            <a:off x="8306816" y="2796792"/>
            <a:ext cx="3521648" cy="3622735"/>
          </a:xfrm>
          <a:prstGeom prst="round2SameRect">
            <a:avLst>
              <a:gd name="adj1" fmla="val 413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Rectangle: Rounded Corners 40">
            <a:extLst>
              <a:ext uri="{FF2B5EF4-FFF2-40B4-BE49-F238E27FC236}">
                <a16:creationId xmlns:a16="http://schemas.microsoft.com/office/drawing/2014/main" id="{D9C8B1CD-31D5-FEC7-D02B-98D82EB3AAF0}"/>
              </a:ext>
            </a:extLst>
          </p:cNvPr>
          <p:cNvSpPr/>
          <p:nvPr/>
        </p:nvSpPr>
        <p:spPr>
          <a:xfrm>
            <a:off x="490582" y="2432551"/>
            <a:ext cx="710884" cy="71088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3" name="Rectangle: Rounded Corners 42">
            <a:extLst>
              <a:ext uri="{FF2B5EF4-FFF2-40B4-BE49-F238E27FC236}">
                <a16:creationId xmlns:a16="http://schemas.microsoft.com/office/drawing/2014/main" id="{0FC0B15F-7A64-1FFF-DF1B-9110739E2F59}"/>
              </a:ext>
            </a:extLst>
          </p:cNvPr>
          <p:cNvSpPr/>
          <p:nvPr/>
        </p:nvSpPr>
        <p:spPr>
          <a:xfrm>
            <a:off x="8451960" y="2432551"/>
            <a:ext cx="710884" cy="71088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TextBox 43">
            <a:extLst>
              <a:ext uri="{FF2B5EF4-FFF2-40B4-BE49-F238E27FC236}">
                <a16:creationId xmlns:a16="http://schemas.microsoft.com/office/drawing/2014/main" id="{44BCAAA9-CDAC-6FD6-2C7C-5D37902DFD9D}"/>
              </a:ext>
            </a:extLst>
          </p:cNvPr>
          <p:cNvSpPr txBox="1"/>
          <p:nvPr/>
        </p:nvSpPr>
        <p:spPr>
          <a:xfrm>
            <a:off x="490581" y="3210582"/>
            <a:ext cx="7477762" cy="2985433"/>
          </a:xfrm>
          <a:prstGeom prst="rect">
            <a:avLst/>
          </a:prstGeom>
          <a:noFill/>
        </p:spPr>
        <p:txBody>
          <a:bodyPr wrap="square" lIns="0" tIns="0" rIns="0" bIns="0" rtlCol="0">
            <a:spAutoFit/>
          </a:bodyPr>
          <a:lstStyle/>
          <a:p>
            <a:pPr>
              <a:spcAft>
                <a:spcPts val="600"/>
              </a:spcAft>
            </a:pPr>
            <a:r>
              <a:rPr lang="en-US" sz="1600" b="1" dirty="0">
                <a:solidFill>
                  <a:schemeClr val="accent1"/>
                </a:solidFill>
              </a:rPr>
              <a:t>Lorem Ipsum </a:t>
            </a:r>
            <a:br>
              <a:rPr lang="en-US" sz="1600" b="1" dirty="0">
                <a:solidFill>
                  <a:schemeClr val="accent1"/>
                </a:solidFill>
              </a:rPr>
            </a:br>
            <a:r>
              <a:rPr lang="en-US" sz="1200" dirty="0"/>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a:p>
            <a:pPr>
              <a:spcAft>
                <a:spcPts val="600"/>
              </a:spcAft>
            </a:pPr>
            <a:r>
              <a:rPr lang="en-US" sz="1200" dirty="0"/>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a:p>
            <a:pPr>
              <a:spcAft>
                <a:spcPts val="400"/>
              </a:spcAft>
            </a:pPr>
            <a:r>
              <a:rPr lang="en-US" sz="1200" dirty="0"/>
              <a:t>Lorem Ipsum is simply dummy text of the printing and typesetting industry. Lorem Ipsum has been the industry's standard dummy text ever since the 1500s, when an unknown printer took a galley of type and scrambled it to make a type specimen book. Richard McClintock, a Latin professor at Hampden-Sydney College in Virginia, looked up one of the more obscure Latin words, </a:t>
            </a:r>
            <a:r>
              <a:rPr lang="en-US" sz="1200" dirty="0" err="1"/>
              <a:t>consectetur</a:t>
            </a:r>
            <a:r>
              <a:rPr lang="en-US" sz="1200" dirty="0"/>
              <a:t>, from a Lorem Ipsum passage, and going through the cites of the word in classical literature, discovered the undoubtable source. Lorem Ipsum comes from sections 1.10.32 and 1.10.33 of "de </a:t>
            </a:r>
            <a:r>
              <a:rPr lang="en-US" sz="1200" dirty="0" err="1"/>
              <a:t>Finibus</a:t>
            </a:r>
            <a:r>
              <a:rPr lang="en-US" sz="1200" dirty="0"/>
              <a:t> </a:t>
            </a:r>
            <a:r>
              <a:rPr lang="en-US" sz="1200" dirty="0" err="1"/>
              <a:t>Bonorum</a:t>
            </a:r>
            <a:r>
              <a:rPr lang="en-US" sz="1200" dirty="0"/>
              <a:t> et </a:t>
            </a:r>
            <a:r>
              <a:rPr lang="en-US" sz="1200" dirty="0" err="1"/>
              <a:t>Malorum</a:t>
            </a:r>
            <a:r>
              <a:rPr lang="en-US" sz="1200" dirty="0"/>
              <a:t>" (The Extremes of Good and Evil) by Cicero, written in 45 BC. This book is a treatise on the theory of ethics, very popular during the Renaissance. The first line of Lorem Ipsum, "Lorem ipsum dolor sit </a:t>
            </a:r>
            <a:r>
              <a:rPr lang="en-US" sz="1200" dirty="0" err="1"/>
              <a:t>amet</a:t>
            </a:r>
            <a:r>
              <a:rPr lang="en-US" sz="1200" dirty="0"/>
              <a:t>..", comes from a line in section 1.10.32.</a:t>
            </a:r>
          </a:p>
        </p:txBody>
      </p:sp>
      <p:sp>
        <p:nvSpPr>
          <p:cNvPr id="51" name="TextBox 50">
            <a:extLst>
              <a:ext uri="{FF2B5EF4-FFF2-40B4-BE49-F238E27FC236}">
                <a16:creationId xmlns:a16="http://schemas.microsoft.com/office/drawing/2014/main" id="{6AFD977A-A8E7-0CC6-1E8C-520C9017D8AC}"/>
              </a:ext>
            </a:extLst>
          </p:cNvPr>
          <p:cNvSpPr txBox="1"/>
          <p:nvPr/>
        </p:nvSpPr>
        <p:spPr>
          <a:xfrm>
            <a:off x="8451960" y="3210582"/>
            <a:ext cx="3225076" cy="2985433"/>
          </a:xfrm>
          <a:prstGeom prst="rect">
            <a:avLst/>
          </a:prstGeom>
          <a:noFill/>
        </p:spPr>
        <p:txBody>
          <a:bodyPr wrap="square" lIns="0" tIns="0" rIns="0" bIns="0" rtlCol="0">
            <a:spAutoFit/>
          </a:bodyPr>
          <a:lstStyle/>
          <a:p>
            <a:pPr>
              <a:spcAft>
                <a:spcPts val="600"/>
              </a:spcAft>
            </a:pPr>
            <a:r>
              <a:rPr lang="en-US" sz="1600" b="1" dirty="0">
                <a:solidFill>
                  <a:schemeClr val="accent4"/>
                </a:solidFill>
              </a:rPr>
              <a:t>Lorem Ipsum</a:t>
            </a:r>
          </a:p>
          <a:p>
            <a:pPr>
              <a:spcAft>
                <a:spcPts val="600"/>
              </a:spcAft>
            </a:pPr>
            <a:r>
              <a:rPr lang="en-US" sz="1200" dirty="0"/>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p>
          <a:p>
            <a:pPr>
              <a:spcAft>
                <a:spcPts val="600"/>
              </a:spcAft>
            </a:pPr>
            <a:r>
              <a:rPr lang="en-US" sz="1200" dirty="0"/>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a:t>
            </a:r>
            <a:br>
              <a:rPr lang="en-US" sz="1200" dirty="0"/>
            </a:br>
            <a:r>
              <a:rPr lang="en-US" sz="1200" dirty="0"/>
              <a:t>(The Extremes of Good and Evil) by Cicero, written in 45 BC.</a:t>
            </a:r>
          </a:p>
        </p:txBody>
      </p:sp>
      <p:grpSp>
        <p:nvGrpSpPr>
          <p:cNvPr id="37" name="Group 36">
            <a:extLst>
              <a:ext uri="{FF2B5EF4-FFF2-40B4-BE49-F238E27FC236}">
                <a16:creationId xmlns:a16="http://schemas.microsoft.com/office/drawing/2014/main" id="{F67E26ED-E72F-D601-F59C-A502E938C00D}"/>
              </a:ext>
            </a:extLst>
          </p:cNvPr>
          <p:cNvGrpSpPr/>
          <p:nvPr/>
        </p:nvGrpSpPr>
        <p:grpSpPr>
          <a:xfrm>
            <a:off x="563335" y="2561829"/>
            <a:ext cx="565378" cy="452328"/>
            <a:chOff x="-1418773" y="2344354"/>
            <a:chExt cx="1132331" cy="905923"/>
          </a:xfrm>
        </p:grpSpPr>
        <p:sp>
          <p:nvSpPr>
            <p:cNvPr id="9" name="Freeform: Shape 8">
              <a:extLst>
                <a:ext uri="{FF2B5EF4-FFF2-40B4-BE49-F238E27FC236}">
                  <a16:creationId xmlns:a16="http://schemas.microsoft.com/office/drawing/2014/main" id="{4E041D31-73FA-3374-EA58-D43942210527}"/>
                </a:ext>
              </a:extLst>
            </p:cNvPr>
            <p:cNvSpPr/>
            <p:nvPr/>
          </p:nvSpPr>
          <p:spPr>
            <a:xfrm>
              <a:off x="-1418773" y="2880993"/>
              <a:ext cx="1132331" cy="369284"/>
            </a:xfrm>
            <a:custGeom>
              <a:avLst/>
              <a:gdLst>
                <a:gd name="connsiteX0" fmla="*/ 1132332 w 1132331"/>
                <a:gd name="connsiteY0" fmla="*/ 0 h 369284"/>
                <a:gd name="connsiteX1" fmla="*/ 928211 w 1132331"/>
                <a:gd name="connsiteY1" fmla="*/ 0 h 369284"/>
                <a:gd name="connsiteX2" fmla="*/ 910304 w 1132331"/>
                <a:gd name="connsiteY2" fmla="*/ 17907 h 369284"/>
                <a:gd name="connsiteX3" fmla="*/ 910304 w 1132331"/>
                <a:gd name="connsiteY3" fmla="*/ 134493 h 369284"/>
                <a:gd name="connsiteX4" fmla="*/ 659225 w 1132331"/>
                <a:gd name="connsiteY4" fmla="*/ 134493 h 369284"/>
                <a:gd name="connsiteX5" fmla="*/ 641318 w 1132331"/>
                <a:gd name="connsiteY5" fmla="*/ 152400 h 369284"/>
                <a:gd name="connsiteX6" fmla="*/ 641318 w 1132331"/>
                <a:gd name="connsiteY6" fmla="*/ 268986 h 369284"/>
                <a:gd name="connsiteX7" fmla="*/ 268986 w 1132331"/>
                <a:gd name="connsiteY7" fmla="*/ 268986 h 369284"/>
                <a:gd name="connsiteX8" fmla="*/ 251079 w 1132331"/>
                <a:gd name="connsiteY8" fmla="*/ 286893 h 369284"/>
                <a:gd name="connsiteX9" fmla="*/ 251079 w 1132331"/>
                <a:gd name="connsiteY9" fmla="*/ 369284 h 369284"/>
                <a:gd name="connsiteX10" fmla="*/ 0 w 1132331"/>
                <a:gd name="connsiteY10" fmla="*/ 369284 h 36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2331" h="369284">
                  <a:moveTo>
                    <a:pt x="1132332" y="0"/>
                  </a:moveTo>
                  <a:lnTo>
                    <a:pt x="928211" y="0"/>
                  </a:lnTo>
                  <a:cubicBezTo>
                    <a:pt x="918305" y="0"/>
                    <a:pt x="910304" y="8001"/>
                    <a:pt x="910304" y="17907"/>
                  </a:cubicBezTo>
                  <a:lnTo>
                    <a:pt x="910304" y="134493"/>
                  </a:lnTo>
                  <a:lnTo>
                    <a:pt x="659225" y="134493"/>
                  </a:lnTo>
                  <a:cubicBezTo>
                    <a:pt x="649319" y="134493"/>
                    <a:pt x="641318" y="142494"/>
                    <a:pt x="641318" y="152400"/>
                  </a:cubicBezTo>
                  <a:lnTo>
                    <a:pt x="641318" y="268986"/>
                  </a:lnTo>
                  <a:lnTo>
                    <a:pt x="268986" y="268986"/>
                  </a:lnTo>
                  <a:cubicBezTo>
                    <a:pt x="259080" y="268986"/>
                    <a:pt x="251079" y="276987"/>
                    <a:pt x="251079" y="286893"/>
                  </a:cubicBezTo>
                  <a:lnTo>
                    <a:pt x="251079" y="369284"/>
                  </a:lnTo>
                  <a:lnTo>
                    <a:pt x="0" y="369284"/>
                  </a:lnTo>
                </a:path>
              </a:pathLst>
            </a:custGeom>
            <a:noFill/>
            <a:ln w="15875" cap="rnd">
              <a:solidFill>
                <a:schemeClr val="bg1"/>
              </a:solidFill>
              <a:prstDash val="solid"/>
              <a:round/>
            </a:ln>
          </p:spPr>
          <p:txBody>
            <a:bodyPr rtlCol="0" anchor="ctr"/>
            <a:lstStyle/>
            <a:p>
              <a:endParaRPr lang="en-IN" dirty="0"/>
            </a:p>
          </p:txBody>
        </p:sp>
        <p:grpSp>
          <p:nvGrpSpPr>
            <p:cNvPr id="10" name="Graphic 4">
              <a:extLst>
                <a:ext uri="{FF2B5EF4-FFF2-40B4-BE49-F238E27FC236}">
                  <a16:creationId xmlns:a16="http://schemas.microsoft.com/office/drawing/2014/main" id="{B4B84CDF-EDD6-C082-BE8A-5F7F742E6A1E}"/>
                </a:ext>
              </a:extLst>
            </p:cNvPr>
            <p:cNvGrpSpPr/>
            <p:nvPr/>
          </p:nvGrpSpPr>
          <p:grpSpPr>
            <a:xfrm>
              <a:off x="-1019159" y="2378072"/>
              <a:ext cx="454386" cy="766000"/>
              <a:chOff x="-1019159" y="2378072"/>
              <a:chExt cx="454386" cy="766000"/>
            </a:xfrm>
            <a:noFill/>
          </p:grpSpPr>
          <p:sp>
            <p:nvSpPr>
              <p:cNvPr id="11" name="Freeform: Shape 10">
                <a:extLst>
                  <a:ext uri="{FF2B5EF4-FFF2-40B4-BE49-F238E27FC236}">
                    <a16:creationId xmlns:a16="http://schemas.microsoft.com/office/drawing/2014/main" id="{A92F7856-64C6-7216-534C-D9DC9D35F08C}"/>
                  </a:ext>
                </a:extLst>
              </p:cNvPr>
              <p:cNvSpPr/>
              <p:nvPr/>
            </p:nvSpPr>
            <p:spPr>
              <a:xfrm>
                <a:off x="-880229" y="2378072"/>
                <a:ext cx="121348" cy="121348"/>
              </a:xfrm>
              <a:custGeom>
                <a:avLst/>
                <a:gdLst>
                  <a:gd name="connsiteX0" fmla="*/ 0 w 121348"/>
                  <a:gd name="connsiteY0" fmla="*/ 60674 h 121348"/>
                  <a:gd name="connsiteX1" fmla="*/ 60674 w 121348"/>
                  <a:gd name="connsiteY1" fmla="*/ 121349 h 121348"/>
                  <a:gd name="connsiteX2" fmla="*/ 121348 w 121348"/>
                  <a:gd name="connsiteY2" fmla="*/ 60674 h 121348"/>
                  <a:gd name="connsiteX3" fmla="*/ 60674 w 121348"/>
                  <a:gd name="connsiteY3" fmla="*/ 0 h 121348"/>
                  <a:gd name="connsiteX4" fmla="*/ 0 w 121348"/>
                  <a:gd name="connsiteY4" fmla="*/ 60674 h 121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348" h="121348">
                    <a:moveTo>
                      <a:pt x="0" y="60674"/>
                    </a:moveTo>
                    <a:cubicBezTo>
                      <a:pt x="0" y="94202"/>
                      <a:pt x="27146" y="121349"/>
                      <a:pt x="60674" y="121349"/>
                    </a:cubicBezTo>
                    <a:cubicBezTo>
                      <a:pt x="94202" y="121349"/>
                      <a:pt x="121348" y="94202"/>
                      <a:pt x="121348" y="60674"/>
                    </a:cubicBezTo>
                    <a:cubicBezTo>
                      <a:pt x="121348" y="27146"/>
                      <a:pt x="94202" y="0"/>
                      <a:pt x="60674" y="0"/>
                    </a:cubicBezTo>
                    <a:cubicBezTo>
                      <a:pt x="27146" y="0"/>
                      <a:pt x="0" y="27146"/>
                      <a:pt x="0" y="60674"/>
                    </a:cubicBezTo>
                  </a:path>
                </a:pathLst>
              </a:custGeom>
              <a:noFill/>
              <a:ln w="15875" cap="rnd">
                <a:solidFill>
                  <a:schemeClr val="bg1"/>
                </a:solidFill>
                <a:prstDash val="solid"/>
                <a:round/>
              </a:ln>
            </p:spPr>
            <p:txBody>
              <a:bodyPr rtlCol="0" anchor="ctr"/>
              <a:lstStyle/>
              <a:p>
                <a:endParaRPr lang="en-IN" dirty="0"/>
              </a:p>
            </p:txBody>
          </p:sp>
          <p:sp>
            <p:nvSpPr>
              <p:cNvPr id="12" name="Freeform: Shape 11">
                <a:extLst>
                  <a:ext uri="{FF2B5EF4-FFF2-40B4-BE49-F238E27FC236}">
                    <a16:creationId xmlns:a16="http://schemas.microsoft.com/office/drawing/2014/main" id="{CEFD1EFB-57A5-27E4-72C9-1D68AB99419E}"/>
                  </a:ext>
                </a:extLst>
              </p:cNvPr>
              <p:cNvSpPr/>
              <p:nvPr/>
            </p:nvSpPr>
            <p:spPr>
              <a:xfrm>
                <a:off x="-1019159" y="2511327"/>
                <a:ext cx="454386" cy="632745"/>
              </a:xfrm>
              <a:custGeom>
                <a:avLst/>
                <a:gdLst>
                  <a:gd name="connsiteX0" fmla="*/ 9008 w 454386"/>
                  <a:gd name="connsiteY0" fmla="*/ 105251 h 632745"/>
                  <a:gd name="connsiteX1" fmla="*/ 23201 w 454386"/>
                  <a:gd name="connsiteY1" fmla="*/ 79819 h 632745"/>
                  <a:gd name="connsiteX2" fmla="*/ 126452 w 454386"/>
                  <a:gd name="connsiteY2" fmla="*/ 7048 h 632745"/>
                  <a:gd name="connsiteX3" fmla="*/ 142549 w 454386"/>
                  <a:gd name="connsiteY3" fmla="*/ 1238 h 632745"/>
                  <a:gd name="connsiteX4" fmla="*/ 142549 w 454386"/>
                  <a:gd name="connsiteY4" fmla="*/ 952 h 632745"/>
                  <a:gd name="connsiteX5" fmla="*/ 218082 w 454386"/>
                  <a:gd name="connsiteY5" fmla="*/ 0 h 632745"/>
                  <a:gd name="connsiteX6" fmla="*/ 242847 w 454386"/>
                  <a:gd name="connsiteY6" fmla="*/ 10573 h 632745"/>
                  <a:gd name="connsiteX7" fmla="*/ 321714 w 454386"/>
                  <a:gd name="connsiteY7" fmla="*/ 94488 h 632745"/>
                  <a:gd name="connsiteX8" fmla="*/ 427537 w 454386"/>
                  <a:gd name="connsiteY8" fmla="*/ 116014 h 632745"/>
                  <a:gd name="connsiteX9" fmla="*/ 453731 w 454386"/>
                  <a:gd name="connsiteY9" fmla="*/ 155543 h 632745"/>
                  <a:gd name="connsiteX10" fmla="*/ 414202 w 454386"/>
                  <a:gd name="connsiteY10" fmla="*/ 181737 h 632745"/>
                  <a:gd name="connsiteX11" fmla="*/ 297997 w 454386"/>
                  <a:gd name="connsiteY11" fmla="*/ 158115 h 632745"/>
                  <a:gd name="connsiteX12" fmla="*/ 280280 w 454386"/>
                  <a:gd name="connsiteY12" fmla="*/ 148209 h 632745"/>
                  <a:gd name="connsiteX13" fmla="*/ 239323 w 454386"/>
                  <a:gd name="connsiteY13" fmla="*/ 104584 h 632745"/>
                  <a:gd name="connsiteX14" fmla="*/ 233417 w 454386"/>
                  <a:gd name="connsiteY14" fmla="*/ 257175 h 632745"/>
                  <a:gd name="connsiteX15" fmla="*/ 233417 w 454386"/>
                  <a:gd name="connsiteY15" fmla="*/ 257175 h 632745"/>
                  <a:gd name="connsiteX16" fmla="*/ 336383 w 454386"/>
                  <a:gd name="connsiteY16" fmla="*/ 284512 h 632745"/>
                  <a:gd name="connsiteX17" fmla="*/ 361243 w 454386"/>
                  <a:gd name="connsiteY17" fmla="*/ 318802 h 632745"/>
                  <a:gd name="connsiteX18" fmla="*/ 353432 w 454386"/>
                  <a:gd name="connsiteY18" fmla="*/ 457867 h 632745"/>
                  <a:gd name="connsiteX19" fmla="*/ 320000 w 454386"/>
                  <a:gd name="connsiteY19" fmla="*/ 489490 h 632745"/>
                  <a:gd name="connsiteX20" fmla="*/ 318095 w 454386"/>
                  <a:gd name="connsiteY20" fmla="*/ 489490 h 632745"/>
                  <a:gd name="connsiteX21" fmla="*/ 286567 w 454386"/>
                  <a:gd name="connsiteY21" fmla="*/ 454152 h 632745"/>
                  <a:gd name="connsiteX22" fmla="*/ 292853 w 454386"/>
                  <a:gd name="connsiteY22" fmla="*/ 342329 h 632745"/>
                  <a:gd name="connsiteX23" fmla="*/ 223321 w 454386"/>
                  <a:gd name="connsiteY23" fmla="*/ 323850 h 632745"/>
                  <a:gd name="connsiteX24" fmla="*/ 155693 w 454386"/>
                  <a:gd name="connsiteY24" fmla="*/ 607028 h 632745"/>
                  <a:gd name="connsiteX25" fmla="*/ 123118 w 454386"/>
                  <a:gd name="connsiteY25" fmla="*/ 632746 h 632745"/>
                  <a:gd name="connsiteX26" fmla="*/ 115307 w 454386"/>
                  <a:gd name="connsiteY26" fmla="*/ 631793 h 632745"/>
                  <a:gd name="connsiteX27" fmla="*/ 90542 w 454386"/>
                  <a:gd name="connsiteY27" fmla="*/ 591407 h 632745"/>
                  <a:gd name="connsiteX28" fmla="*/ 158741 w 454386"/>
                  <a:gd name="connsiteY28" fmla="*/ 305943 h 632745"/>
                  <a:gd name="connsiteX29" fmla="*/ 140739 w 454386"/>
                  <a:gd name="connsiteY29" fmla="*/ 284226 h 632745"/>
                  <a:gd name="connsiteX30" fmla="*/ 140739 w 454386"/>
                  <a:gd name="connsiteY30" fmla="*/ 284226 h 632745"/>
                  <a:gd name="connsiteX31" fmla="*/ 140739 w 454386"/>
                  <a:gd name="connsiteY31" fmla="*/ 283750 h 632745"/>
                  <a:gd name="connsiteX32" fmla="*/ 139882 w 454386"/>
                  <a:gd name="connsiteY32" fmla="*/ 273368 h 632745"/>
                  <a:gd name="connsiteX33" fmla="*/ 124928 w 454386"/>
                  <a:gd name="connsiteY33" fmla="*/ 90392 h 632745"/>
                  <a:gd name="connsiteX34" fmla="*/ 75302 w 454386"/>
                  <a:gd name="connsiteY34" fmla="*/ 125349 h 632745"/>
                  <a:gd name="connsiteX35" fmla="*/ 67016 w 454386"/>
                  <a:gd name="connsiteY35" fmla="*/ 264795 h 632745"/>
                  <a:gd name="connsiteX36" fmla="*/ 31583 w 454386"/>
                  <a:gd name="connsiteY36" fmla="*/ 296323 h 632745"/>
                  <a:gd name="connsiteX37" fmla="*/ 55 w 454386"/>
                  <a:gd name="connsiteY37" fmla="*/ 260890 h 632745"/>
                  <a:gd name="connsiteX38" fmla="*/ 9199 w 454386"/>
                  <a:gd name="connsiteY38" fmla="*/ 105346 h 63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54386" h="632745">
                    <a:moveTo>
                      <a:pt x="9008" y="105251"/>
                    </a:moveTo>
                    <a:cubicBezTo>
                      <a:pt x="9580" y="95059"/>
                      <a:pt x="14819" y="85725"/>
                      <a:pt x="23201" y="79819"/>
                    </a:cubicBezTo>
                    <a:lnTo>
                      <a:pt x="126452" y="7048"/>
                    </a:lnTo>
                    <a:cubicBezTo>
                      <a:pt x="131309" y="3619"/>
                      <a:pt x="136834" y="1714"/>
                      <a:pt x="142549" y="1238"/>
                    </a:cubicBezTo>
                    <a:lnTo>
                      <a:pt x="142549" y="952"/>
                    </a:lnTo>
                    <a:cubicBezTo>
                      <a:pt x="142549" y="952"/>
                      <a:pt x="218082" y="0"/>
                      <a:pt x="218082" y="0"/>
                    </a:cubicBezTo>
                    <a:cubicBezTo>
                      <a:pt x="227321" y="0"/>
                      <a:pt x="236275" y="3619"/>
                      <a:pt x="242847" y="10573"/>
                    </a:cubicBezTo>
                    <a:lnTo>
                      <a:pt x="321714" y="94488"/>
                    </a:lnTo>
                    <a:lnTo>
                      <a:pt x="427537" y="116014"/>
                    </a:lnTo>
                    <a:cubicBezTo>
                      <a:pt x="445634" y="119729"/>
                      <a:pt x="457350" y="137351"/>
                      <a:pt x="453731" y="155543"/>
                    </a:cubicBezTo>
                    <a:cubicBezTo>
                      <a:pt x="450016" y="173641"/>
                      <a:pt x="432395" y="185357"/>
                      <a:pt x="414202" y="181737"/>
                    </a:cubicBezTo>
                    <a:lnTo>
                      <a:pt x="297997" y="158115"/>
                    </a:lnTo>
                    <a:cubicBezTo>
                      <a:pt x="291234" y="156686"/>
                      <a:pt x="285043" y="153257"/>
                      <a:pt x="280280" y="148209"/>
                    </a:cubicBezTo>
                    <a:lnTo>
                      <a:pt x="239323" y="104584"/>
                    </a:lnTo>
                    <a:lnTo>
                      <a:pt x="233417" y="257175"/>
                    </a:lnTo>
                    <a:lnTo>
                      <a:pt x="233417" y="257175"/>
                    </a:lnTo>
                    <a:cubicBezTo>
                      <a:pt x="233417" y="257175"/>
                      <a:pt x="336383" y="284512"/>
                      <a:pt x="336383" y="284512"/>
                    </a:cubicBezTo>
                    <a:cubicBezTo>
                      <a:pt x="351718" y="288608"/>
                      <a:pt x="362100" y="302895"/>
                      <a:pt x="361243" y="318802"/>
                    </a:cubicBezTo>
                    <a:lnTo>
                      <a:pt x="353432" y="457867"/>
                    </a:lnTo>
                    <a:cubicBezTo>
                      <a:pt x="352385" y="475679"/>
                      <a:pt x="337621" y="489490"/>
                      <a:pt x="320000" y="489490"/>
                    </a:cubicBezTo>
                    <a:cubicBezTo>
                      <a:pt x="319333" y="489490"/>
                      <a:pt x="318761" y="489490"/>
                      <a:pt x="318095" y="489490"/>
                    </a:cubicBezTo>
                    <a:cubicBezTo>
                      <a:pt x="299616" y="488442"/>
                      <a:pt x="285519" y="472631"/>
                      <a:pt x="286567" y="454152"/>
                    </a:cubicBezTo>
                    <a:lnTo>
                      <a:pt x="292853" y="342329"/>
                    </a:lnTo>
                    <a:lnTo>
                      <a:pt x="223321" y="323850"/>
                    </a:lnTo>
                    <a:lnTo>
                      <a:pt x="155693" y="607028"/>
                    </a:lnTo>
                    <a:cubicBezTo>
                      <a:pt x="151979" y="622459"/>
                      <a:pt x="138263" y="632746"/>
                      <a:pt x="123118" y="632746"/>
                    </a:cubicBezTo>
                    <a:cubicBezTo>
                      <a:pt x="120546" y="632746"/>
                      <a:pt x="117879" y="632460"/>
                      <a:pt x="115307" y="631793"/>
                    </a:cubicBezTo>
                    <a:cubicBezTo>
                      <a:pt x="97305" y="627507"/>
                      <a:pt x="86161" y="609410"/>
                      <a:pt x="90542" y="591407"/>
                    </a:cubicBezTo>
                    <a:lnTo>
                      <a:pt x="158741" y="305943"/>
                    </a:lnTo>
                    <a:cubicBezTo>
                      <a:pt x="149693" y="301657"/>
                      <a:pt x="143216" y="293560"/>
                      <a:pt x="140739" y="284226"/>
                    </a:cubicBezTo>
                    <a:lnTo>
                      <a:pt x="140739" y="284226"/>
                    </a:lnTo>
                    <a:cubicBezTo>
                      <a:pt x="140739" y="284226"/>
                      <a:pt x="140739" y="283750"/>
                      <a:pt x="140739" y="283750"/>
                    </a:cubicBezTo>
                    <a:cubicBezTo>
                      <a:pt x="139882" y="280416"/>
                      <a:pt x="139596" y="276892"/>
                      <a:pt x="139882" y="273368"/>
                    </a:cubicBezTo>
                    <a:lnTo>
                      <a:pt x="124928" y="90392"/>
                    </a:lnTo>
                    <a:lnTo>
                      <a:pt x="75302" y="125349"/>
                    </a:lnTo>
                    <a:lnTo>
                      <a:pt x="67016" y="264795"/>
                    </a:lnTo>
                    <a:cubicBezTo>
                      <a:pt x="65968" y="283274"/>
                      <a:pt x="49966" y="297275"/>
                      <a:pt x="31583" y="296323"/>
                    </a:cubicBezTo>
                    <a:cubicBezTo>
                      <a:pt x="13104" y="295275"/>
                      <a:pt x="-993" y="279368"/>
                      <a:pt x="55" y="260890"/>
                    </a:cubicBezTo>
                    <a:lnTo>
                      <a:pt x="9199" y="105346"/>
                    </a:lnTo>
                    <a:close/>
                  </a:path>
                </a:pathLst>
              </a:custGeom>
              <a:noFill/>
              <a:ln w="15875" cap="rnd">
                <a:solidFill>
                  <a:schemeClr val="bg1"/>
                </a:solidFill>
                <a:prstDash val="solid"/>
                <a:round/>
              </a:ln>
            </p:spPr>
            <p:txBody>
              <a:bodyPr rtlCol="0" anchor="ctr"/>
              <a:lstStyle/>
              <a:p>
                <a:endParaRPr lang="en-IN" dirty="0"/>
              </a:p>
            </p:txBody>
          </p:sp>
        </p:grpSp>
        <p:grpSp>
          <p:nvGrpSpPr>
            <p:cNvPr id="13" name="Graphic 4">
              <a:extLst>
                <a:ext uri="{FF2B5EF4-FFF2-40B4-BE49-F238E27FC236}">
                  <a16:creationId xmlns:a16="http://schemas.microsoft.com/office/drawing/2014/main" id="{298EFBD9-D781-6F93-180A-D7B0CBF2504C}"/>
                </a:ext>
              </a:extLst>
            </p:cNvPr>
            <p:cNvGrpSpPr/>
            <p:nvPr/>
          </p:nvGrpSpPr>
          <p:grpSpPr>
            <a:xfrm>
              <a:off x="-1392088" y="2638151"/>
              <a:ext cx="406523" cy="599929"/>
              <a:chOff x="-1392088" y="2638151"/>
              <a:chExt cx="406523" cy="599929"/>
            </a:xfrm>
            <a:noFill/>
          </p:grpSpPr>
          <p:sp>
            <p:nvSpPr>
              <p:cNvPr id="14" name="Freeform: Shape 13">
                <a:extLst>
                  <a:ext uri="{FF2B5EF4-FFF2-40B4-BE49-F238E27FC236}">
                    <a16:creationId xmlns:a16="http://schemas.microsoft.com/office/drawing/2014/main" id="{CEBC4AE0-AE2E-80E4-7466-7D8A910BA3D5}"/>
                  </a:ext>
                </a:extLst>
              </p:cNvPr>
              <p:cNvSpPr/>
              <p:nvPr/>
            </p:nvSpPr>
            <p:spPr>
              <a:xfrm>
                <a:off x="-1209272" y="2638151"/>
                <a:ext cx="131542" cy="131161"/>
              </a:xfrm>
              <a:custGeom>
                <a:avLst/>
                <a:gdLst>
                  <a:gd name="connsiteX0" fmla="*/ 61485 w 131542"/>
                  <a:gd name="connsiteY0" fmla="*/ 131018 h 131161"/>
                  <a:gd name="connsiteX1" fmla="*/ 131399 w 131542"/>
                  <a:gd name="connsiteY1" fmla="*/ 69867 h 131161"/>
                  <a:gd name="connsiteX2" fmla="*/ 70058 w 131542"/>
                  <a:gd name="connsiteY2" fmla="*/ 144 h 131161"/>
                  <a:gd name="connsiteX3" fmla="*/ 144 w 131542"/>
                  <a:gd name="connsiteY3" fmla="*/ 61295 h 131161"/>
                  <a:gd name="connsiteX4" fmla="*/ 61485 w 131542"/>
                  <a:gd name="connsiteY4" fmla="*/ 131018 h 13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42" h="131161">
                    <a:moveTo>
                      <a:pt x="61485" y="131018"/>
                    </a:moveTo>
                    <a:cubicBezTo>
                      <a:pt x="97680" y="133399"/>
                      <a:pt x="129017" y="105967"/>
                      <a:pt x="131399" y="69867"/>
                    </a:cubicBezTo>
                    <a:cubicBezTo>
                      <a:pt x="133780" y="33767"/>
                      <a:pt x="106348" y="2525"/>
                      <a:pt x="70058" y="144"/>
                    </a:cubicBezTo>
                    <a:cubicBezTo>
                      <a:pt x="33863" y="-2237"/>
                      <a:pt x="2525" y="25195"/>
                      <a:pt x="144" y="61295"/>
                    </a:cubicBezTo>
                    <a:cubicBezTo>
                      <a:pt x="-2237" y="97394"/>
                      <a:pt x="25195" y="128636"/>
                      <a:pt x="61485" y="131018"/>
                    </a:cubicBezTo>
                    <a:close/>
                  </a:path>
                </a:pathLst>
              </a:custGeom>
              <a:noFill/>
              <a:ln w="15875" cap="rnd">
                <a:solidFill>
                  <a:schemeClr val="bg1"/>
                </a:solidFill>
                <a:prstDash val="solid"/>
                <a:round/>
              </a:ln>
            </p:spPr>
            <p:txBody>
              <a:bodyPr rtlCol="0" anchor="ctr"/>
              <a:lstStyle/>
              <a:p>
                <a:endParaRPr lang="en-IN" dirty="0"/>
              </a:p>
            </p:txBody>
          </p:sp>
          <p:sp>
            <p:nvSpPr>
              <p:cNvPr id="15" name="Freeform: Shape 14">
                <a:extLst>
                  <a:ext uri="{FF2B5EF4-FFF2-40B4-BE49-F238E27FC236}">
                    <a16:creationId xmlns:a16="http://schemas.microsoft.com/office/drawing/2014/main" id="{9B68DE99-A0D5-62A8-6A07-EA0C804F0E94}"/>
                  </a:ext>
                </a:extLst>
              </p:cNvPr>
              <p:cNvSpPr/>
              <p:nvPr/>
            </p:nvSpPr>
            <p:spPr>
              <a:xfrm>
                <a:off x="-1392088" y="2766779"/>
                <a:ext cx="406523" cy="471302"/>
              </a:xfrm>
              <a:custGeom>
                <a:avLst/>
                <a:gdLst>
                  <a:gd name="connsiteX0" fmla="*/ 397654 w 406523"/>
                  <a:gd name="connsiteY0" fmla="*/ 41062 h 471302"/>
                  <a:gd name="connsiteX1" fmla="*/ 352125 w 406523"/>
                  <a:gd name="connsiteY1" fmla="*/ 39919 h 471302"/>
                  <a:gd name="connsiteX2" fmla="*/ 297356 w 406523"/>
                  <a:gd name="connsiteY2" fmla="*/ 91925 h 471302"/>
                  <a:gd name="connsiteX3" fmla="*/ 275448 w 406523"/>
                  <a:gd name="connsiteY3" fmla="*/ 59826 h 471302"/>
                  <a:gd name="connsiteX4" fmla="*/ 252398 w 406523"/>
                  <a:gd name="connsiteY4" fmla="*/ 26012 h 471302"/>
                  <a:gd name="connsiteX5" fmla="*/ 239158 w 406523"/>
                  <a:gd name="connsiteY5" fmla="*/ 15916 h 471302"/>
                  <a:gd name="connsiteX6" fmla="*/ 196581 w 406523"/>
                  <a:gd name="connsiteY6" fmla="*/ 1819 h 471302"/>
                  <a:gd name="connsiteX7" fmla="*/ 160767 w 406523"/>
                  <a:gd name="connsiteY7" fmla="*/ 6486 h 471302"/>
                  <a:gd name="connsiteX8" fmla="*/ 49515 w 406523"/>
                  <a:gd name="connsiteY8" fmla="*/ 66398 h 471302"/>
                  <a:gd name="connsiteX9" fmla="*/ 34656 w 406523"/>
                  <a:gd name="connsiteY9" fmla="*/ 83734 h 471302"/>
                  <a:gd name="connsiteX10" fmla="*/ 1890 w 406523"/>
                  <a:gd name="connsiteY10" fmla="*/ 175460 h 471302"/>
                  <a:gd name="connsiteX11" fmla="*/ 21417 w 406523"/>
                  <a:gd name="connsiteY11" fmla="*/ 216512 h 471302"/>
                  <a:gd name="connsiteX12" fmla="*/ 62565 w 406523"/>
                  <a:gd name="connsiteY12" fmla="*/ 196986 h 471302"/>
                  <a:gd name="connsiteX13" fmla="*/ 91235 w 406523"/>
                  <a:gd name="connsiteY13" fmla="*/ 116786 h 471302"/>
                  <a:gd name="connsiteX14" fmla="*/ 126096 w 406523"/>
                  <a:gd name="connsiteY14" fmla="*/ 98783 h 471302"/>
                  <a:gd name="connsiteX15" fmla="*/ 38562 w 406523"/>
                  <a:gd name="connsiteY15" fmla="*/ 425205 h 471302"/>
                  <a:gd name="connsiteX16" fmla="*/ 64374 w 406523"/>
                  <a:gd name="connsiteY16" fmla="*/ 470163 h 471302"/>
                  <a:gd name="connsiteX17" fmla="*/ 109428 w 406523"/>
                  <a:gd name="connsiteY17" fmla="*/ 444446 h 471302"/>
                  <a:gd name="connsiteX18" fmla="*/ 155433 w 406523"/>
                  <a:gd name="connsiteY18" fmla="*/ 275282 h 471302"/>
                  <a:gd name="connsiteX19" fmla="*/ 271257 w 406523"/>
                  <a:gd name="connsiteY19" fmla="*/ 273472 h 471302"/>
                  <a:gd name="connsiteX20" fmla="*/ 261637 w 406523"/>
                  <a:gd name="connsiteY20" fmla="*/ 343766 h 471302"/>
                  <a:gd name="connsiteX21" fmla="*/ 271257 w 406523"/>
                  <a:gd name="connsiteY21" fmla="*/ 373770 h 471302"/>
                  <a:gd name="connsiteX22" fmla="*/ 331932 w 406523"/>
                  <a:gd name="connsiteY22" fmla="*/ 362816 h 471302"/>
                  <a:gd name="connsiteX23" fmla="*/ 334408 w 406523"/>
                  <a:gd name="connsiteY23" fmla="*/ 353672 h 471302"/>
                  <a:gd name="connsiteX24" fmla="*/ 349839 w 406523"/>
                  <a:gd name="connsiteY24" fmla="*/ 241182 h 471302"/>
                  <a:gd name="connsiteX25" fmla="*/ 340885 w 406523"/>
                  <a:gd name="connsiteY25" fmla="*/ 211940 h 471302"/>
                  <a:gd name="connsiteX26" fmla="*/ 312786 w 406523"/>
                  <a:gd name="connsiteY26" fmla="*/ 199653 h 471302"/>
                  <a:gd name="connsiteX27" fmla="*/ 212774 w 406523"/>
                  <a:gd name="connsiteY27" fmla="*/ 201177 h 471302"/>
                  <a:gd name="connsiteX28" fmla="*/ 238872 w 406523"/>
                  <a:gd name="connsiteY28" fmla="*/ 120405 h 471302"/>
                  <a:gd name="connsiteX29" fmla="*/ 264495 w 406523"/>
                  <a:gd name="connsiteY29" fmla="*/ 159458 h 471302"/>
                  <a:gd name="connsiteX30" fmla="*/ 313644 w 406523"/>
                  <a:gd name="connsiteY30" fmla="*/ 165173 h 471302"/>
                  <a:gd name="connsiteX31" fmla="*/ 396511 w 406523"/>
                  <a:gd name="connsiteY31" fmla="*/ 86591 h 471302"/>
                  <a:gd name="connsiteX32" fmla="*/ 397654 w 406523"/>
                  <a:gd name="connsiteY32" fmla="*/ 41157 h 47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6523" h="471302">
                    <a:moveTo>
                      <a:pt x="397654" y="41062"/>
                    </a:moveTo>
                    <a:cubicBezTo>
                      <a:pt x="385367" y="28203"/>
                      <a:pt x="364983" y="27727"/>
                      <a:pt x="352125" y="39919"/>
                    </a:cubicBezTo>
                    <a:cubicBezTo>
                      <a:pt x="333837" y="57254"/>
                      <a:pt x="315549" y="74590"/>
                      <a:pt x="297356" y="91925"/>
                    </a:cubicBezTo>
                    <a:cubicBezTo>
                      <a:pt x="290022" y="81257"/>
                      <a:pt x="282783" y="70494"/>
                      <a:pt x="275448" y="59826"/>
                    </a:cubicBezTo>
                    <a:cubicBezTo>
                      <a:pt x="267733" y="48587"/>
                      <a:pt x="260113" y="37252"/>
                      <a:pt x="252398" y="26012"/>
                    </a:cubicBezTo>
                    <a:cubicBezTo>
                      <a:pt x="252398" y="26012"/>
                      <a:pt x="246397" y="18297"/>
                      <a:pt x="239158" y="15916"/>
                    </a:cubicBezTo>
                    <a:cubicBezTo>
                      <a:pt x="231824" y="13439"/>
                      <a:pt x="196581" y="1819"/>
                      <a:pt x="196581" y="1819"/>
                    </a:cubicBezTo>
                    <a:cubicBezTo>
                      <a:pt x="185342" y="-1705"/>
                      <a:pt x="172102" y="-86"/>
                      <a:pt x="160767" y="6486"/>
                    </a:cubicBezTo>
                    <a:lnTo>
                      <a:pt x="49515" y="66398"/>
                    </a:lnTo>
                    <a:cubicBezTo>
                      <a:pt x="42562" y="70208"/>
                      <a:pt x="37323" y="76400"/>
                      <a:pt x="34656" y="83734"/>
                    </a:cubicBezTo>
                    <a:lnTo>
                      <a:pt x="1890" y="175460"/>
                    </a:lnTo>
                    <a:cubicBezTo>
                      <a:pt x="-4110" y="192128"/>
                      <a:pt x="4653" y="210512"/>
                      <a:pt x="21417" y="216512"/>
                    </a:cubicBezTo>
                    <a:cubicBezTo>
                      <a:pt x="38181" y="222418"/>
                      <a:pt x="56564" y="213750"/>
                      <a:pt x="62565" y="196986"/>
                    </a:cubicBezTo>
                    <a:lnTo>
                      <a:pt x="91235" y="116786"/>
                    </a:lnTo>
                    <a:lnTo>
                      <a:pt x="126096" y="98783"/>
                    </a:lnTo>
                    <a:lnTo>
                      <a:pt x="38562" y="425205"/>
                    </a:lnTo>
                    <a:cubicBezTo>
                      <a:pt x="33228" y="444731"/>
                      <a:pt x="44658" y="465401"/>
                      <a:pt x="64374" y="470163"/>
                    </a:cubicBezTo>
                    <a:cubicBezTo>
                      <a:pt x="86949" y="475592"/>
                      <a:pt x="105046" y="460733"/>
                      <a:pt x="109428" y="444446"/>
                    </a:cubicBezTo>
                    <a:lnTo>
                      <a:pt x="155433" y="275282"/>
                    </a:lnTo>
                    <a:lnTo>
                      <a:pt x="271257" y="273472"/>
                    </a:lnTo>
                    <a:lnTo>
                      <a:pt x="261637" y="343766"/>
                    </a:lnTo>
                    <a:cubicBezTo>
                      <a:pt x="260113" y="355101"/>
                      <a:pt x="263923" y="365960"/>
                      <a:pt x="271257" y="373770"/>
                    </a:cubicBezTo>
                    <a:cubicBezTo>
                      <a:pt x="300023" y="380438"/>
                      <a:pt x="324407" y="376342"/>
                      <a:pt x="331932" y="362816"/>
                    </a:cubicBezTo>
                    <a:cubicBezTo>
                      <a:pt x="333170" y="360530"/>
                      <a:pt x="334218" y="357578"/>
                      <a:pt x="334408" y="353672"/>
                    </a:cubicBezTo>
                    <a:lnTo>
                      <a:pt x="349839" y="241182"/>
                    </a:lnTo>
                    <a:cubicBezTo>
                      <a:pt x="351267" y="230609"/>
                      <a:pt x="348029" y="219941"/>
                      <a:pt x="340885" y="211940"/>
                    </a:cubicBezTo>
                    <a:cubicBezTo>
                      <a:pt x="333741" y="203939"/>
                      <a:pt x="323550" y="199367"/>
                      <a:pt x="312786" y="199653"/>
                    </a:cubicBezTo>
                    <a:lnTo>
                      <a:pt x="212774" y="201177"/>
                    </a:lnTo>
                    <a:lnTo>
                      <a:pt x="238872" y="120405"/>
                    </a:lnTo>
                    <a:lnTo>
                      <a:pt x="264495" y="159458"/>
                    </a:lnTo>
                    <a:cubicBezTo>
                      <a:pt x="282116" y="181841"/>
                      <a:pt x="302023" y="176507"/>
                      <a:pt x="313644" y="165173"/>
                    </a:cubicBezTo>
                    <a:lnTo>
                      <a:pt x="396511" y="86591"/>
                    </a:lnTo>
                    <a:cubicBezTo>
                      <a:pt x="409370" y="74399"/>
                      <a:pt x="409941" y="54016"/>
                      <a:pt x="397654" y="41157"/>
                    </a:cubicBezTo>
                    <a:close/>
                  </a:path>
                </a:pathLst>
              </a:custGeom>
              <a:noFill/>
              <a:ln w="15875" cap="rnd">
                <a:solidFill>
                  <a:schemeClr val="bg1"/>
                </a:solidFill>
                <a:prstDash val="solid"/>
                <a:round/>
              </a:ln>
            </p:spPr>
            <p:txBody>
              <a:bodyPr rtlCol="0" anchor="ctr"/>
              <a:lstStyle/>
              <a:p>
                <a:endParaRPr lang="en-IN" dirty="0"/>
              </a:p>
            </p:txBody>
          </p:sp>
        </p:grpSp>
        <p:grpSp>
          <p:nvGrpSpPr>
            <p:cNvPr id="16" name="Graphic 4">
              <a:extLst>
                <a:ext uri="{FF2B5EF4-FFF2-40B4-BE49-F238E27FC236}">
                  <a16:creationId xmlns:a16="http://schemas.microsoft.com/office/drawing/2014/main" id="{3281265E-1735-B623-C28E-785CDE444062}"/>
                </a:ext>
              </a:extLst>
            </p:cNvPr>
            <p:cNvGrpSpPr/>
            <p:nvPr/>
          </p:nvGrpSpPr>
          <p:grpSpPr>
            <a:xfrm>
              <a:off x="-640295" y="2344354"/>
              <a:ext cx="273367" cy="523494"/>
              <a:chOff x="-640295" y="2344354"/>
              <a:chExt cx="273367" cy="523494"/>
            </a:xfrm>
            <a:noFill/>
          </p:grpSpPr>
          <p:sp>
            <p:nvSpPr>
              <p:cNvPr id="17" name="Freeform: Shape 16">
                <a:extLst>
                  <a:ext uri="{FF2B5EF4-FFF2-40B4-BE49-F238E27FC236}">
                    <a16:creationId xmlns:a16="http://schemas.microsoft.com/office/drawing/2014/main" id="{DD4E6868-AC9F-E19A-867F-B9A1BA54E3CE}"/>
                  </a:ext>
                </a:extLst>
              </p:cNvPr>
              <p:cNvSpPr/>
              <p:nvPr/>
            </p:nvSpPr>
            <p:spPr>
              <a:xfrm>
                <a:off x="-640295" y="2344354"/>
                <a:ext cx="273367" cy="188690"/>
              </a:xfrm>
              <a:custGeom>
                <a:avLst/>
                <a:gdLst>
                  <a:gd name="connsiteX0" fmla="*/ 0 w 273367"/>
                  <a:gd name="connsiteY0" fmla="*/ 0 h 188690"/>
                  <a:gd name="connsiteX1" fmla="*/ 273367 w 273367"/>
                  <a:gd name="connsiteY1" fmla="*/ 0 h 188690"/>
                  <a:gd name="connsiteX2" fmla="*/ 273367 w 273367"/>
                  <a:gd name="connsiteY2" fmla="*/ 188690 h 188690"/>
                  <a:gd name="connsiteX3" fmla="*/ 0 w 273367"/>
                  <a:gd name="connsiteY3" fmla="*/ 188690 h 188690"/>
                  <a:gd name="connsiteX4" fmla="*/ 77438 w 273367"/>
                  <a:gd name="connsiteY4" fmla="*/ 94393 h 188690"/>
                  <a:gd name="connsiteX5" fmla="*/ 0 w 273367"/>
                  <a:gd name="connsiteY5" fmla="*/ 0 h 18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67" h="188690">
                    <a:moveTo>
                      <a:pt x="0" y="0"/>
                    </a:moveTo>
                    <a:lnTo>
                      <a:pt x="273367" y="0"/>
                    </a:lnTo>
                    <a:lnTo>
                      <a:pt x="273367" y="188690"/>
                    </a:lnTo>
                    <a:lnTo>
                      <a:pt x="0" y="188690"/>
                    </a:lnTo>
                    <a:lnTo>
                      <a:pt x="77438" y="94393"/>
                    </a:lnTo>
                    <a:lnTo>
                      <a:pt x="0" y="0"/>
                    </a:lnTo>
                    <a:close/>
                  </a:path>
                </a:pathLst>
              </a:custGeom>
              <a:noFill/>
              <a:ln w="15875" cap="rnd">
                <a:solidFill>
                  <a:schemeClr val="bg1"/>
                </a:solidFill>
                <a:prstDash val="solid"/>
                <a:round/>
              </a:ln>
            </p:spPr>
            <p:txBody>
              <a:bodyPr rtlCol="0" anchor="ctr"/>
              <a:lstStyle/>
              <a:p>
                <a:endParaRPr lang="en-IN" dirty="0"/>
              </a:p>
            </p:txBody>
          </p:sp>
          <p:sp>
            <p:nvSpPr>
              <p:cNvPr id="35" name="Freeform: Shape 34">
                <a:extLst>
                  <a:ext uri="{FF2B5EF4-FFF2-40B4-BE49-F238E27FC236}">
                    <a16:creationId xmlns:a16="http://schemas.microsoft.com/office/drawing/2014/main" id="{48883E8B-E621-B3B5-AE6C-5F5DE8E7609E}"/>
                  </a:ext>
                </a:extLst>
              </p:cNvPr>
              <p:cNvSpPr/>
              <p:nvPr/>
            </p:nvSpPr>
            <p:spPr>
              <a:xfrm>
                <a:off x="-366927" y="2533044"/>
                <a:ext cx="9525" cy="334803"/>
              </a:xfrm>
              <a:custGeom>
                <a:avLst/>
                <a:gdLst>
                  <a:gd name="connsiteX0" fmla="*/ 0 w 9525"/>
                  <a:gd name="connsiteY0" fmla="*/ 0 h 334803"/>
                  <a:gd name="connsiteX1" fmla="*/ 0 w 9525"/>
                  <a:gd name="connsiteY1" fmla="*/ 334804 h 334803"/>
                </a:gdLst>
                <a:ahLst/>
                <a:cxnLst>
                  <a:cxn ang="0">
                    <a:pos x="connsiteX0" y="connsiteY0"/>
                  </a:cxn>
                  <a:cxn ang="0">
                    <a:pos x="connsiteX1" y="connsiteY1"/>
                  </a:cxn>
                </a:cxnLst>
                <a:rect l="l" t="t" r="r" b="b"/>
                <a:pathLst>
                  <a:path w="9525" h="334803">
                    <a:moveTo>
                      <a:pt x="0" y="0"/>
                    </a:moveTo>
                    <a:lnTo>
                      <a:pt x="0" y="334804"/>
                    </a:lnTo>
                  </a:path>
                </a:pathLst>
              </a:custGeom>
              <a:ln w="15875" cap="rnd">
                <a:solidFill>
                  <a:schemeClr val="bg1"/>
                </a:solidFill>
                <a:prstDash val="solid"/>
                <a:round/>
              </a:ln>
            </p:spPr>
            <p:txBody>
              <a:bodyPr rtlCol="0" anchor="ctr"/>
              <a:lstStyle/>
              <a:p>
                <a:endParaRPr lang="en-IN" dirty="0"/>
              </a:p>
            </p:txBody>
          </p:sp>
        </p:grpSp>
      </p:grpSp>
      <p:grpSp>
        <p:nvGrpSpPr>
          <p:cNvPr id="56" name="Group 55">
            <a:extLst>
              <a:ext uri="{FF2B5EF4-FFF2-40B4-BE49-F238E27FC236}">
                <a16:creationId xmlns:a16="http://schemas.microsoft.com/office/drawing/2014/main" id="{E8FB6CD5-FA80-F9EB-5CD0-3E19410BE63F}"/>
              </a:ext>
            </a:extLst>
          </p:cNvPr>
          <p:cNvGrpSpPr/>
          <p:nvPr/>
        </p:nvGrpSpPr>
        <p:grpSpPr>
          <a:xfrm>
            <a:off x="8551414" y="2600325"/>
            <a:ext cx="512772" cy="374744"/>
            <a:chOff x="8528148" y="2583322"/>
            <a:chExt cx="559303" cy="408750"/>
          </a:xfrm>
        </p:grpSpPr>
        <p:sp>
          <p:nvSpPr>
            <p:cNvPr id="42" name="Freeform: Shape 41">
              <a:extLst>
                <a:ext uri="{FF2B5EF4-FFF2-40B4-BE49-F238E27FC236}">
                  <a16:creationId xmlns:a16="http://schemas.microsoft.com/office/drawing/2014/main" id="{D9CA7539-CC08-7D60-1BC8-FBCABA196576}"/>
                </a:ext>
              </a:extLst>
            </p:cNvPr>
            <p:cNvSpPr/>
            <p:nvPr/>
          </p:nvSpPr>
          <p:spPr>
            <a:xfrm>
              <a:off x="8704719" y="2583322"/>
              <a:ext cx="203351" cy="203351"/>
            </a:xfrm>
            <a:custGeom>
              <a:avLst/>
              <a:gdLst>
                <a:gd name="connsiteX0" fmla="*/ 203352 w 203351"/>
                <a:gd name="connsiteY0" fmla="*/ 101676 h 203351"/>
                <a:gd name="connsiteX1" fmla="*/ 101676 w 203351"/>
                <a:gd name="connsiteY1" fmla="*/ 203352 h 203351"/>
                <a:gd name="connsiteX2" fmla="*/ 0 w 203351"/>
                <a:gd name="connsiteY2" fmla="*/ 101676 h 203351"/>
                <a:gd name="connsiteX3" fmla="*/ 101676 w 203351"/>
                <a:gd name="connsiteY3" fmla="*/ 0 h 203351"/>
                <a:gd name="connsiteX4" fmla="*/ 203352 w 203351"/>
                <a:gd name="connsiteY4" fmla="*/ 101676 h 203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51" h="203351">
                  <a:moveTo>
                    <a:pt x="203352" y="101676"/>
                  </a:moveTo>
                  <a:cubicBezTo>
                    <a:pt x="203352" y="157830"/>
                    <a:pt x="157830" y="203352"/>
                    <a:pt x="101676" y="203352"/>
                  </a:cubicBezTo>
                  <a:cubicBezTo>
                    <a:pt x="45522" y="203352"/>
                    <a:pt x="0" y="157830"/>
                    <a:pt x="0" y="101676"/>
                  </a:cubicBezTo>
                  <a:cubicBezTo>
                    <a:pt x="0" y="45522"/>
                    <a:pt x="45522" y="0"/>
                    <a:pt x="101676" y="0"/>
                  </a:cubicBezTo>
                  <a:cubicBezTo>
                    <a:pt x="157830" y="0"/>
                    <a:pt x="203352" y="45522"/>
                    <a:pt x="203352" y="101676"/>
                  </a:cubicBezTo>
                  <a:close/>
                </a:path>
              </a:pathLst>
            </a:custGeom>
            <a:noFill/>
            <a:ln w="15875" cap="rnd">
              <a:solidFill>
                <a:schemeClr val="bg1"/>
              </a:solidFill>
              <a:prstDash val="solid"/>
              <a:miter/>
            </a:ln>
          </p:spPr>
          <p:txBody>
            <a:bodyPr rtlCol="0" anchor="ctr"/>
            <a:lstStyle/>
            <a:p>
              <a:endParaRPr lang="en-IN" dirty="0"/>
            </a:p>
          </p:txBody>
        </p:sp>
        <p:sp>
          <p:nvSpPr>
            <p:cNvPr id="45" name="Freeform: Shape 44">
              <a:extLst>
                <a:ext uri="{FF2B5EF4-FFF2-40B4-BE49-F238E27FC236}">
                  <a16:creationId xmlns:a16="http://schemas.microsoft.com/office/drawing/2014/main" id="{BD7DB210-3103-FF3F-8B46-BA80474A9633}"/>
                </a:ext>
              </a:extLst>
            </p:cNvPr>
            <p:cNvSpPr/>
            <p:nvPr/>
          </p:nvSpPr>
          <p:spPr>
            <a:xfrm>
              <a:off x="8636831" y="2791773"/>
              <a:ext cx="339127" cy="200299"/>
            </a:xfrm>
            <a:custGeom>
              <a:avLst/>
              <a:gdLst>
                <a:gd name="connsiteX0" fmla="*/ 339128 w 339127"/>
                <a:gd name="connsiteY0" fmla="*/ 169564 h 200299"/>
                <a:gd name="connsiteX1" fmla="*/ 169564 w 339127"/>
                <a:gd name="connsiteY1" fmla="*/ 0 h 200299"/>
                <a:gd name="connsiteX2" fmla="*/ 0 w 339127"/>
                <a:gd name="connsiteY2" fmla="*/ 169564 h 200299"/>
                <a:gd name="connsiteX3" fmla="*/ 2914 w 339127"/>
                <a:gd name="connsiteY3" fmla="*/ 200299 h 200299"/>
                <a:gd name="connsiteX4" fmla="*/ 336214 w 339127"/>
                <a:gd name="connsiteY4" fmla="*/ 200299 h 200299"/>
                <a:gd name="connsiteX5" fmla="*/ 339128 w 339127"/>
                <a:gd name="connsiteY5" fmla="*/ 169564 h 200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127" h="200299">
                  <a:moveTo>
                    <a:pt x="339128" y="169564"/>
                  </a:moveTo>
                  <a:cubicBezTo>
                    <a:pt x="339128" y="75901"/>
                    <a:pt x="263192" y="0"/>
                    <a:pt x="169564" y="0"/>
                  </a:cubicBezTo>
                  <a:cubicBezTo>
                    <a:pt x="75936" y="0"/>
                    <a:pt x="0" y="75936"/>
                    <a:pt x="0" y="169564"/>
                  </a:cubicBezTo>
                  <a:cubicBezTo>
                    <a:pt x="0" y="180075"/>
                    <a:pt x="1075" y="190308"/>
                    <a:pt x="2914" y="200299"/>
                  </a:cubicBezTo>
                  <a:lnTo>
                    <a:pt x="336214" y="200299"/>
                  </a:lnTo>
                  <a:cubicBezTo>
                    <a:pt x="338052" y="190308"/>
                    <a:pt x="339128" y="180075"/>
                    <a:pt x="339128" y="169564"/>
                  </a:cubicBezTo>
                  <a:close/>
                </a:path>
              </a:pathLst>
            </a:custGeom>
            <a:noFill/>
            <a:ln w="15875" cap="rnd">
              <a:solidFill>
                <a:schemeClr val="bg1"/>
              </a:solidFill>
              <a:prstDash val="solid"/>
              <a:miter/>
            </a:ln>
          </p:spPr>
          <p:txBody>
            <a:bodyPr rtlCol="0" anchor="ctr"/>
            <a:lstStyle/>
            <a:p>
              <a:endParaRPr lang="en-IN" dirty="0"/>
            </a:p>
          </p:txBody>
        </p:sp>
        <p:sp>
          <p:nvSpPr>
            <p:cNvPr id="46" name="Freeform: Shape 45">
              <a:extLst>
                <a:ext uri="{FF2B5EF4-FFF2-40B4-BE49-F238E27FC236}">
                  <a16:creationId xmlns:a16="http://schemas.microsoft.com/office/drawing/2014/main" id="{C453417A-C3E4-3DCC-2B00-D76C193DB98C}"/>
                </a:ext>
              </a:extLst>
            </p:cNvPr>
            <p:cNvSpPr/>
            <p:nvPr/>
          </p:nvSpPr>
          <p:spPr>
            <a:xfrm>
              <a:off x="8900751" y="2598273"/>
              <a:ext cx="130711" cy="167690"/>
            </a:xfrm>
            <a:custGeom>
              <a:avLst/>
              <a:gdLst>
                <a:gd name="connsiteX0" fmla="*/ 0 w 130711"/>
                <a:gd name="connsiteY0" fmla="*/ 14327 h 167690"/>
                <a:gd name="connsiteX1" fmla="*/ 46866 w 130711"/>
                <a:gd name="connsiteY1" fmla="*/ 0 h 167690"/>
                <a:gd name="connsiteX2" fmla="*/ 130711 w 130711"/>
                <a:gd name="connsiteY2" fmla="*/ 83845 h 167690"/>
                <a:gd name="connsiteX3" fmla="*/ 46866 w 130711"/>
                <a:gd name="connsiteY3" fmla="*/ 167691 h 167690"/>
                <a:gd name="connsiteX4" fmla="*/ 1630 w 130711"/>
                <a:gd name="connsiteY4" fmla="*/ 154474 h 167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711" h="167690">
                  <a:moveTo>
                    <a:pt x="0" y="14327"/>
                  </a:moveTo>
                  <a:cubicBezTo>
                    <a:pt x="13390" y="5273"/>
                    <a:pt x="29521" y="0"/>
                    <a:pt x="46866" y="0"/>
                  </a:cubicBezTo>
                  <a:cubicBezTo>
                    <a:pt x="93177" y="0"/>
                    <a:pt x="130711" y="37534"/>
                    <a:pt x="130711" y="83845"/>
                  </a:cubicBezTo>
                  <a:cubicBezTo>
                    <a:pt x="130711" y="130156"/>
                    <a:pt x="93177" y="167691"/>
                    <a:pt x="46866" y="167691"/>
                  </a:cubicBezTo>
                  <a:cubicBezTo>
                    <a:pt x="30215" y="167691"/>
                    <a:pt x="14708" y="162834"/>
                    <a:pt x="1630" y="154474"/>
                  </a:cubicBezTo>
                </a:path>
              </a:pathLst>
            </a:custGeom>
            <a:noFill/>
            <a:ln w="15875" cap="rnd">
              <a:solidFill>
                <a:schemeClr val="bg1"/>
              </a:solidFill>
              <a:prstDash val="solid"/>
              <a:miter/>
            </a:ln>
          </p:spPr>
          <p:txBody>
            <a:bodyPr rtlCol="0" anchor="ctr"/>
            <a:lstStyle/>
            <a:p>
              <a:endParaRPr lang="en-IN" dirty="0"/>
            </a:p>
          </p:txBody>
        </p:sp>
        <p:sp>
          <p:nvSpPr>
            <p:cNvPr id="47" name="Freeform: Shape 46">
              <a:extLst>
                <a:ext uri="{FF2B5EF4-FFF2-40B4-BE49-F238E27FC236}">
                  <a16:creationId xmlns:a16="http://schemas.microsoft.com/office/drawing/2014/main" id="{E0DA1BA7-EC9F-FC25-CFA4-1884FDC3C1E7}"/>
                </a:ext>
              </a:extLst>
            </p:cNvPr>
            <p:cNvSpPr/>
            <p:nvPr/>
          </p:nvSpPr>
          <p:spPr>
            <a:xfrm>
              <a:off x="8877058" y="2770127"/>
              <a:ext cx="210393" cy="165192"/>
            </a:xfrm>
            <a:custGeom>
              <a:avLst/>
              <a:gdLst>
                <a:gd name="connsiteX0" fmla="*/ 113505 w 210393"/>
                <a:gd name="connsiteY0" fmla="*/ 165193 h 165192"/>
                <a:gd name="connsiteX1" fmla="*/ 208000 w 210393"/>
                <a:gd name="connsiteY1" fmla="*/ 165193 h 165192"/>
                <a:gd name="connsiteX2" fmla="*/ 210394 w 210393"/>
                <a:gd name="connsiteY2" fmla="*/ 139835 h 165192"/>
                <a:gd name="connsiteX3" fmla="*/ 70559 w 210393"/>
                <a:gd name="connsiteY3" fmla="*/ 0 h 165192"/>
                <a:gd name="connsiteX4" fmla="*/ 0 w 210393"/>
                <a:gd name="connsiteY4" fmla="*/ 19079 h 165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393" h="165192">
                  <a:moveTo>
                    <a:pt x="113505" y="165193"/>
                  </a:moveTo>
                  <a:lnTo>
                    <a:pt x="208000" y="165193"/>
                  </a:lnTo>
                  <a:cubicBezTo>
                    <a:pt x="209526" y="156971"/>
                    <a:pt x="210394" y="148507"/>
                    <a:pt x="210394" y="139835"/>
                  </a:cubicBezTo>
                  <a:cubicBezTo>
                    <a:pt x="210394" y="62615"/>
                    <a:pt x="147779" y="0"/>
                    <a:pt x="70559" y="0"/>
                  </a:cubicBezTo>
                  <a:cubicBezTo>
                    <a:pt x="44819" y="0"/>
                    <a:pt x="20710" y="6973"/>
                    <a:pt x="0" y="19079"/>
                  </a:cubicBezTo>
                </a:path>
              </a:pathLst>
            </a:custGeom>
            <a:noFill/>
            <a:ln w="15875" cap="rnd">
              <a:solidFill>
                <a:schemeClr val="bg1"/>
              </a:solidFill>
              <a:prstDash val="solid"/>
              <a:miter/>
            </a:ln>
          </p:spPr>
          <p:txBody>
            <a:bodyPr rtlCol="0" anchor="ctr"/>
            <a:lstStyle/>
            <a:p>
              <a:endParaRPr lang="en-IN" dirty="0"/>
            </a:p>
          </p:txBody>
        </p:sp>
        <p:sp>
          <p:nvSpPr>
            <p:cNvPr id="48" name="Freeform: Shape 47">
              <a:extLst>
                <a:ext uri="{FF2B5EF4-FFF2-40B4-BE49-F238E27FC236}">
                  <a16:creationId xmlns:a16="http://schemas.microsoft.com/office/drawing/2014/main" id="{3047B2C0-0E4B-A7F8-FBE1-E6A07D2373D8}"/>
                </a:ext>
              </a:extLst>
            </p:cNvPr>
            <p:cNvSpPr/>
            <p:nvPr/>
          </p:nvSpPr>
          <p:spPr>
            <a:xfrm>
              <a:off x="8584137" y="2598273"/>
              <a:ext cx="128976" cy="167690"/>
            </a:xfrm>
            <a:custGeom>
              <a:avLst/>
              <a:gdLst>
                <a:gd name="connsiteX0" fmla="*/ 128977 w 128976"/>
                <a:gd name="connsiteY0" fmla="*/ 154509 h 167690"/>
                <a:gd name="connsiteX1" fmla="*/ 83845 w 128976"/>
                <a:gd name="connsiteY1" fmla="*/ 167691 h 167690"/>
                <a:gd name="connsiteX2" fmla="*/ 0 w 128976"/>
                <a:gd name="connsiteY2" fmla="*/ 83845 h 167690"/>
                <a:gd name="connsiteX3" fmla="*/ 83845 w 128976"/>
                <a:gd name="connsiteY3" fmla="*/ 0 h 167690"/>
                <a:gd name="connsiteX4" fmla="*/ 128977 w 128976"/>
                <a:gd name="connsiteY4" fmla="*/ 13182 h 167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976" h="167690">
                  <a:moveTo>
                    <a:pt x="128977" y="154509"/>
                  </a:moveTo>
                  <a:cubicBezTo>
                    <a:pt x="115933" y="162834"/>
                    <a:pt x="100462" y="167691"/>
                    <a:pt x="83845" y="167691"/>
                  </a:cubicBezTo>
                  <a:cubicBezTo>
                    <a:pt x="37534" y="167691"/>
                    <a:pt x="0" y="130156"/>
                    <a:pt x="0" y="83845"/>
                  </a:cubicBezTo>
                  <a:cubicBezTo>
                    <a:pt x="0" y="37534"/>
                    <a:pt x="37534" y="0"/>
                    <a:pt x="83845" y="0"/>
                  </a:cubicBezTo>
                  <a:cubicBezTo>
                    <a:pt x="100462" y="0"/>
                    <a:pt x="115968" y="4822"/>
                    <a:pt x="128977" y="13182"/>
                  </a:cubicBezTo>
                </a:path>
              </a:pathLst>
            </a:custGeom>
            <a:noFill/>
            <a:ln w="15875" cap="rnd">
              <a:solidFill>
                <a:schemeClr val="bg1"/>
              </a:solidFill>
              <a:prstDash val="solid"/>
              <a:miter/>
            </a:ln>
          </p:spPr>
          <p:txBody>
            <a:bodyPr rtlCol="0" anchor="ctr"/>
            <a:lstStyle/>
            <a:p>
              <a:endParaRPr lang="en-IN" dirty="0"/>
            </a:p>
          </p:txBody>
        </p:sp>
        <p:sp>
          <p:nvSpPr>
            <p:cNvPr id="49" name="Freeform: Shape 48">
              <a:extLst>
                <a:ext uri="{FF2B5EF4-FFF2-40B4-BE49-F238E27FC236}">
                  <a16:creationId xmlns:a16="http://schemas.microsoft.com/office/drawing/2014/main" id="{FE9CFDF3-3D4C-F3B2-5C96-636960CF4D85}"/>
                </a:ext>
              </a:extLst>
            </p:cNvPr>
            <p:cNvSpPr/>
            <p:nvPr/>
          </p:nvSpPr>
          <p:spPr>
            <a:xfrm>
              <a:off x="8528148" y="2770161"/>
              <a:ext cx="209942" cy="165192"/>
            </a:xfrm>
            <a:custGeom>
              <a:avLst/>
              <a:gdLst>
                <a:gd name="connsiteX0" fmla="*/ 209943 w 209942"/>
                <a:gd name="connsiteY0" fmla="*/ 18802 h 165192"/>
                <a:gd name="connsiteX1" fmla="*/ 139835 w 209942"/>
                <a:gd name="connsiteY1" fmla="*/ 0 h 165192"/>
                <a:gd name="connsiteX2" fmla="*/ 0 w 209942"/>
                <a:gd name="connsiteY2" fmla="*/ 139835 h 165192"/>
                <a:gd name="connsiteX3" fmla="*/ 2394 w 209942"/>
                <a:gd name="connsiteY3" fmla="*/ 165193 h 165192"/>
                <a:gd name="connsiteX4" fmla="*/ 91546 w 209942"/>
                <a:gd name="connsiteY4" fmla="*/ 165193 h 165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942" h="165192">
                  <a:moveTo>
                    <a:pt x="209943" y="18802"/>
                  </a:moveTo>
                  <a:cubicBezTo>
                    <a:pt x="189337" y="6834"/>
                    <a:pt x="165401" y="0"/>
                    <a:pt x="139835" y="0"/>
                  </a:cubicBezTo>
                  <a:cubicBezTo>
                    <a:pt x="62615" y="0"/>
                    <a:pt x="0" y="62580"/>
                    <a:pt x="0" y="139835"/>
                  </a:cubicBezTo>
                  <a:cubicBezTo>
                    <a:pt x="0" y="148507"/>
                    <a:pt x="902" y="156937"/>
                    <a:pt x="2394" y="165193"/>
                  </a:cubicBezTo>
                  <a:lnTo>
                    <a:pt x="91546" y="165193"/>
                  </a:lnTo>
                </a:path>
              </a:pathLst>
            </a:custGeom>
            <a:noFill/>
            <a:ln w="15875" cap="rnd">
              <a:solidFill>
                <a:schemeClr val="bg1"/>
              </a:solidFill>
              <a:prstDash val="solid"/>
              <a:miter/>
            </a:ln>
          </p:spPr>
          <p:txBody>
            <a:bodyPr rtlCol="0" anchor="ctr"/>
            <a:lstStyle/>
            <a:p>
              <a:endParaRPr lang="en-IN" dirty="0"/>
            </a:p>
          </p:txBody>
        </p:sp>
      </p:grpSp>
      <p:sp>
        <p:nvSpPr>
          <p:cNvPr id="57" name="Graphic 6">
            <a:extLst>
              <a:ext uri="{FF2B5EF4-FFF2-40B4-BE49-F238E27FC236}">
                <a16:creationId xmlns:a16="http://schemas.microsoft.com/office/drawing/2014/main" id="{9CA4ACF5-8502-8EA7-7999-FA97911DCECD}"/>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74" name="Rectangle: Rounded Corners 73">
            <a:extLst>
              <a:ext uri="{FF2B5EF4-FFF2-40B4-BE49-F238E27FC236}">
                <a16:creationId xmlns:a16="http://schemas.microsoft.com/office/drawing/2014/main" id="{3E7EC975-8FD2-F5FD-9BF7-40C66EA63E83}"/>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5" name="Slide Number Placeholder 74">
            <a:extLst>
              <a:ext uri="{FF2B5EF4-FFF2-40B4-BE49-F238E27FC236}">
                <a16:creationId xmlns:a16="http://schemas.microsoft.com/office/drawing/2014/main" id="{681B3BE6-19FC-2459-9BD1-643007DCBE4E}"/>
              </a:ext>
            </a:extLst>
          </p:cNvPr>
          <p:cNvSpPr>
            <a:spLocks noGrp="1"/>
          </p:cNvSpPr>
          <p:nvPr>
            <p:ph type="sldNum" sz="quarter" idx="4"/>
          </p:nvPr>
        </p:nvSpPr>
        <p:spPr/>
        <p:txBody>
          <a:bodyPr/>
          <a:lstStyle/>
          <a:p>
            <a:fld id="{8855CCE4-D0BE-4DED-8941-E3B093153CBB}" type="slidenum">
              <a:rPr lang="en-GB" smtClean="0"/>
              <a:pPr/>
              <a:t>3</a:t>
            </a:fld>
            <a:endParaRPr lang="en-GB" dirty="0"/>
          </a:p>
        </p:txBody>
      </p:sp>
      <p:cxnSp>
        <p:nvCxnSpPr>
          <p:cNvPr id="76" name="Straight Connector 75">
            <a:extLst>
              <a:ext uri="{FF2B5EF4-FFF2-40B4-BE49-F238E27FC236}">
                <a16:creationId xmlns:a16="http://schemas.microsoft.com/office/drawing/2014/main" id="{2CEB1385-1B0B-7CEC-7518-2BA48C7B7E94}"/>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4477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pic>
        <p:nvPicPr>
          <p:cNvPr id="81" name="Picture 80" descr="A person in camouflage with an object&#10;&#10;AI-generated content may be incorrect.">
            <a:extLst>
              <a:ext uri="{FF2B5EF4-FFF2-40B4-BE49-F238E27FC236}">
                <a16:creationId xmlns:a16="http://schemas.microsoft.com/office/drawing/2014/main" id="{5084D013-8A55-BEA8-4114-8D14C1EF0BC8}"/>
              </a:ext>
            </a:extLst>
          </p:cNvPr>
          <p:cNvPicPr>
            <a:picLocks noChangeAspect="1"/>
          </p:cNvPicPr>
          <p:nvPr/>
        </p:nvPicPr>
        <p:blipFill rotWithShape="1">
          <a:blip r:embed="rId3">
            <a:extLst>
              <a:ext uri="{28A0092B-C50C-407E-A947-70E740481C1C}">
                <a14:useLocalDpi xmlns:a14="http://schemas.microsoft.com/office/drawing/2010/main" val="0"/>
              </a:ext>
            </a:extLst>
          </a:blip>
          <a:srcRect t="1387" b="15273"/>
          <a:stretch>
            <a:fillRect/>
          </a:stretch>
        </p:blipFill>
        <p:spPr>
          <a:xfrm>
            <a:off x="5245101" y="-1"/>
            <a:ext cx="6946899" cy="2186942"/>
          </a:xfrm>
          <a:custGeom>
            <a:avLst/>
            <a:gdLst>
              <a:gd name="connsiteX0" fmla="*/ 276971 w 6946899"/>
              <a:gd name="connsiteY0" fmla="*/ 0 h 2195221"/>
              <a:gd name="connsiteX1" fmla="*/ 6946899 w 6946899"/>
              <a:gd name="connsiteY1" fmla="*/ 0 h 2195221"/>
              <a:gd name="connsiteX2" fmla="*/ 6946899 w 6946899"/>
              <a:gd name="connsiteY2" fmla="*/ 2195221 h 2195221"/>
              <a:gd name="connsiteX3" fmla="*/ 276971 w 6946899"/>
              <a:gd name="connsiteY3" fmla="*/ 2195221 h 2195221"/>
              <a:gd name="connsiteX4" fmla="*/ 0 w 6946899"/>
              <a:gd name="connsiteY4" fmla="*/ 1918250 h 2195221"/>
              <a:gd name="connsiteX5" fmla="*/ 0 w 6946899"/>
              <a:gd name="connsiteY5" fmla="*/ 276971 h 2195221"/>
              <a:gd name="connsiteX6" fmla="*/ 276971 w 6946899"/>
              <a:gd name="connsiteY6" fmla="*/ 0 h 2195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6899" h="2195221">
                <a:moveTo>
                  <a:pt x="276971" y="0"/>
                </a:moveTo>
                <a:lnTo>
                  <a:pt x="6946899" y="0"/>
                </a:lnTo>
                <a:lnTo>
                  <a:pt x="6946899" y="2195221"/>
                </a:lnTo>
                <a:lnTo>
                  <a:pt x="276971" y="2195221"/>
                </a:lnTo>
                <a:cubicBezTo>
                  <a:pt x="124004" y="2195221"/>
                  <a:pt x="0" y="2071217"/>
                  <a:pt x="0" y="1918250"/>
                </a:cubicBezTo>
                <a:lnTo>
                  <a:pt x="0" y="276971"/>
                </a:lnTo>
                <a:cubicBezTo>
                  <a:pt x="0" y="124004"/>
                  <a:pt x="124004" y="0"/>
                  <a:pt x="276971" y="0"/>
                </a:cubicBezTo>
                <a:close/>
              </a:path>
            </a:pathLst>
          </a:custGeom>
        </p:spPr>
      </p:pic>
      <p:pic>
        <p:nvPicPr>
          <p:cNvPr id="19" name="Picture 18" descr="A hallway with rows of shelves&#10;&#10;AI-generated content may be incorrect.">
            <a:extLst>
              <a:ext uri="{FF2B5EF4-FFF2-40B4-BE49-F238E27FC236}">
                <a16:creationId xmlns:a16="http://schemas.microsoft.com/office/drawing/2014/main" id="{3FACDC1F-00CB-CF0D-BA77-C9F3D61431ED}"/>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l="2756" t="5718" r="2756" b="5718"/>
          <a:stretch>
            <a:fillRect/>
          </a:stretch>
        </p:blipFill>
        <p:spPr>
          <a:xfrm>
            <a:off x="0" y="2555512"/>
            <a:ext cx="12192000" cy="4302488"/>
          </a:xfrm>
          <a:prstGeom prst="rect">
            <a:avLst/>
          </a:prstGeom>
        </p:spPr>
      </p:pic>
      <p:sp>
        <p:nvSpPr>
          <p:cNvPr id="2" name="Title 1">
            <a:extLst>
              <a:ext uri="{FF2B5EF4-FFF2-40B4-BE49-F238E27FC236}">
                <a16:creationId xmlns:a16="http://schemas.microsoft.com/office/drawing/2014/main" id="{F587A5A1-69C4-9F06-02FC-D5D69D03F032}"/>
              </a:ext>
            </a:extLst>
          </p:cNvPr>
          <p:cNvSpPr>
            <a:spLocks noGrp="1"/>
          </p:cNvSpPr>
          <p:nvPr>
            <p:ph type="title"/>
          </p:nvPr>
        </p:nvSpPr>
        <p:spPr>
          <a:xfrm>
            <a:off x="381000" y="351388"/>
            <a:ext cx="9032631" cy="457282"/>
          </a:xfrm>
        </p:spPr>
        <p:txBody>
          <a:bodyPr/>
          <a:lstStyle/>
          <a:p>
            <a:r>
              <a:rPr lang="en-IN" dirty="0"/>
              <a:t>Lorem Ipsum</a:t>
            </a:r>
          </a:p>
        </p:txBody>
      </p:sp>
      <p:sp>
        <p:nvSpPr>
          <p:cNvPr id="4" name="TextBox 3">
            <a:extLst>
              <a:ext uri="{FF2B5EF4-FFF2-40B4-BE49-F238E27FC236}">
                <a16:creationId xmlns:a16="http://schemas.microsoft.com/office/drawing/2014/main" id="{1712A983-8AC4-D01B-124E-75F0AF9EA067}"/>
              </a:ext>
            </a:extLst>
          </p:cNvPr>
          <p:cNvSpPr txBox="1"/>
          <p:nvPr/>
        </p:nvSpPr>
        <p:spPr>
          <a:xfrm>
            <a:off x="381001" y="840716"/>
            <a:ext cx="4655820" cy="246221"/>
          </a:xfrm>
          <a:prstGeom prst="rect">
            <a:avLst/>
          </a:prstGeom>
          <a:noFill/>
        </p:spPr>
        <p:txBody>
          <a:bodyPr wrap="square" lIns="0" tIns="0" rIns="0" bIns="0" rtlCol="0">
            <a:spAutoFit/>
          </a:bodyPr>
          <a:lstStyle/>
          <a:p>
            <a:pPr>
              <a:spcAft>
                <a:spcPts val="600"/>
              </a:spcAft>
            </a:pPr>
            <a:r>
              <a:rPr lang="en-US" sz="1600" b="1" dirty="0">
                <a:solidFill>
                  <a:schemeClr val="accent2"/>
                </a:solidFill>
              </a:rPr>
              <a:t>Lorem Ipsum is simply dummy text</a:t>
            </a:r>
            <a:endParaRPr lang="en-IN" sz="1400" dirty="0">
              <a:solidFill>
                <a:schemeClr val="bg1"/>
              </a:solidFill>
            </a:endParaRPr>
          </a:p>
        </p:txBody>
      </p:sp>
      <p:sp>
        <p:nvSpPr>
          <p:cNvPr id="5" name="TextBox 4">
            <a:extLst>
              <a:ext uri="{FF2B5EF4-FFF2-40B4-BE49-F238E27FC236}">
                <a16:creationId xmlns:a16="http://schemas.microsoft.com/office/drawing/2014/main" id="{6DDD53EF-9255-FAD9-E3DA-1895409F2EA1}"/>
              </a:ext>
            </a:extLst>
          </p:cNvPr>
          <p:cNvSpPr txBox="1"/>
          <p:nvPr/>
        </p:nvSpPr>
        <p:spPr>
          <a:xfrm>
            <a:off x="381000" y="1310552"/>
            <a:ext cx="4655820" cy="738664"/>
          </a:xfrm>
          <a:prstGeom prst="rect">
            <a:avLst/>
          </a:prstGeom>
          <a:noFill/>
        </p:spPr>
        <p:txBody>
          <a:bodyPr wrap="square" lIns="0" tIns="0" rIns="0" bIns="0" rtlCol="0">
            <a:spAutoFit/>
          </a:bodyPr>
          <a:lstStyle/>
          <a:p>
            <a:pPr>
              <a:spcAft>
                <a:spcPts val="400"/>
              </a:spcAft>
            </a:pPr>
            <a:r>
              <a:rPr lang="en-US" sz="1200" b="1"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a:t>
            </a:r>
          </a:p>
        </p:txBody>
      </p:sp>
      <p:sp>
        <p:nvSpPr>
          <p:cNvPr id="73" name="Rectangle 72">
            <a:extLst>
              <a:ext uri="{FF2B5EF4-FFF2-40B4-BE49-F238E27FC236}">
                <a16:creationId xmlns:a16="http://schemas.microsoft.com/office/drawing/2014/main" id="{821F35E2-4216-1DFE-0FC9-8473090164F4}"/>
              </a:ext>
            </a:extLst>
          </p:cNvPr>
          <p:cNvSpPr/>
          <p:nvPr/>
        </p:nvSpPr>
        <p:spPr>
          <a:xfrm>
            <a:off x="0" y="2555512"/>
            <a:ext cx="12192000" cy="4302488"/>
          </a:xfrm>
          <a:prstGeom prst="rect">
            <a:avLst/>
          </a:prstGeom>
          <a:solidFill>
            <a:schemeClr val="bg2">
              <a:lumMod val="10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5" name="Graphic 6">
            <a:extLst>
              <a:ext uri="{FF2B5EF4-FFF2-40B4-BE49-F238E27FC236}">
                <a16:creationId xmlns:a16="http://schemas.microsoft.com/office/drawing/2014/main" id="{ACFD644D-E580-0E7E-F7C5-E81F63231182}"/>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72" name="Rectangle: Rounded Corners 71">
            <a:extLst>
              <a:ext uri="{FF2B5EF4-FFF2-40B4-BE49-F238E27FC236}">
                <a16:creationId xmlns:a16="http://schemas.microsoft.com/office/drawing/2014/main" id="{006F86BE-985F-1080-B3DF-210D88738B80}"/>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55A8585C-8CD0-A94B-AB22-69A4970FE056}"/>
              </a:ext>
            </a:extLst>
          </p:cNvPr>
          <p:cNvSpPr txBox="1"/>
          <p:nvPr/>
        </p:nvSpPr>
        <p:spPr>
          <a:xfrm>
            <a:off x="380999" y="2647360"/>
            <a:ext cx="3552371" cy="3462486"/>
          </a:xfrm>
          <a:prstGeom prst="rect">
            <a:avLst/>
          </a:prstGeom>
          <a:noFill/>
        </p:spPr>
        <p:txBody>
          <a:bodyPr wrap="square" lIns="0" tIns="0" rIns="0" bIns="0" rtlCol="0">
            <a:spAutoFit/>
          </a:bodyPr>
          <a:lstStyle/>
          <a:p>
            <a:pPr>
              <a:spcAft>
                <a:spcPts val="300"/>
              </a:spcAft>
            </a:pPr>
            <a:r>
              <a:rPr lang="en-US" sz="1000" dirty="0">
                <a:solidFill>
                  <a:schemeClr val="bg1"/>
                </a:solidFill>
              </a:rPr>
              <a:t>Lorem Ipsum has been the industry's standard dummy text ever since the 1500s, when an unknown printer took a galley </a:t>
            </a:r>
          </a:p>
          <a:p>
            <a:pPr>
              <a:spcAft>
                <a:spcPts val="300"/>
              </a:spcAft>
            </a:pPr>
            <a:r>
              <a:rPr lang="en-US" sz="1000" b="1" dirty="0">
                <a:solidFill>
                  <a:schemeClr val="accent2"/>
                </a:solidFill>
              </a:rPr>
              <a:t>Lorem Ipsum </a:t>
            </a:r>
          </a:p>
          <a:p>
            <a:pPr>
              <a:spcAft>
                <a:spcPts val="300"/>
              </a:spcAft>
            </a:pPr>
            <a:r>
              <a:rPr lang="en-US" sz="1000" dirty="0">
                <a:solidFill>
                  <a:schemeClr val="bg1"/>
                </a:solidFill>
              </a:rPr>
              <a:t>Lorem Ipsum is simply dummy text of the printing and typesetting industry. Lorem Ipsum has been the industry's standard dummy text ever since the 1500s.</a:t>
            </a:r>
          </a:p>
          <a:p>
            <a:pPr>
              <a:spcAft>
                <a:spcPts val="300"/>
              </a:spcAft>
            </a:pPr>
            <a:r>
              <a:rPr lang="en-US" sz="1000" b="1" dirty="0">
                <a:solidFill>
                  <a:schemeClr val="accent2"/>
                </a:solidFill>
              </a:rPr>
              <a:t>Lorem Ipsum </a:t>
            </a:r>
          </a:p>
          <a:p>
            <a:pPr>
              <a:spcAft>
                <a:spcPts val="300"/>
              </a:spcAft>
            </a:pPr>
            <a:r>
              <a:rPr lang="en-US" sz="1000" dirty="0">
                <a:solidFill>
                  <a:schemeClr val="bg1"/>
                </a:solidFill>
              </a:rPr>
              <a:t>Lorem Ipsum is simply dummy text of the printing and typesetting industry.</a:t>
            </a:r>
          </a:p>
          <a:p>
            <a:pPr>
              <a:spcAft>
                <a:spcPts val="300"/>
              </a:spcAft>
            </a:pPr>
            <a:r>
              <a:rPr lang="en-US" sz="1000" b="1" dirty="0">
                <a:solidFill>
                  <a:schemeClr val="accent2"/>
                </a:solidFill>
              </a:rPr>
              <a:t>Lorem Ipsum </a:t>
            </a:r>
          </a:p>
          <a:p>
            <a:pPr>
              <a:spcAft>
                <a:spcPts val="300"/>
              </a:spcAft>
            </a:pPr>
            <a:r>
              <a:rPr lang="en-US" sz="1000" dirty="0">
                <a:solidFill>
                  <a:schemeClr val="bg1"/>
                </a:solidFill>
              </a:rPr>
              <a:t>Lorem Ipsum is simply dummy text of the printing and typesetting industry.</a:t>
            </a:r>
          </a:p>
          <a:p>
            <a:pPr>
              <a:spcAft>
                <a:spcPts val="300"/>
              </a:spcAft>
            </a:pPr>
            <a:r>
              <a:rPr lang="en-US" sz="1000" b="1" dirty="0">
                <a:solidFill>
                  <a:schemeClr val="accent2"/>
                </a:solidFill>
              </a:rPr>
              <a:t>Lorem Ipsum </a:t>
            </a:r>
          </a:p>
          <a:p>
            <a:pPr>
              <a:spcAft>
                <a:spcPts val="300"/>
              </a:spcAft>
            </a:pPr>
            <a:r>
              <a:rPr lang="en-US" sz="1000" dirty="0">
                <a:solidFill>
                  <a:schemeClr val="bg1"/>
                </a:solidFill>
              </a:rPr>
              <a:t>Lorem Ipsum is simply dummy text of the printing and typesetting industry. Lorem Ipsum has been the industry's standard dummy text ever since the 1500s.</a:t>
            </a:r>
          </a:p>
          <a:p>
            <a:pPr>
              <a:spcAft>
                <a:spcPts val="300"/>
              </a:spcAft>
            </a:pPr>
            <a:r>
              <a:rPr lang="en-US" sz="1000" b="1" dirty="0">
                <a:solidFill>
                  <a:schemeClr val="accent2"/>
                </a:solidFill>
              </a:rPr>
              <a:t>Lorem Ipsum </a:t>
            </a:r>
          </a:p>
          <a:p>
            <a:pPr>
              <a:spcAft>
                <a:spcPts val="300"/>
              </a:spcAft>
            </a:pPr>
            <a:r>
              <a:rPr lang="en-US" sz="1000" dirty="0">
                <a:solidFill>
                  <a:schemeClr val="bg1"/>
                </a:solidFill>
              </a:rPr>
              <a:t>Lorem Ipsum is simply dummy text of the printing and typesetting industry. Lorem Ipsum has been the industry's standard dummy text ever since the 1500s.</a:t>
            </a:r>
          </a:p>
        </p:txBody>
      </p:sp>
      <p:sp>
        <p:nvSpPr>
          <p:cNvPr id="14" name="TextBox 13">
            <a:extLst>
              <a:ext uri="{FF2B5EF4-FFF2-40B4-BE49-F238E27FC236}">
                <a16:creationId xmlns:a16="http://schemas.microsoft.com/office/drawing/2014/main" id="{0519DCB5-7FEF-2A3C-7EF8-4636A15680FE}"/>
              </a:ext>
            </a:extLst>
          </p:cNvPr>
          <p:cNvSpPr txBox="1"/>
          <p:nvPr/>
        </p:nvSpPr>
        <p:spPr>
          <a:xfrm>
            <a:off x="8261804" y="2647360"/>
            <a:ext cx="3552371" cy="3500958"/>
          </a:xfrm>
          <a:prstGeom prst="rect">
            <a:avLst/>
          </a:prstGeom>
          <a:noFill/>
        </p:spPr>
        <p:txBody>
          <a:bodyPr wrap="square" lIns="0" tIns="0" rIns="0" bIns="0" rtlCol="0">
            <a:spAutoFit/>
          </a:bodyPr>
          <a:lstStyle/>
          <a:p>
            <a:pPr>
              <a:spcAft>
                <a:spcPts val="300"/>
              </a:spcAft>
            </a:pPr>
            <a:r>
              <a:rPr lang="en-US" sz="1000" dirty="0">
                <a:solidFill>
                  <a:schemeClr val="bg1"/>
                </a:solidFill>
              </a:rPr>
              <a:t>Lorem Ipsum has been the industry's standard dummy text ever since the 1500s.</a:t>
            </a:r>
          </a:p>
          <a:p>
            <a:pPr marL="171450" indent="-171450">
              <a:spcAft>
                <a:spcPts val="300"/>
              </a:spcAft>
              <a:buFont typeface="Arial" panose="020B0604020202020204" pitchFamily="34" charset="0"/>
              <a:buChar char="•"/>
            </a:pPr>
            <a:r>
              <a:rPr lang="en-US" sz="1000" b="1" dirty="0">
                <a:solidFill>
                  <a:schemeClr val="accent2"/>
                </a:solidFill>
              </a:rPr>
              <a:t>Lorem Ipsum: </a:t>
            </a:r>
            <a:r>
              <a:rPr lang="en-US" sz="1000" dirty="0">
                <a:solidFill>
                  <a:schemeClr val="bg1"/>
                </a:solidFill>
              </a:rPr>
              <a:t>Lorem Ipsum is simply dummy text of the printing and typesetting industry. Lorem Ipsum has been the dummy text ever since the 1500s.</a:t>
            </a:r>
          </a:p>
          <a:p>
            <a:pPr marL="171450" indent="-171450">
              <a:spcAft>
                <a:spcPts val="300"/>
              </a:spcAft>
              <a:buFont typeface="Arial" panose="020B0604020202020204" pitchFamily="34" charset="0"/>
              <a:buChar char="•"/>
            </a:pPr>
            <a:r>
              <a:rPr lang="en-US" sz="1000" b="1" dirty="0">
                <a:solidFill>
                  <a:schemeClr val="accent2"/>
                </a:solidFill>
              </a:rPr>
              <a:t>Lorem Ipsum: </a:t>
            </a:r>
            <a:r>
              <a:rPr lang="en-US" sz="1000" dirty="0">
                <a:solidFill>
                  <a:schemeClr val="bg1"/>
                </a:solidFill>
              </a:rPr>
              <a:t>Lorem Ipsum is simply dummy text of the printing and typesetting industry. Lorem Ipsum has been the dummy text ever since the 1500s.</a:t>
            </a:r>
          </a:p>
          <a:p>
            <a:pPr marL="171450" indent="-171450">
              <a:spcAft>
                <a:spcPts val="300"/>
              </a:spcAft>
              <a:buFont typeface="Arial" panose="020B0604020202020204" pitchFamily="34" charset="0"/>
              <a:buChar char="•"/>
            </a:pPr>
            <a:r>
              <a:rPr lang="en-US" sz="1000" b="1" dirty="0">
                <a:solidFill>
                  <a:schemeClr val="accent2"/>
                </a:solidFill>
              </a:rPr>
              <a:t>Lorem Ipsum: </a:t>
            </a:r>
            <a:r>
              <a:rPr lang="en-US" sz="1000" dirty="0">
                <a:solidFill>
                  <a:schemeClr val="bg1"/>
                </a:solidFill>
              </a:rPr>
              <a:t>Lorem Ipsum is simply dummy text of the printing and typesetting industry. Lorem Ipsum has been the dummy text ever since the 1500s.</a:t>
            </a:r>
          </a:p>
          <a:p>
            <a:pPr marL="171450" indent="-171450">
              <a:spcAft>
                <a:spcPts val="300"/>
              </a:spcAft>
              <a:buFont typeface="Arial" panose="020B0604020202020204" pitchFamily="34" charset="0"/>
              <a:buChar char="•"/>
            </a:pPr>
            <a:r>
              <a:rPr lang="en-US" sz="1000" b="1" dirty="0">
                <a:solidFill>
                  <a:schemeClr val="accent2"/>
                </a:solidFill>
              </a:rPr>
              <a:t>Lorem Ipsum: </a:t>
            </a:r>
            <a:r>
              <a:rPr lang="en-US" sz="1000" dirty="0">
                <a:solidFill>
                  <a:schemeClr val="bg1"/>
                </a:solidFill>
              </a:rPr>
              <a:t>Lorem Ipsum is simply dummy text of the printing and typesetting industry. Lorem Ipsum has been the dummy text ever since the 1500s.</a:t>
            </a:r>
          </a:p>
          <a:p>
            <a:pPr marL="171450" indent="-171450">
              <a:spcAft>
                <a:spcPts val="300"/>
              </a:spcAft>
              <a:buFont typeface="Arial" panose="020B0604020202020204" pitchFamily="34" charset="0"/>
              <a:buChar char="•"/>
            </a:pPr>
            <a:r>
              <a:rPr lang="en-US" sz="1000" b="1" dirty="0">
                <a:solidFill>
                  <a:schemeClr val="accent2"/>
                </a:solidFill>
              </a:rPr>
              <a:t>Lorem Ipsum: </a:t>
            </a:r>
            <a:r>
              <a:rPr lang="en-US" sz="1000" dirty="0">
                <a:solidFill>
                  <a:schemeClr val="bg1"/>
                </a:solidFill>
              </a:rPr>
              <a:t>Lorem Ipsum is simply dummy text of the printing and typesetting industry. Lorem Ipsum has been the dummy text ever since the 1500s.</a:t>
            </a:r>
          </a:p>
          <a:p>
            <a:pPr marL="171450" indent="-171450">
              <a:spcAft>
                <a:spcPts val="300"/>
              </a:spcAft>
              <a:buFont typeface="Arial" panose="020B0604020202020204" pitchFamily="34" charset="0"/>
              <a:buChar char="•"/>
            </a:pPr>
            <a:r>
              <a:rPr lang="en-US" sz="1000" b="1" dirty="0">
                <a:solidFill>
                  <a:schemeClr val="accent2"/>
                </a:solidFill>
              </a:rPr>
              <a:t>Lorem Ipsum: </a:t>
            </a:r>
            <a:r>
              <a:rPr lang="en-US" sz="1000" dirty="0">
                <a:solidFill>
                  <a:schemeClr val="bg1"/>
                </a:solidFill>
              </a:rPr>
              <a:t>Lorem Ipsum is simply dummy text of the printing and typesetting industry. Lorem Ipsum has been the dummy text ever since the 1500s.</a:t>
            </a:r>
          </a:p>
          <a:p>
            <a:pPr>
              <a:spcAft>
                <a:spcPts val="300"/>
              </a:spcAft>
            </a:pPr>
            <a:endParaRPr lang="en-US" sz="1000" dirty="0">
              <a:solidFill>
                <a:schemeClr val="bg1"/>
              </a:solidFill>
            </a:endParaRPr>
          </a:p>
        </p:txBody>
      </p:sp>
      <p:sp>
        <p:nvSpPr>
          <p:cNvPr id="11" name="Graphic 6">
            <a:extLst>
              <a:ext uri="{FF2B5EF4-FFF2-40B4-BE49-F238E27FC236}">
                <a16:creationId xmlns:a16="http://schemas.microsoft.com/office/drawing/2014/main" id="{B4A7D317-80D5-B395-5278-F9D93B81768E}"/>
              </a:ext>
            </a:extLst>
          </p:cNvPr>
          <p:cNvSpPr/>
          <p:nvPr/>
        </p:nvSpPr>
        <p:spPr>
          <a:xfrm>
            <a:off x="1" y="2186940"/>
            <a:ext cx="12191997" cy="368572"/>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7" name="TextBox 6">
            <a:extLst>
              <a:ext uri="{FF2B5EF4-FFF2-40B4-BE49-F238E27FC236}">
                <a16:creationId xmlns:a16="http://schemas.microsoft.com/office/drawing/2014/main" id="{3EF4F15C-EE19-DEE8-F064-E1ADB0703A58}"/>
              </a:ext>
            </a:extLst>
          </p:cNvPr>
          <p:cNvSpPr txBox="1"/>
          <p:nvPr/>
        </p:nvSpPr>
        <p:spPr>
          <a:xfrm>
            <a:off x="380999" y="2263504"/>
            <a:ext cx="3552371" cy="215444"/>
          </a:xfrm>
          <a:prstGeom prst="rect">
            <a:avLst/>
          </a:prstGeom>
          <a:noFill/>
        </p:spPr>
        <p:txBody>
          <a:bodyPr wrap="square" lIns="0" tIns="0" rIns="0" bIns="0" rtlCol="0" anchor="ctr">
            <a:spAutoFit/>
          </a:bodyPr>
          <a:lstStyle/>
          <a:p>
            <a:pPr>
              <a:spcAft>
                <a:spcPts val="400"/>
              </a:spcAft>
            </a:pPr>
            <a:r>
              <a:rPr lang="en-US" sz="1400" b="1" dirty="0">
                <a:solidFill>
                  <a:schemeClr val="bg1"/>
                </a:solidFill>
              </a:rPr>
              <a:t>Lorem Ipsum</a:t>
            </a:r>
          </a:p>
        </p:txBody>
      </p:sp>
      <p:sp>
        <p:nvSpPr>
          <p:cNvPr id="13" name="TextBox 12">
            <a:extLst>
              <a:ext uri="{FF2B5EF4-FFF2-40B4-BE49-F238E27FC236}">
                <a16:creationId xmlns:a16="http://schemas.microsoft.com/office/drawing/2014/main" id="{BF3C03E4-EC84-B956-0069-5805F50DE6B5}"/>
              </a:ext>
            </a:extLst>
          </p:cNvPr>
          <p:cNvSpPr txBox="1"/>
          <p:nvPr/>
        </p:nvSpPr>
        <p:spPr>
          <a:xfrm>
            <a:off x="4495180" y="2647360"/>
            <a:ext cx="3204813" cy="3500958"/>
          </a:xfrm>
          <a:prstGeom prst="rect">
            <a:avLst/>
          </a:prstGeom>
          <a:noFill/>
        </p:spPr>
        <p:txBody>
          <a:bodyPr wrap="square" lIns="0" tIns="0" rIns="0" bIns="0" rtlCol="0">
            <a:spAutoFit/>
          </a:bodyPr>
          <a:lstStyle/>
          <a:p>
            <a:pPr>
              <a:spcAft>
                <a:spcPts val="300"/>
              </a:spcAft>
            </a:pPr>
            <a:r>
              <a:rPr lang="en-US" sz="1000" dirty="0">
                <a:solidFill>
                  <a:schemeClr val="bg1"/>
                </a:solidFill>
              </a:rPr>
              <a:t>Lorem Ipsum has been the industry's standard dummy text ever since the 1500s.</a:t>
            </a:r>
          </a:p>
          <a:p>
            <a:pPr>
              <a:spcAft>
                <a:spcPts val="300"/>
              </a:spcAft>
            </a:pPr>
            <a:r>
              <a:rPr lang="en-US" sz="1000" dirty="0">
                <a:solidFill>
                  <a:schemeClr val="bg1"/>
                </a:solidFill>
              </a:rPr>
              <a:t>Lorem Ipsum </a:t>
            </a:r>
          </a:p>
          <a:p>
            <a:pPr marL="171450" indent="-171450">
              <a:spcAft>
                <a:spcPts val="300"/>
              </a:spcAft>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p:txBody>
      </p:sp>
      <p:sp>
        <p:nvSpPr>
          <p:cNvPr id="8" name="TextBox 7">
            <a:extLst>
              <a:ext uri="{FF2B5EF4-FFF2-40B4-BE49-F238E27FC236}">
                <a16:creationId xmlns:a16="http://schemas.microsoft.com/office/drawing/2014/main" id="{2AB9BA4A-0CA3-E81B-16FA-08823291B8AA}"/>
              </a:ext>
            </a:extLst>
          </p:cNvPr>
          <p:cNvSpPr txBox="1"/>
          <p:nvPr/>
        </p:nvSpPr>
        <p:spPr>
          <a:xfrm>
            <a:off x="4495181" y="2263504"/>
            <a:ext cx="3204813" cy="215444"/>
          </a:xfrm>
          <a:prstGeom prst="rect">
            <a:avLst/>
          </a:prstGeom>
          <a:noFill/>
        </p:spPr>
        <p:txBody>
          <a:bodyPr wrap="square" lIns="0" tIns="0" rIns="0" bIns="0" rtlCol="0" anchor="ctr">
            <a:spAutoFit/>
          </a:bodyPr>
          <a:lstStyle/>
          <a:p>
            <a:pPr>
              <a:spcAft>
                <a:spcPts val="400"/>
              </a:spcAft>
            </a:pPr>
            <a:r>
              <a:rPr lang="en-US" sz="1400" b="1" dirty="0">
                <a:solidFill>
                  <a:schemeClr val="bg1"/>
                </a:solidFill>
              </a:rPr>
              <a:t>Lorem Ipsum </a:t>
            </a:r>
          </a:p>
        </p:txBody>
      </p:sp>
      <p:sp>
        <p:nvSpPr>
          <p:cNvPr id="10" name="TextBox 9">
            <a:extLst>
              <a:ext uri="{FF2B5EF4-FFF2-40B4-BE49-F238E27FC236}">
                <a16:creationId xmlns:a16="http://schemas.microsoft.com/office/drawing/2014/main" id="{DA0CFAA6-1D7D-E721-9655-37776DD22607}"/>
              </a:ext>
            </a:extLst>
          </p:cNvPr>
          <p:cNvSpPr txBox="1"/>
          <p:nvPr/>
        </p:nvSpPr>
        <p:spPr>
          <a:xfrm>
            <a:off x="8261804" y="2263504"/>
            <a:ext cx="3552371" cy="215444"/>
          </a:xfrm>
          <a:prstGeom prst="rect">
            <a:avLst/>
          </a:prstGeom>
          <a:noFill/>
        </p:spPr>
        <p:txBody>
          <a:bodyPr wrap="square" lIns="0" tIns="0" rIns="0" bIns="0" rtlCol="0" anchor="ctr">
            <a:spAutoFit/>
          </a:bodyPr>
          <a:lstStyle/>
          <a:p>
            <a:pPr>
              <a:spcAft>
                <a:spcPts val="400"/>
              </a:spcAft>
            </a:pPr>
            <a:r>
              <a:rPr lang="en-US" sz="1400" b="1" dirty="0">
                <a:solidFill>
                  <a:schemeClr val="bg1"/>
                </a:solidFill>
              </a:rPr>
              <a:t>Lorem Ipsum </a:t>
            </a:r>
          </a:p>
        </p:txBody>
      </p:sp>
      <p:sp>
        <p:nvSpPr>
          <p:cNvPr id="80" name="Rectangle: Top Corners Rounded 79">
            <a:extLst>
              <a:ext uri="{FF2B5EF4-FFF2-40B4-BE49-F238E27FC236}">
                <a16:creationId xmlns:a16="http://schemas.microsoft.com/office/drawing/2014/main" id="{47F70BC9-9522-BB9A-CC47-F19650858CB1}"/>
              </a:ext>
            </a:extLst>
          </p:cNvPr>
          <p:cNvSpPr/>
          <p:nvPr/>
        </p:nvSpPr>
        <p:spPr>
          <a:xfrm rot="5400000" flipH="1" flipV="1">
            <a:off x="7625079" y="-2379983"/>
            <a:ext cx="2186944" cy="6946899"/>
          </a:xfrm>
          <a:prstGeom prst="round2SameRect">
            <a:avLst>
              <a:gd name="adj1" fmla="val 12617"/>
              <a:gd name="adj2" fmla="val 0"/>
            </a:avLst>
          </a:prstGeom>
          <a:gradFill flip="none" rotWithShape="1">
            <a:gsLst>
              <a:gs pos="3000">
                <a:schemeClr val="tx1"/>
              </a:gs>
              <a:gs pos="100000">
                <a:schemeClr val="tx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82" name="TextBox 81">
            <a:extLst>
              <a:ext uri="{FF2B5EF4-FFF2-40B4-BE49-F238E27FC236}">
                <a16:creationId xmlns:a16="http://schemas.microsoft.com/office/drawing/2014/main" id="{277DB7EE-B88F-874E-CBDD-62CF444BC348}"/>
              </a:ext>
            </a:extLst>
          </p:cNvPr>
          <p:cNvSpPr txBox="1"/>
          <p:nvPr/>
        </p:nvSpPr>
        <p:spPr>
          <a:xfrm>
            <a:off x="5505450" y="1026832"/>
            <a:ext cx="2981325" cy="923330"/>
          </a:xfrm>
          <a:prstGeom prst="rect">
            <a:avLst/>
          </a:prstGeom>
          <a:noFill/>
        </p:spPr>
        <p:txBody>
          <a:bodyPr wrap="square" lIns="0" tIns="0" rIns="0" bIns="0" rtlCol="0">
            <a:spAutoFit/>
          </a:bodyPr>
          <a:lstStyle/>
          <a:p>
            <a:pPr>
              <a:spcAft>
                <a:spcPts val="300"/>
              </a:spcAft>
            </a:pPr>
            <a:r>
              <a:rPr lang="en-US" sz="1200" b="1" dirty="0">
                <a:solidFill>
                  <a:schemeClr val="bg1"/>
                </a:solidFill>
              </a:rPr>
              <a:t>Lorem Ipsum is simply dummy text of the printing and typesetting industry. Lorem Ipsum has been the industry's standard dummy text ever since the 1500s, when an unknown printer took a galley.</a:t>
            </a:r>
          </a:p>
        </p:txBody>
      </p:sp>
      <p:sp>
        <p:nvSpPr>
          <p:cNvPr id="83" name="Oval 82">
            <a:extLst>
              <a:ext uri="{FF2B5EF4-FFF2-40B4-BE49-F238E27FC236}">
                <a16:creationId xmlns:a16="http://schemas.microsoft.com/office/drawing/2014/main" id="{C2F7456A-5489-0612-3271-DAF5CEF0DC00}"/>
              </a:ext>
            </a:extLst>
          </p:cNvPr>
          <p:cNvSpPr/>
          <p:nvPr/>
        </p:nvSpPr>
        <p:spPr>
          <a:xfrm>
            <a:off x="5505450" y="245055"/>
            <a:ext cx="688521" cy="68852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88" name="Group 87">
            <a:extLst>
              <a:ext uri="{FF2B5EF4-FFF2-40B4-BE49-F238E27FC236}">
                <a16:creationId xmlns:a16="http://schemas.microsoft.com/office/drawing/2014/main" id="{A0B0B092-3F0F-9060-075E-433F4FDE1FB2}"/>
              </a:ext>
            </a:extLst>
          </p:cNvPr>
          <p:cNvGrpSpPr/>
          <p:nvPr/>
        </p:nvGrpSpPr>
        <p:grpSpPr>
          <a:xfrm>
            <a:off x="4214275" y="2647360"/>
            <a:ext cx="3766623" cy="3462485"/>
            <a:chOff x="4214275" y="2731477"/>
            <a:chExt cx="3766623" cy="3106615"/>
          </a:xfrm>
        </p:grpSpPr>
        <p:cxnSp>
          <p:nvCxnSpPr>
            <p:cNvPr id="86" name="Straight Connector 85">
              <a:extLst>
                <a:ext uri="{FF2B5EF4-FFF2-40B4-BE49-F238E27FC236}">
                  <a16:creationId xmlns:a16="http://schemas.microsoft.com/office/drawing/2014/main" id="{DFC7073E-B7FF-BC40-46CF-83720C8F4648}"/>
                </a:ext>
              </a:extLst>
            </p:cNvPr>
            <p:cNvCxnSpPr/>
            <p:nvPr/>
          </p:nvCxnSpPr>
          <p:spPr>
            <a:xfrm>
              <a:off x="4214275" y="2731477"/>
              <a:ext cx="0" cy="3106615"/>
            </a:xfrm>
            <a:prstGeom prst="line">
              <a:avLst/>
            </a:prstGeom>
            <a:ln w="63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ACDB88C-4D51-B58D-8B9D-6D0E9C4930F8}"/>
                </a:ext>
              </a:extLst>
            </p:cNvPr>
            <p:cNvCxnSpPr/>
            <p:nvPr/>
          </p:nvCxnSpPr>
          <p:spPr>
            <a:xfrm>
              <a:off x="7980898" y="2731477"/>
              <a:ext cx="0" cy="3106615"/>
            </a:xfrm>
            <a:prstGeom prst="line">
              <a:avLst/>
            </a:prstGeom>
            <a:ln w="6350">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B3459830-8B93-2AB2-55B1-FC32428A123E}"/>
              </a:ext>
            </a:extLst>
          </p:cNvPr>
          <p:cNvGrpSpPr/>
          <p:nvPr/>
        </p:nvGrpSpPr>
        <p:grpSpPr>
          <a:xfrm>
            <a:off x="4214275" y="2239009"/>
            <a:ext cx="3766623" cy="264434"/>
            <a:chOff x="4214275" y="2731477"/>
            <a:chExt cx="3766623" cy="3106615"/>
          </a:xfrm>
        </p:grpSpPr>
        <p:cxnSp>
          <p:nvCxnSpPr>
            <p:cNvPr id="90" name="Straight Connector 89">
              <a:extLst>
                <a:ext uri="{FF2B5EF4-FFF2-40B4-BE49-F238E27FC236}">
                  <a16:creationId xmlns:a16="http://schemas.microsoft.com/office/drawing/2014/main" id="{CFB2921E-A092-EA66-24C5-95AA759E749F}"/>
                </a:ext>
              </a:extLst>
            </p:cNvPr>
            <p:cNvCxnSpPr/>
            <p:nvPr/>
          </p:nvCxnSpPr>
          <p:spPr>
            <a:xfrm>
              <a:off x="4214275" y="2731477"/>
              <a:ext cx="0" cy="3106615"/>
            </a:xfrm>
            <a:prstGeom prst="line">
              <a:avLst/>
            </a:prstGeom>
            <a:ln w="63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05098C6-F529-AEE1-AF04-119D751761E0}"/>
                </a:ext>
              </a:extLst>
            </p:cNvPr>
            <p:cNvCxnSpPr/>
            <p:nvPr/>
          </p:nvCxnSpPr>
          <p:spPr>
            <a:xfrm>
              <a:off x="7980898" y="2731477"/>
              <a:ext cx="0" cy="3106615"/>
            </a:xfrm>
            <a:prstGeom prst="line">
              <a:avLst/>
            </a:prstGeom>
            <a:ln w="6350">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3002D86A-02EA-C0DE-E70D-E3CCC34FB671}"/>
              </a:ext>
            </a:extLst>
          </p:cNvPr>
          <p:cNvGrpSpPr/>
          <p:nvPr/>
        </p:nvGrpSpPr>
        <p:grpSpPr>
          <a:xfrm>
            <a:off x="5658343" y="446048"/>
            <a:ext cx="382736" cy="329399"/>
            <a:chOff x="5529114" y="236495"/>
            <a:chExt cx="698557" cy="601208"/>
          </a:xfrm>
        </p:grpSpPr>
        <p:sp>
          <p:nvSpPr>
            <p:cNvPr id="15" name="Freeform: Shape 14">
              <a:extLst>
                <a:ext uri="{FF2B5EF4-FFF2-40B4-BE49-F238E27FC236}">
                  <a16:creationId xmlns:a16="http://schemas.microsoft.com/office/drawing/2014/main" id="{A608E395-9F1F-2033-C9B5-976120909F67}"/>
                </a:ext>
              </a:extLst>
            </p:cNvPr>
            <p:cNvSpPr/>
            <p:nvPr/>
          </p:nvSpPr>
          <p:spPr>
            <a:xfrm>
              <a:off x="5585934" y="236495"/>
              <a:ext cx="574232" cy="485247"/>
            </a:xfrm>
            <a:custGeom>
              <a:avLst/>
              <a:gdLst>
                <a:gd name="connsiteX0" fmla="*/ 285478 w 574232"/>
                <a:gd name="connsiteY0" fmla="*/ 0 h 485247"/>
                <a:gd name="connsiteX1" fmla="*/ 564447 w 574232"/>
                <a:gd name="connsiteY1" fmla="*/ 0 h 485247"/>
                <a:gd name="connsiteX2" fmla="*/ 285478 w 574232"/>
                <a:gd name="connsiteY2" fmla="*/ 483163 h 485247"/>
                <a:gd name="connsiteX3" fmla="*/ 6509 w 574232"/>
                <a:gd name="connsiteY3" fmla="*/ 0 h 485247"/>
                <a:gd name="connsiteX4" fmla="*/ 285478 w 574232"/>
                <a:gd name="connsiteY4" fmla="*/ 0 h 485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232" h="485247">
                  <a:moveTo>
                    <a:pt x="285478" y="0"/>
                  </a:moveTo>
                  <a:lnTo>
                    <a:pt x="564447" y="0"/>
                  </a:lnTo>
                  <a:cubicBezTo>
                    <a:pt x="629582" y="37600"/>
                    <a:pt x="350648" y="520763"/>
                    <a:pt x="285478" y="483163"/>
                  </a:cubicBezTo>
                  <a:cubicBezTo>
                    <a:pt x="233136" y="513392"/>
                    <a:pt x="-45833" y="30229"/>
                    <a:pt x="6509" y="0"/>
                  </a:cubicBezTo>
                  <a:lnTo>
                    <a:pt x="285478" y="0"/>
                  </a:lnTo>
                  <a:close/>
                </a:path>
              </a:pathLst>
            </a:custGeom>
            <a:noFill/>
            <a:ln w="15875" cap="rnd">
              <a:solidFill>
                <a:schemeClr val="tx1"/>
              </a:solidFill>
              <a:prstDash val="solid"/>
              <a:round/>
            </a:ln>
          </p:spPr>
          <p:txBody>
            <a:bodyPr rtlCol="0" anchor="ctr"/>
            <a:lstStyle/>
            <a:p>
              <a:endParaRPr lang="en-IN" dirty="0"/>
            </a:p>
          </p:txBody>
        </p:sp>
        <p:sp>
          <p:nvSpPr>
            <p:cNvPr id="16" name="Freeform: Shape 15">
              <a:extLst>
                <a:ext uri="{FF2B5EF4-FFF2-40B4-BE49-F238E27FC236}">
                  <a16:creationId xmlns:a16="http://schemas.microsoft.com/office/drawing/2014/main" id="{394A22DC-6696-9054-F0C2-47D7F9D3B83F}"/>
                </a:ext>
              </a:extLst>
            </p:cNvPr>
            <p:cNvSpPr/>
            <p:nvPr/>
          </p:nvSpPr>
          <p:spPr>
            <a:xfrm>
              <a:off x="5712740" y="719292"/>
              <a:ext cx="320592" cy="118411"/>
            </a:xfrm>
            <a:custGeom>
              <a:avLst/>
              <a:gdLst>
                <a:gd name="connsiteX0" fmla="*/ 159380 w 320592"/>
                <a:gd name="connsiteY0" fmla="*/ 118412 h 118411"/>
                <a:gd name="connsiteX1" fmla="*/ 315131 w 320592"/>
                <a:gd name="connsiteY1" fmla="*/ 118412 h 118411"/>
                <a:gd name="connsiteX2" fmla="*/ 159380 w 320592"/>
                <a:gd name="connsiteY2" fmla="*/ 509 h 118411"/>
                <a:gd name="connsiteX3" fmla="*/ 3629 w 320592"/>
                <a:gd name="connsiteY3" fmla="*/ 118412 h 118411"/>
                <a:gd name="connsiteX4" fmla="*/ 159380 w 320592"/>
                <a:gd name="connsiteY4" fmla="*/ 118412 h 118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592" h="118411">
                  <a:moveTo>
                    <a:pt x="159380" y="118412"/>
                  </a:moveTo>
                  <a:lnTo>
                    <a:pt x="315131" y="118412"/>
                  </a:lnTo>
                  <a:cubicBezTo>
                    <a:pt x="351490" y="109233"/>
                    <a:pt x="195775" y="-8670"/>
                    <a:pt x="159380" y="509"/>
                  </a:cubicBezTo>
                  <a:cubicBezTo>
                    <a:pt x="130144" y="-6862"/>
                    <a:pt x="-25572" y="111040"/>
                    <a:pt x="3629" y="118412"/>
                  </a:cubicBezTo>
                  <a:lnTo>
                    <a:pt x="159380" y="118412"/>
                  </a:lnTo>
                  <a:close/>
                </a:path>
              </a:pathLst>
            </a:custGeom>
            <a:noFill/>
            <a:ln w="15875" cap="rnd">
              <a:solidFill>
                <a:schemeClr val="tx1"/>
              </a:solidFill>
              <a:prstDash val="solid"/>
              <a:round/>
            </a:ln>
          </p:spPr>
          <p:txBody>
            <a:bodyPr rtlCol="0" anchor="ctr"/>
            <a:lstStyle/>
            <a:p>
              <a:endParaRPr lang="en-IN" dirty="0"/>
            </a:p>
          </p:txBody>
        </p:sp>
        <p:sp>
          <p:nvSpPr>
            <p:cNvPr id="17" name="Freeform: Shape 16">
              <a:extLst>
                <a:ext uri="{FF2B5EF4-FFF2-40B4-BE49-F238E27FC236}">
                  <a16:creationId xmlns:a16="http://schemas.microsoft.com/office/drawing/2014/main" id="{747DE0CD-E2C0-C722-7F6C-6A2C5074F7B6}"/>
                </a:ext>
              </a:extLst>
            </p:cNvPr>
            <p:cNvSpPr/>
            <p:nvPr/>
          </p:nvSpPr>
          <p:spPr>
            <a:xfrm>
              <a:off x="5529114" y="328741"/>
              <a:ext cx="191720" cy="219220"/>
            </a:xfrm>
            <a:custGeom>
              <a:avLst/>
              <a:gdLst>
                <a:gd name="connsiteX0" fmla="*/ 191720 w 191720"/>
                <a:gd name="connsiteY0" fmla="*/ 219220 h 219220"/>
                <a:gd name="connsiteX1" fmla="*/ 109610 w 191720"/>
                <a:gd name="connsiteY1" fmla="*/ 219220 h 219220"/>
                <a:gd name="connsiteX2" fmla="*/ 0 w 191720"/>
                <a:gd name="connsiteY2" fmla="*/ 109610 h 219220"/>
                <a:gd name="connsiteX3" fmla="*/ 0 w 191720"/>
                <a:gd name="connsiteY3" fmla="*/ 109610 h 219220"/>
                <a:gd name="connsiteX4" fmla="*/ 79169 w 191720"/>
                <a:gd name="connsiteY4" fmla="*/ 0 h 219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20" h="219220">
                  <a:moveTo>
                    <a:pt x="191720" y="219220"/>
                  </a:moveTo>
                  <a:lnTo>
                    <a:pt x="109610" y="219220"/>
                  </a:lnTo>
                  <a:cubicBezTo>
                    <a:pt x="49082" y="219220"/>
                    <a:pt x="0" y="170138"/>
                    <a:pt x="0" y="109610"/>
                  </a:cubicBezTo>
                  <a:lnTo>
                    <a:pt x="0" y="109610"/>
                  </a:lnTo>
                  <a:cubicBezTo>
                    <a:pt x="0" y="49082"/>
                    <a:pt x="56843" y="0"/>
                    <a:pt x="79169" y="0"/>
                  </a:cubicBezTo>
                </a:path>
              </a:pathLst>
            </a:custGeom>
            <a:noFill/>
            <a:ln w="15875" cap="rnd">
              <a:solidFill>
                <a:schemeClr val="tx1"/>
              </a:solidFill>
              <a:prstDash val="solid"/>
              <a:round/>
            </a:ln>
          </p:spPr>
          <p:txBody>
            <a:bodyPr rtlCol="0" anchor="ctr"/>
            <a:lstStyle/>
            <a:p>
              <a:endParaRPr lang="en-IN" dirty="0"/>
            </a:p>
          </p:txBody>
        </p:sp>
        <p:sp>
          <p:nvSpPr>
            <p:cNvPr id="18" name="Freeform: Shape 17">
              <a:extLst>
                <a:ext uri="{FF2B5EF4-FFF2-40B4-BE49-F238E27FC236}">
                  <a16:creationId xmlns:a16="http://schemas.microsoft.com/office/drawing/2014/main" id="{B698D55D-7BAB-2F2A-32EC-EF90F53C7B61}"/>
                </a:ext>
              </a:extLst>
            </p:cNvPr>
            <p:cNvSpPr/>
            <p:nvPr/>
          </p:nvSpPr>
          <p:spPr>
            <a:xfrm>
              <a:off x="6035951" y="328741"/>
              <a:ext cx="191720" cy="219220"/>
            </a:xfrm>
            <a:custGeom>
              <a:avLst/>
              <a:gdLst>
                <a:gd name="connsiteX0" fmla="*/ 0 w 191720"/>
                <a:gd name="connsiteY0" fmla="*/ 219220 h 219220"/>
                <a:gd name="connsiteX1" fmla="*/ 82110 w 191720"/>
                <a:gd name="connsiteY1" fmla="*/ 219220 h 219220"/>
                <a:gd name="connsiteX2" fmla="*/ 191720 w 191720"/>
                <a:gd name="connsiteY2" fmla="*/ 109610 h 219220"/>
                <a:gd name="connsiteX3" fmla="*/ 191720 w 191720"/>
                <a:gd name="connsiteY3" fmla="*/ 109610 h 219220"/>
                <a:gd name="connsiteX4" fmla="*/ 112551 w 191720"/>
                <a:gd name="connsiteY4" fmla="*/ 0 h 219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20" h="219220">
                  <a:moveTo>
                    <a:pt x="0" y="219220"/>
                  </a:moveTo>
                  <a:lnTo>
                    <a:pt x="82110" y="219220"/>
                  </a:lnTo>
                  <a:cubicBezTo>
                    <a:pt x="142638" y="219220"/>
                    <a:pt x="191720" y="170138"/>
                    <a:pt x="191720" y="109610"/>
                  </a:cubicBezTo>
                  <a:lnTo>
                    <a:pt x="191720" y="109610"/>
                  </a:lnTo>
                  <a:cubicBezTo>
                    <a:pt x="191720" y="49082"/>
                    <a:pt x="134878" y="0"/>
                    <a:pt x="112551" y="0"/>
                  </a:cubicBezTo>
                </a:path>
              </a:pathLst>
            </a:custGeom>
            <a:noFill/>
            <a:ln w="15875" cap="rnd">
              <a:solidFill>
                <a:schemeClr val="tx1"/>
              </a:solidFill>
              <a:prstDash val="solid"/>
              <a:round/>
            </a:ln>
          </p:spPr>
          <p:txBody>
            <a:bodyPr rtlCol="0" anchor="ctr"/>
            <a:lstStyle/>
            <a:p>
              <a:endParaRPr lang="en-IN" dirty="0"/>
            </a:p>
          </p:txBody>
        </p:sp>
      </p:grpSp>
      <p:sp>
        <p:nvSpPr>
          <p:cNvPr id="21" name="Slide Number Placeholder 20">
            <a:extLst>
              <a:ext uri="{FF2B5EF4-FFF2-40B4-BE49-F238E27FC236}">
                <a16:creationId xmlns:a16="http://schemas.microsoft.com/office/drawing/2014/main" id="{85DCE48C-382B-C73F-F524-18AB958D9351}"/>
              </a:ext>
            </a:extLst>
          </p:cNvPr>
          <p:cNvSpPr>
            <a:spLocks noGrp="1"/>
          </p:cNvSpPr>
          <p:nvPr>
            <p:ph type="sldNum" sz="quarter" idx="4"/>
          </p:nvPr>
        </p:nvSpPr>
        <p:spPr/>
        <p:txBody>
          <a:bodyPr/>
          <a:lstStyle/>
          <a:p>
            <a:fld id="{8855CCE4-D0BE-4DED-8941-E3B093153CBB}" type="slidenum">
              <a:rPr lang="en-GB" smtClean="0"/>
              <a:pPr/>
              <a:t>4</a:t>
            </a:fld>
            <a:endParaRPr lang="en-GB" dirty="0"/>
          </a:p>
        </p:txBody>
      </p:sp>
      <p:cxnSp>
        <p:nvCxnSpPr>
          <p:cNvPr id="22" name="Straight Connector 21">
            <a:extLst>
              <a:ext uri="{FF2B5EF4-FFF2-40B4-BE49-F238E27FC236}">
                <a16:creationId xmlns:a16="http://schemas.microsoft.com/office/drawing/2014/main" id="{4BA296BD-89A5-27F9-0DD7-BE9B888F8FD6}"/>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686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0D443B-1B26-6A48-754F-3428BC5DEAFA}"/>
            </a:ext>
          </a:extLst>
        </p:cNvPr>
        <p:cNvGrpSpPr/>
        <p:nvPr/>
      </p:nvGrpSpPr>
      <p:grpSpPr>
        <a:xfrm>
          <a:off x="0" y="0"/>
          <a:ext cx="0" cy="0"/>
          <a:chOff x="0" y="0"/>
          <a:chExt cx="0" cy="0"/>
        </a:xfrm>
      </p:grpSpPr>
      <p:pic>
        <p:nvPicPr>
          <p:cNvPr id="1029" name="Picture 5">
            <a:extLst>
              <a:ext uri="{FF2B5EF4-FFF2-40B4-BE49-F238E27FC236}">
                <a16:creationId xmlns:a16="http://schemas.microsoft.com/office/drawing/2014/main" id="{C168771C-2B7C-7D4C-5533-7066DF8F38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74" t="796" r="33675" b="6660"/>
          <a:stretch>
            <a:fillRect/>
          </a:stretch>
        </p:blipFill>
        <p:spPr bwMode="auto">
          <a:xfrm>
            <a:off x="6056791" y="0"/>
            <a:ext cx="6135209"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20">
            <a:extLst>
              <a:ext uri="{FF2B5EF4-FFF2-40B4-BE49-F238E27FC236}">
                <a16:creationId xmlns:a16="http://schemas.microsoft.com/office/drawing/2014/main" id="{4A5FFAFA-99D7-DADA-5B1A-865DCFD095B3}"/>
              </a:ext>
            </a:extLst>
          </p:cNvPr>
          <p:cNvSpPr/>
          <p:nvPr/>
        </p:nvSpPr>
        <p:spPr>
          <a:xfrm>
            <a:off x="0" y="0"/>
            <a:ext cx="12192000" cy="6858000"/>
          </a:xfrm>
          <a:prstGeom prst="rect">
            <a:avLst/>
          </a:prstGeom>
          <a:gradFill flip="none" rotWithShape="1">
            <a:gsLst>
              <a:gs pos="67000">
                <a:srgbClr val="202E39">
                  <a:alpha val="74000"/>
                </a:srgbClr>
              </a:gs>
              <a:gs pos="59000">
                <a:schemeClr val="tx1"/>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6A1430F3-8544-E9CF-9616-2A7518CA0E93}"/>
              </a:ext>
            </a:extLst>
          </p:cNvPr>
          <p:cNvSpPr>
            <a:spLocks noGrp="1"/>
          </p:cNvSpPr>
          <p:nvPr>
            <p:ph type="title"/>
          </p:nvPr>
        </p:nvSpPr>
        <p:spPr>
          <a:xfrm>
            <a:off x="381000" y="351388"/>
            <a:ext cx="9032631" cy="457282"/>
          </a:xfrm>
        </p:spPr>
        <p:txBody>
          <a:bodyPr/>
          <a:lstStyle/>
          <a:p>
            <a:r>
              <a:rPr lang="en-IN" dirty="0"/>
              <a:t>Lorem Ipsum</a:t>
            </a:r>
          </a:p>
        </p:txBody>
      </p:sp>
      <p:sp>
        <p:nvSpPr>
          <p:cNvPr id="4" name="TextBox 3">
            <a:extLst>
              <a:ext uri="{FF2B5EF4-FFF2-40B4-BE49-F238E27FC236}">
                <a16:creationId xmlns:a16="http://schemas.microsoft.com/office/drawing/2014/main" id="{1F215485-BE1C-7036-5B78-E71B8892FDA7}"/>
              </a:ext>
            </a:extLst>
          </p:cNvPr>
          <p:cNvSpPr txBox="1"/>
          <p:nvPr/>
        </p:nvSpPr>
        <p:spPr>
          <a:xfrm>
            <a:off x="381001" y="840716"/>
            <a:ext cx="9032630" cy="246221"/>
          </a:xfrm>
          <a:prstGeom prst="rect">
            <a:avLst/>
          </a:prstGeom>
          <a:noFill/>
        </p:spPr>
        <p:txBody>
          <a:bodyPr wrap="square" lIns="0" tIns="0" rIns="0" bIns="0" rtlCol="0">
            <a:spAutoFit/>
          </a:bodyPr>
          <a:lstStyle/>
          <a:p>
            <a:pPr>
              <a:spcAft>
                <a:spcPts val="600"/>
              </a:spcAft>
            </a:pPr>
            <a:r>
              <a:rPr lang="en-US" sz="1600" b="1" dirty="0">
                <a:solidFill>
                  <a:schemeClr val="accent2"/>
                </a:solidFill>
              </a:rPr>
              <a:t>Lorem Ipsum is simply dummy text</a:t>
            </a:r>
            <a:endParaRPr lang="en-IN" sz="1400" dirty="0">
              <a:solidFill>
                <a:schemeClr val="bg1"/>
              </a:solidFill>
            </a:endParaRPr>
          </a:p>
        </p:txBody>
      </p:sp>
      <p:sp>
        <p:nvSpPr>
          <p:cNvPr id="72" name="Rectangle: Rounded Corners 71">
            <a:extLst>
              <a:ext uri="{FF2B5EF4-FFF2-40B4-BE49-F238E27FC236}">
                <a16:creationId xmlns:a16="http://schemas.microsoft.com/office/drawing/2014/main" id="{559DCFC1-9E00-C224-AB8A-D257BA23DB20}"/>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Top Corners Rounded 2">
            <a:extLst>
              <a:ext uri="{FF2B5EF4-FFF2-40B4-BE49-F238E27FC236}">
                <a16:creationId xmlns:a16="http://schemas.microsoft.com/office/drawing/2014/main" id="{09D18EA1-1666-4FB1-25AD-887294C83273}"/>
              </a:ext>
            </a:extLst>
          </p:cNvPr>
          <p:cNvSpPr/>
          <p:nvPr/>
        </p:nvSpPr>
        <p:spPr>
          <a:xfrm rot="5400000">
            <a:off x="1034411" y="235538"/>
            <a:ext cx="2092869" cy="4161692"/>
          </a:xfrm>
          <a:prstGeom prst="round2SameRect">
            <a:avLst>
              <a:gd name="adj1" fmla="val 9036"/>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 name="TextBox 4">
            <a:extLst>
              <a:ext uri="{FF2B5EF4-FFF2-40B4-BE49-F238E27FC236}">
                <a16:creationId xmlns:a16="http://schemas.microsoft.com/office/drawing/2014/main" id="{6584FED5-AAA6-8791-E2A3-A132AEAB787E}"/>
              </a:ext>
            </a:extLst>
          </p:cNvPr>
          <p:cNvSpPr txBox="1"/>
          <p:nvPr/>
        </p:nvSpPr>
        <p:spPr>
          <a:xfrm>
            <a:off x="381000" y="1428962"/>
            <a:ext cx="3557954" cy="1774845"/>
          </a:xfrm>
          <a:prstGeom prst="rect">
            <a:avLst/>
          </a:prstGeom>
          <a:noFill/>
        </p:spPr>
        <p:txBody>
          <a:bodyPr wrap="square" lIns="0" tIns="0" rIns="0" bIns="0" rtlCol="0">
            <a:spAutoFit/>
          </a:bodyPr>
          <a:lstStyle/>
          <a:p>
            <a:pPr>
              <a:spcAft>
                <a:spcPts val="400"/>
              </a:spcAft>
            </a:pPr>
            <a:r>
              <a:rPr lang="en-US" sz="1400" b="1" dirty="0">
                <a:solidFill>
                  <a:schemeClr val="bg1"/>
                </a:solidFill>
              </a:rPr>
              <a:t>Lorem Ipsum is simply dummy text of the printing and typesetting industry. </a:t>
            </a:r>
          </a:p>
          <a:p>
            <a:pPr>
              <a:spcAft>
                <a:spcPts val="4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a:t>
            </a:r>
          </a:p>
        </p:txBody>
      </p:sp>
      <p:sp>
        <p:nvSpPr>
          <p:cNvPr id="6" name="TextBox 5">
            <a:extLst>
              <a:ext uri="{FF2B5EF4-FFF2-40B4-BE49-F238E27FC236}">
                <a16:creationId xmlns:a16="http://schemas.microsoft.com/office/drawing/2014/main" id="{17E7CDD5-A3A2-B74F-BF37-6209A398A16B}"/>
              </a:ext>
            </a:extLst>
          </p:cNvPr>
          <p:cNvSpPr txBox="1"/>
          <p:nvPr/>
        </p:nvSpPr>
        <p:spPr>
          <a:xfrm>
            <a:off x="4319956" y="1290462"/>
            <a:ext cx="4129100" cy="2064668"/>
          </a:xfrm>
          <a:prstGeom prst="rect">
            <a:avLst/>
          </a:prstGeom>
          <a:noFill/>
        </p:spPr>
        <p:txBody>
          <a:bodyPr wrap="square" lIns="0" tIns="0" rIns="0" bIns="0" rtlCol="0">
            <a:spAutoFit/>
          </a:bodyPr>
          <a:lstStyle/>
          <a:p>
            <a:pPr>
              <a:spcAft>
                <a:spcPts val="300"/>
              </a:spcAft>
            </a:pPr>
            <a:r>
              <a:rPr lang="en-US" sz="1200" b="1" dirty="0">
                <a:solidFill>
                  <a:schemeClr val="accent2"/>
                </a:solidFill>
              </a:rPr>
              <a:t>Lorem Ipsum </a:t>
            </a:r>
          </a:p>
          <a:p>
            <a:pPr marL="171450" indent="-171450">
              <a:spcAft>
                <a:spcPts val="200"/>
              </a:spcAft>
              <a:buFont typeface="Arial" panose="020B0604020202020204" pitchFamily="34" charset="0"/>
              <a:buChar char="•"/>
            </a:pPr>
            <a:r>
              <a:rPr lang="en-US" sz="900" b="1" dirty="0">
                <a:solidFill>
                  <a:schemeClr val="bg1"/>
                </a:solidFill>
              </a:rPr>
              <a:t>Lorem Ipsum </a:t>
            </a:r>
          </a:p>
          <a:p>
            <a:pPr marL="172800">
              <a:spcAft>
                <a:spcPts val="200"/>
              </a:spcAft>
            </a:pPr>
            <a:r>
              <a:rPr lang="en-US" sz="900" dirty="0">
                <a:solidFill>
                  <a:schemeClr val="bg1"/>
                </a:solidFill>
              </a:rPr>
              <a:t>Lorem Ipsum is simply dummy text of the printing and typesetting industry. </a:t>
            </a:r>
            <a:br>
              <a:rPr lang="en-US" sz="900" dirty="0">
                <a:solidFill>
                  <a:schemeClr val="bg1"/>
                </a:solidFill>
              </a:rPr>
            </a:br>
            <a:r>
              <a:rPr lang="en-US" sz="900" dirty="0">
                <a:solidFill>
                  <a:schemeClr val="bg1"/>
                </a:solidFill>
              </a:rPr>
              <a:t>Lorem Ipsum has been the industry's standard dummy text ever since the 1500s.</a:t>
            </a:r>
          </a:p>
          <a:p>
            <a:pPr marL="171450" indent="-171450">
              <a:spcAft>
                <a:spcPts val="200"/>
              </a:spcAft>
              <a:buFont typeface="Arial" panose="020B0604020202020204" pitchFamily="34" charset="0"/>
              <a:buChar char="•"/>
            </a:pPr>
            <a:r>
              <a:rPr lang="en-US" sz="900" b="1" dirty="0">
                <a:solidFill>
                  <a:schemeClr val="bg1"/>
                </a:solidFill>
              </a:rPr>
              <a:t>Lorem Ipsum </a:t>
            </a:r>
          </a:p>
          <a:p>
            <a:pPr marL="172800">
              <a:spcAft>
                <a:spcPts val="200"/>
              </a:spcAft>
            </a:pPr>
            <a:r>
              <a:rPr lang="en-US" sz="900" dirty="0">
                <a:solidFill>
                  <a:schemeClr val="bg1"/>
                </a:solidFill>
              </a:rPr>
              <a:t>Lorem Ipsum is simply dummy text of the printing and typesetting industry. </a:t>
            </a:r>
            <a:br>
              <a:rPr lang="en-US" sz="900" dirty="0">
                <a:solidFill>
                  <a:schemeClr val="bg1"/>
                </a:solidFill>
              </a:rPr>
            </a:br>
            <a:r>
              <a:rPr lang="en-US" sz="900" dirty="0">
                <a:solidFill>
                  <a:schemeClr val="bg1"/>
                </a:solidFill>
              </a:rPr>
              <a:t>Lorem Ipsum has been the industry's standard dummy text ever since the 1500s.</a:t>
            </a:r>
          </a:p>
          <a:p>
            <a:pPr marL="171450" indent="-171450">
              <a:spcAft>
                <a:spcPts val="200"/>
              </a:spcAft>
              <a:buFont typeface="Arial" panose="020B0604020202020204" pitchFamily="34" charset="0"/>
              <a:buChar char="•"/>
            </a:pPr>
            <a:r>
              <a:rPr lang="en-US" sz="900" b="1" dirty="0">
                <a:solidFill>
                  <a:schemeClr val="bg1"/>
                </a:solidFill>
              </a:rPr>
              <a:t>Lorem Ipsum </a:t>
            </a:r>
          </a:p>
          <a:p>
            <a:pPr marL="172800">
              <a:spcAft>
                <a:spcPts val="200"/>
              </a:spcAft>
            </a:pPr>
            <a:r>
              <a:rPr lang="en-US" sz="900" dirty="0">
                <a:solidFill>
                  <a:schemeClr val="bg1"/>
                </a:solidFill>
              </a:rPr>
              <a:t>Lorem Ipsum is simply dummy text of the printing and typesetting industry. </a:t>
            </a:r>
            <a:br>
              <a:rPr lang="en-US" sz="900" dirty="0">
                <a:solidFill>
                  <a:schemeClr val="bg1"/>
                </a:solidFill>
              </a:rPr>
            </a:br>
            <a:r>
              <a:rPr lang="en-US" sz="900" dirty="0">
                <a:solidFill>
                  <a:schemeClr val="bg1"/>
                </a:solidFill>
              </a:rPr>
              <a:t>Lorem Ipsum has been the industry's standard dummy text ever since the 1500s.</a:t>
            </a:r>
          </a:p>
          <a:p>
            <a:pPr marL="171450" indent="-171450">
              <a:spcAft>
                <a:spcPts val="200"/>
              </a:spcAft>
              <a:buFont typeface="Arial" panose="020B0604020202020204" pitchFamily="34" charset="0"/>
              <a:buChar char="•"/>
            </a:pPr>
            <a:r>
              <a:rPr lang="en-US" sz="900" b="1" dirty="0">
                <a:solidFill>
                  <a:schemeClr val="bg1"/>
                </a:solidFill>
              </a:rPr>
              <a:t>Lorem Ipsum </a:t>
            </a:r>
          </a:p>
          <a:p>
            <a:pPr marL="172800">
              <a:spcAft>
                <a:spcPts val="200"/>
              </a:spcAft>
            </a:pPr>
            <a:r>
              <a:rPr lang="en-US" sz="900" dirty="0">
                <a:solidFill>
                  <a:schemeClr val="bg1"/>
                </a:solidFill>
              </a:rPr>
              <a:t>Lorem Ipsum is simply dummy text of the printing and typesetting industry. </a:t>
            </a:r>
            <a:br>
              <a:rPr lang="en-US" sz="900" dirty="0">
                <a:solidFill>
                  <a:schemeClr val="bg1"/>
                </a:solidFill>
              </a:rPr>
            </a:br>
            <a:r>
              <a:rPr lang="en-US" sz="900" dirty="0">
                <a:solidFill>
                  <a:schemeClr val="bg1"/>
                </a:solidFill>
              </a:rPr>
              <a:t>Lorem Ipsum has been the industry's standard dummy text ever since the 1500s.</a:t>
            </a:r>
          </a:p>
        </p:txBody>
      </p:sp>
      <p:sp>
        <p:nvSpPr>
          <p:cNvPr id="9" name="TextBox 8">
            <a:extLst>
              <a:ext uri="{FF2B5EF4-FFF2-40B4-BE49-F238E27FC236}">
                <a16:creationId xmlns:a16="http://schemas.microsoft.com/office/drawing/2014/main" id="{EA3F3E95-2697-753F-0305-CDA0B8E9FC9D}"/>
              </a:ext>
            </a:extLst>
          </p:cNvPr>
          <p:cNvSpPr txBox="1"/>
          <p:nvPr/>
        </p:nvSpPr>
        <p:spPr>
          <a:xfrm>
            <a:off x="363537" y="3519778"/>
            <a:ext cx="4610799" cy="2708434"/>
          </a:xfrm>
          <a:prstGeom prst="rect">
            <a:avLst/>
          </a:prstGeom>
          <a:noFill/>
        </p:spPr>
        <p:txBody>
          <a:bodyPr wrap="square" lIns="0" tIns="0" rIns="0" bIns="0" rtlCol="0">
            <a:spAutoFit/>
          </a:bodyPr>
          <a:lstStyle/>
          <a:p>
            <a:pPr>
              <a:spcAft>
                <a:spcPts val="300"/>
              </a:spcAft>
            </a:pPr>
            <a:r>
              <a:rPr lang="en-US" sz="1200" b="1" dirty="0">
                <a:solidFill>
                  <a:schemeClr val="accent2"/>
                </a:solidFill>
              </a:rPr>
              <a:t>Lorem Ipsum </a:t>
            </a:r>
          </a:p>
          <a:p>
            <a:pPr>
              <a:spcAft>
                <a:spcPts val="300"/>
              </a:spcAft>
            </a:pPr>
            <a:r>
              <a:rPr lang="en-US" sz="900" dirty="0">
                <a:solidFill>
                  <a:schemeClr val="bg1"/>
                </a:solidFill>
              </a:rPr>
              <a:t>Lorem Ipsum has been the industry's standard dummy text ever since the 1500s, when an unknown printer took a galley </a:t>
            </a:r>
          </a:p>
          <a:p>
            <a:pPr marL="171450" indent="-171450">
              <a:spcAft>
                <a:spcPts val="300"/>
              </a:spcAft>
              <a:buFont typeface="Arial" panose="020B0604020202020204" pitchFamily="34" charset="0"/>
              <a:buChar char="•"/>
            </a:pPr>
            <a:r>
              <a:rPr lang="en-US" sz="9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9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9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9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9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900" dirty="0">
                <a:solidFill>
                  <a:schemeClr val="bg1"/>
                </a:solidFill>
              </a:rPr>
              <a:t>Lorem Ipsum is simply dummy text of the printing and typesetting industry. Lorem Ipsum has been the industry's standard dummy text ever since the 1500s.</a:t>
            </a:r>
          </a:p>
          <a:p>
            <a:pPr marL="171450" indent="-171450">
              <a:spcAft>
                <a:spcPts val="300"/>
              </a:spcAft>
              <a:buFont typeface="Arial" panose="020B0604020202020204" pitchFamily="34" charset="0"/>
              <a:buChar char="•"/>
            </a:pPr>
            <a:r>
              <a:rPr lang="en-US" sz="900" dirty="0">
                <a:solidFill>
                  <a:schemeClr val="bg1"/>
                </a:solidFill>
              </a:rPr>
              <a:t>Lorem Ipsum is simply dummy text of the printing and typesetting industry. Lorem Ipsum has been the industry's standard dummy text ever since the 1500s.</a:t>
            </a:r>
          </a:p>
        </p:txBody>
      </p:sp>
      <p:sp>
        <p:nvSpPr>
          <p:cNvPr id="15" name="TextBox 14">
            <a:extLst>
              <a:ext uri="{FF2B5EF4-FFF2-40B4-BE49-F238E27FC236}">
                <a16:creationId xmlns:a16="http://schemas.microsoft.com/office/drawing/2014/main" id="{7FE5CD05-EEA8-BC28-02AA-4AD48835301B}"/>
              </a:ext>
            </a:extLst>
          </p:cNvPr>
          <p:cNvSpPr txBox="1"/>
          <p:nvPr/>
        </p:nvSpPr>
        <p:spPr>
          <a:xfrm>
            <a:off x="5421956" y="3519778"/>
            <a:ext cx="4530935" cy="2669962"/>
          </a:xfrm>
          <a:prstGeom prst="rect">
            <a:avLst/>
          </a:prstGeom>
          <a:noFill/>
        </p:spPr>
        <p:txBody>
          <a:bodyPr wrap="square" lIns="0" tIns="0" rIns="0" bIns="0" rtlCol="0">
            <a:spAutoFit/>
          </a:bodyPr>
          <a:lstStyle/>
          <a:p>
            <a:pPr>
              <a:spcAft>
                <a:spcPts val="300"/>
              </a:spcAft>
            </a:pPr>
            <a:r>
              <a:rPr lang="en-US" sz="1200" b="1" dirty="0">
                <a:solidFill>
                  <a:schemeClr val="accent2"/>
                </a:solidFill>
              </a:rPr>
              <a:t>Lorem Ipsum </a:t>
            </a:r>
          </a:p>
          <a:p>
            <a:pPr>
              <a:spcAft>
                <a:spcPts val="300"/>
              </a:spcAft>
            </a:pPr>
            <a:r>
              <a:rPr lang="en-US" sz="900" dirty="0">
                <a:solidFill>
                  <a:schemeClr val="bg1"/>
                </a:solidFill>
              </a:rPr>
              <a:t>Lorem Ipsum has been the industry's standard dummy text ever since the 1500s, </a:t>
            </a:r>
          </a:p>
          <a:p>
            <a:pPr>
              <a:spcAft>
                <a:spcPts val="300"/>
              </a:spcAft>
            </a:pPr>
            <a:r>
              <a:rPr lang="en-US" sz="900" b="1" dirty="0">
                <a:solidFill>
                  <a:schemeClr val="bg1"/>
                </a:solidFill>
              </a:rPr>
              <a:t>Lorem Ipsum: </a:t>
            </a:r>
            <a:r>
              <a:rPr lang="en-US" sz="900" dirty="0">
                <a:solidFill>
                  <a:schemeClr val="bg1"/>
                </a:solidFill>
              </a:rPr>
              <a:t>Lorem Ipsum is simply dummy text of the printing and typesetting industry. Lorem Ipsum has been the industry's standard dummy text ever since the 1500s, </a:t>
            </a:r>
          </a:p>
          <a:p>
            <a:pPr marL="171450" indent="-171450">
              <a:spcAft>
                <a:spcPts val="300"/>
              </a:spcAft>
              <a:buFont typeface="Arial" panose="020B0604020202020204" pitchFamily="34" charset="0"/>
              <a:buChar char="•"/>
            </a:pPr>
            <a:r>
              <a:rPr lang="en-US" sz="900" b="1" dirty="0">
                <a:solidFill>
                  <a:schemeClr val="bg1"/>
                </a:solidFill>
              </a:rPr>
              <a:t>Lorem Ipsum: </a:t>
            </a:r>
            <a:r>
              <a:rPr lang="en-US" sz="9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L="171450" indent="-171450">
              <a:spcAft>
                <a:spcPts val="300"/>
              </a:spcAft>
              <a:buFont typeface="Arial" panose="020B0604020202020204" pitchFamily="34" charset="0"/>
              <a:buChar char="•"/>
            </a:pPr>
            <a:r>
              <a:rPr lang="en-US" sz="900" b="1" dirty="0">
                <a:solidFill>
                  <a:schemeClr val="bg1"/>
                </a:solidFill>
              </a:rPr>
              <a:t>Lorem Ipsum: </a:t>
            </a:r>
            <a:r>
              <a:rPr lang="en-US" sz="9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L="171450" indent="-171450">
              <a:spcAft>
                <a:spcPts val="300"/>
              </a:spcAft>
              <a:buFont typeface="Arial" panose="020B0604020202020204" pitchFamily="34" charset="0"/>
              <a:buChar char="•"/>
            </a:pPr>
            <a:r>
              <a:rPr lang="en-US" sz="900" b="1" dirty="0">
                <a:solidFill>
                  <a:schemeClr val="bg1"/>
                </a:solidFill>
              </a:rPr>
              <a:t>Lorem Ipsum: </a:t>
            </a:r>
            <a:r>
              <a:rPr lang="en-US" sz="9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L="171450" indent="-171450">
              <a:spcAft>
                <a:spcPts val="300"/>
              </a:spcAft>
              <a:buFont typeface="Arial" panose="020B0604020202020204" pitchFamily="34" charset="0"/>
              <a:buChar char="•"/>
            </a:pPr>
            <a:r>
              <a:rPr lang="en-US" sz="900" b="1" dirty="0">
                <a:solidFill>
                  <a:schemeClr val="bg1"/>
                </a:solidFill>
              </a:rPr>
              <a:t>Lorem Ipsum: </a:t>
            </a:r>
            <a:r>
              <a:rPr lang="en-US" sz="9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a:t>
            </a:r>
          </a:p>
          <a:p>
            <a:pPr>
              <a:spcAft>
                <a:spcPts val="300"/>
              </a:spcAft>
            </a:pPr>
            <a:endParaRPr lang="en-US" sz="900" dirty="0">
              <a:solidFill>
                <a:schemeClr val="bg1"/>
              </a:solidFill>
            </a:endParaRPr>
          </a:p>
        </p:txBody>
      </p:sp>
      <p:sp>
        <p:nvSpPr>
          <p:cNvPr id="7" name="Slide Number Placeholder 6">
            <a:extLst>
              <a:ext uri="{FF2B5EF4-FFF2-40B4-BE49-F238E27FC236}">
                <a16:creationId xmlns:a16="http://schemas.microsoft.com/office/drawing/2014/main" id="{23F746CF-850A-DC3C-D31B-D31C052A221A}"/>
              </a:ext>
            </a:extLst>
          </p:cNvPr>
          <p:cNvSpPr>
            <a:spLocks noGrp="1"/>
          </p:cNvSpPr>
          <p:nvPr>
            <p:ph type="sldNum" sz="quarter" idx="4"/>
          </p:nvPr>
        </p:nvSpPr>
        <p:spPr/>
        <p:txBody>
          <a:bodyPr/>
          <a:lstStyle/>
          <a:p>
            <a:fld id="{8855CCE4-D0BE-4DED-8941-E3B093153CBB}" type="slidenum">
              <a:rPr lang="en-GB" smtClean="0"/>
              <a:pPr/>
              <a:t>5</a:t>
            </a:fld>
            <a:endParaRPr lang="en-GB" dirty="0"/>
          </a:p>
        </p:txBody>
      </p:sp>
      <p:cxnSp>
        <p:nvCxnSpPr>
          <p:cNvPr id="8" name="Straight Connector 7">
            <a:extLst>
              <a:ext uri="{FF2B5EF4-FFF2-40B4-BE49-F238E27FC236}">
                <a16:creationId xmlns:a16="http://schemas.microsoft.com/office/drawing/2014/main" id="{96CC2D91-1091-8FF1-007D-FA6DDD275027}"/>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raphic 6">
            <a:extLst>
              <a:ext uri="{FF2B5EF4-FFF2-40B4-BE49-F238E27FC236}">
                <a16:creationId xmlns:a16="http://schemas.microsoft.com/office/drawing/2014/main" id="{8E5C18A2-119F-5532-C2D8-256D6F0AB266}"/>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Tree>
    <p:extLst>
      <p:ext uri="{BB962C8B-B14F-4D97-AF65-F5344CB8AC3E}">
        <p14:creationId xmlns:p14="http://schemas.microsoft.com/office/powerpoint/2010/main" val="3131183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9203628-6FC5-0ABC-0EC1-E56D6B84E831}"/>
            </a:ext>
          </a:extLst>
        </p:cNvPr>
        <p:cNvGrpSpPr/>
        <p:nvPr/>
      </p:nvGrpSpPr>
      <p:grpSpPr>
        <a:xfrm>
          <a:off x="0" y="0"/>
          <a:ext cx="0" cy="0"/>
          <a:chOff x="0" y="0"/>
          <a:chExt cx="0" cy="0"/>
        </a:xfrm>
      </p:grpSpPr>
      <p:pic>
        <p:nvPicPr>
          <p:cNvPr id="27" name="Picture 26" descr="A tractor in a field&#10;&#10;AI-generated content may be incorrect.">
            <a:extLst>
              <a:ext uri="{FF2B5EF4-FFF2-40B4-BE49-F238E27FC236}">
                <a16:creationId xmlns:a16="http://schemas.microsoft.com/office/drawing/2014/main" id="{6378FD41-35DF-422C-E2C7-3552E6FE095A}"/>
              </a:ext>
            </a:extLst>
          </p:cNvPr>
          <p:cNvPicPr>
            <a:picLocks noChangeAspect="1"/>
          </p:cNvPicPr>
          <p:nvPr/>
        </p:nvPicPr>
        <p:blipFill rotWithShape="1">
          <a:blip r:embed="rId3">
            <a:extLst>
              <a:ext uri="{28A0092B-C50C-407E-A947-70E740481C1C}">
                <a14:useLocalDpi xmlns:a14="http://schemas.microsoft.com/office/drawing/2010/main" val="0"/>
              </a:ext>
            </a:extLst>
          </a:blip>
          <a:srcRect l="15190" r="15190"/>
          <a:stretch>
            <a:fillRect/>
          </a:stretch>
        </p:blipFill>
        <p:spPr>
          <a:xfrm>
            <a:off x="-1" y="1193752"/>
            <a:ext cx="4747847" cy="2464448"/>
          </a:xfrm>
          <a:custGeom>
            <a:avLst/>
            <a:gdLst>
              <a:gd name="connsiteX0" fmla="*/ 0 w 4525109"/>
              <a:gd name="connsiteY0" fmla="*/ 0 h 2464448"/>
              <a:gd name="connsiteX1" fmla="*/ 4286726 w 4525109"/>
              <a:gd name="connsiteY1" fmla="*/ 0 h 2464448"/>
              <a:gd name="connsiteX2" fmla="*/ 4525109 w 4525109"/>
              <a:gd name="connsiteY2" fmla="*/ 238383 h 2464448"/>
              <a:gd name="connsiteX3" fmla="*/ 4525109 w 4525109"/>
              <a:gd name="connsiteY3" fmla="*/ 2464448 h 2464448"/>
              <a:gd name="connsiteX4" fmla="*/ 0 w 4525109"/>
              <a:gd name="connsiteY4" fmla="*/ 2464448 h 2464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5109" h="2464448">
                <a:moveTo>
                  <a:pt x="0" y="0"/>
                </a:moveTo>
                <a:lnTo>
                  <a:pt x="4286726" y="0"/>
                </a:lnTo>
                <a:cubicBezTo>
                  <a:pt x="4418381" y="0"/>
                  <a:pt x="4525109" y="106728"/>
                  <a:pt x="4525109" y="238383"/>
                </a:cubicBezTo>
                <a:lnTo>
                  <a:pt x="4525109" y="2464448"/>
                </a:lnTo>
                <a:lnTo>
                  <a:pt x="0" y="2464448"/>
                </a:lnTo>
                <a:close/>
              </a:path>
            </a:pathLst>
          </a:custGeom>
        </p:spPr>
      </p:pic>
      <p:sp>
        <p:nvSpPr>
          <p:cNvPr id="2" name="Title 1">
            <a:extLst>
              <a:ext uri="{FF2B5EF4-FFF2-40B4-BE49-F238E27FC236}">
                <a16:creationId xmlns:a16="http://schemas.microsoft.com/office/drawing/2014/main" id="{A9B5E501-77CB-ECE0-2CB0-0D8F68518124}"/>
              </a:ext>
            </a:extLst>
          </p:cNvPr>
          <p:cNvSpPr>
            <a:spLocks noGrp="1"/>
          </p:cNvSpPr>
          <p:nvPr>
            <p:ph type="title"/>
          </p:nvPr>
        </p:nvSpPr>
        <p:spPr>
          <a:xfrm>
            <a:off x="381000" y="351388"/>
            <a:ext cx="9032631" cy="457282"/>
          </a:xfrm>
        </p:spPr>
        <p:txBody>
          <a:bodyPr/>
          <a:lstStyle/>
          <a:p>
            <a:r>
              <a:rPr lang="en-IN" dirty="0"/>
              <a:t>Lorem Ipsum</a:t>
            </a:r>
          </a:p>
        </p:txBody>
      </p:sp>
      <p:sp>
        <p:nvSpPr>
          <p:cNvPr id="4" name="TextBox 3">
            <a:extLst>
              <a:ext uri="{FF2B5EF4-FFF2-40B4-BE49-F238E27FC236}">
                <a16:creationId xmlns:a16="http://schemas.microsoft.com/office/drawing/2014/main" id="{B48DFB5C-794E-D45B-4417-4F5363F3A09D}"/>
              </a:ext>
            </a:extLst>
          </p:cNvPr>
          <p:cNvSpPr txBox="1"/>
          <p:nvPr/>
        </p:nvSpPr>
        <p:spPr>
          <a:xfrm>
            <a:off x="381001" y="840716"/>
            <a:ext cx="9032630" cy="246221"/>
          </a:xfrm>
          <a:prstGeom prst="rect">
            <a:avLst/>
          </a:prstGeom>
          <a:noFill/>
        </p:spPr>
        <p:txBody>
          <a:bodyPr wrap="square" lIns="0" tIns="0" rIns="0" bIns="0" rtlCol="0">
            <a:spAutoFit/>
          </a:bodyPr>
          <a:lstStyle/>
          <a:p>
            <a:pPr>
              <a:spcAft>
                <a:spcPts val="600"/>
              </a:spcAft>
            </a:pPr>
            <a:r>
              <a:rPr lang="en-US" sz="1600" b="1" dirty="0">
                <a:solidFill>
                  <a:schemeClr val="accent2"/>
                </a:solidFill>
              </a:rPr>
              <a:t>Lorem Ipsum is simply dummy text</a:t>
            </a:r>
          </a:p>
        </p:txBody>
      </p:sp>
      <p:sp>
        <p:nvSpPr>
          <p:cNvPr id="55" name="Graphic 6">
            <a:extLst>
              <a:ext uri="{FF2B5EF4-FFF2-40B4-BE49-F238E27FC236}">
                <a16:creationId xmlns:a16="http://schemas.microsoft.com/office/drawing/2014/main" id="{C05370BA-82E2-6288-28E9-A934C6829B13}"/>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72" name="Rectangle: Rounded Corners 71">
            <a:extLst>
              <a:ext uri="{FF2B5EF4-FFF2-40B4-BE49-F238E27FC236}">
                <a16:creationId xmlns:a16="http://schemas.microsoft.com/office/drawing/2014/main" id="{EE1C4580-D180-0E25-7555-C854E7AE6B20}"/>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Top Corners Rounded 8">
            <a:extLst>
              <a:ext uri="{FF2B5EF4-FFF2-40B4-BE49-F238E27FC236}">
                <a16:creationId xmlns:a16="http://schemas.microsoft.com/office/drawing/2014/main" id="{E50B3A63-FCB6-F06F-9494-C926C7D52F10}"/>
              </a:ext>
            </a:extLst>
          </p:cNvPr>
          <p:cNvSpPr/>
          <p:nvPr/>
        </p:nvSpPr>
        <p:spPr>
          <a:xfrm rot="16200000" flipV="1">
            <a:off x="227593" y="966152"/>
            <a:ext cx="4292650" cy="4747845"/>
          </a:xfrm>
          <a:prstGeom prst="round2SameRect">
            <a:avLst>
              <a:gd name="adj1" fmla="val 4736"/>
              <a:gd name="adj2" fmla="val 0"/>
            </a:avLst>
          </a:prstGeom>
          <a:gradFill>
            <a:gsLst>
              <a:gs pos="73000">
                <a:schemeClr val="accent2">
                  <a:alpha val="27000"/>
                </a:schemeClr>
              </a:gs>
              <a:gs pos="52000">
                <a:schemeClr val="accent2"/>
              </a:gs>
              <a:gs pos="100000">
                <a:schemeClr val="accent2">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 name="TextBox 6">
            <a:extLst>
              <a:ext uri="{FF2B5EF4-FFF2-40B4-BE49-F238E27FC236}">
                <a16:creationId xmlns:a16="http://schemas.microsoft.com/office/drawing/2014/main" id="{DAE960B6-255D-3982-4C37-092545CFC5EF}"/>
              </a:ext>
            </a:extLst>
          </p:cNvPr>
          <p:cNvSpPr txBox="1"/>
          <p:nvPr/>
        </p:nvSpPr>
        <p:spPr>
          <a:xfrm>
            <a:off x="380999" y="2808692"/>
            <a:ext cx="4152901" cy="2569934"/>
          </a:xfrm>
          <a:prstGeom prst="rect">
            <a:avLst/>
          </a:prstGeom>
          <a:noFill/>
        </p:spPr>
        <p:txBody>
          <a:bodyPr wrap="square" lIns="0" tIns="0" rIns="0" bIns="0" rtlCol="0">
            <a:spAutoFit/>
          </a:bodyPr>
          <a:lstStyle/>
          <a:p>
            <a:pPr>
              <a:spcAft>
                <a:spcPts val="400"/>
              </a:spcAft>
            </a:pPr>
            <a:r>
              <a:rPr lang="en-US" sz="1400" b="1" dirty="0"/>
              <a:t>Lorem Ipsum is simply dummy text</a:t>
            </a:r>
          </a:p>
          <a:p>
            <a:pPr>
              <a:spcAft>
                <a:spcPts val="400"/>
              </a:spcAft>
            </a:pPr>
            <a:r>
              <a:rPr lang="en-US" sz="1100" dirty="0"/>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a:t>
            </a:r>
          </a:p>
          <a:p>
            <a:pPr>
              <a:spcAft>
                <a:spcPts val="400"/>
              </a:spcAft>
            </a:pPr>
            <a:r>
              <a:rPr lang="en-US" sz="1100" dirty="0"/>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a:t>
            </a:r>
          </a:p>
          <a:p>
            <a:pPr>
              <a:spcAft>
                <a:spcPts val="400"/>
              </a:spcAft>
            </a:pPr>
            <a:r>
              <a:rPr lang="en-US" sz="1100" dirty="0"/>
              <a:t>Lorem Ipsum is simply dummy text of the printing and typesetting industry. Lorem Ipsum has been the industry's standard dummy text ever since the 1500s.</a:t>
            </a:r>
          </a:p>
        </p:txBody>
      </p:sp>
      <p:sp>
        <p:nvSpPr>
          <p:cNvPr id="6" name="TextBox 5">
            <a:extLst>
              <a:ext uri="{FF2B5EF4-FFF2-40B4-BE49-F238E27FC236}">
                <a16:creationId xmlns:a16="http://schemas.microsoft.com/office/drawing/2014/main" id="{EA2980B4-8490-1A75-2BC7-59FA5E9A7BC9}"/>
              </a:ext>
            </a:extLst>
          </p:cNvPr>
          <p:cNvSpPr txBox="1"/>
          <p:nvPr/>
        </p:nvSpPr>
        <p:spPr>
          <a:xfrm>
            <a:off x="4943963" y="1188893"/>
            <a:ext cx="6867038" cy="605294"/>
          </a:xfrm>
          <a:prstGeom prst="rect">
            <a:avLst/>
          </a:prstGeom>
          <a:noFill/>
        </p:spPr>
        <p:txBody>
          <a:bodyPr wrap="square" lIns="0" tIns="0" rIns="0" bIns="0" rtlCol="0">
            <a:spAutoFit/>
          </a:bodyPr>
          <a:lstStyle/>
          <a:p>
            <a:pPr>
              <a:spcAft>
                <a:spcPts val="400"/>
              </a:spcAft>
            </a:pPr>
            <a:r>
              <a:rPr lang="en-US" sz="1400" b="1" dirty="0">
                <a:solidFill>
                  <a:schemeClr val="accent2"/>
                </a:solidFill>
              </a:rPr>
              <a:t>Lorem Ipsum is simply dummy text</a:t>
            </a:r>
          </a:p>
          <a:p>
            <a:pPr>
              <a:spcAft>
                <a:spcPts val="400"/>
              </a:spcAft>
            </a:pPr>
            <a:r>
              <a:rPr lang="en-US" sz="1100" dirty="0">
                <a:solidFill>
                  <a:schemeClr val="bg1"/>
                </a:solidFill>
              </a:rPr>
              <a:t>Lorem Ipsum is simply dummy text of the printing and typesetting industry. Lorem Ipsum has been the industry's standard dummy text ever since the 1500s.</a:t>
            </a:r>
          </a:p>
        </p:txBody>
      </p:sp>
      <p:sp>
        <p:nvSpPr>
          <p:cNvPr id="8" name="TextBox 7">
            <a:extLst>
              <a:ext uri="{FF2B5EF4-FFF2-40B4-BE49-F238E27FC236}">
                <a16:creationId xmlns:a16="http://schemas.microsoft.com/office/drawing/2014/main" id="{9182A50C-9858-D81D-7089-76048D07302A}"/>
              </a:ext>
            </a:extLst>
          </p:cNvPr>
          <p:cNvSpPr txBox="1"/>
          <p:nvPr/>
        </p:nvSpPr>
        <p:spPr>
          <a:xfrm>
            <a:off x="4947137" y="3729672"/>
            <a:ext cx="6867037" cy="2046714"/>
          </a:xfrm>
          <a:prstGeom prst="rect">
            <a:avLst/>
          </a:prstGeom>
          <a:noFill/>
        </p:spPr>
        <p:txBody>
          <a:bodyPr wrap="square" lIns="0" tIns="0" rIns="0" bIns="0" rtlCol="0">
            <a:spAutoFit/>
          </a:bodyPr>
          <a:lstStyle/>
          <a:p>
            <a:pPr>
              <a:spcAft>
                <a:spcPts val="400"/>
              </a:spcAft>
            </a:pPr>
            <a:r>
              <a:rPr lang="en-US" sz="1400" b="1" dirty="0">
                <a:solidFill>
                  <a:schemeClr val="accent2"/>
                </a:solidFill>
              </a:rPr>
              <a:t>Lorem Ipsum is simply dummy text</a:t>
            </a:r>
          </a:p>
          <a:p>
            <a:pPr>
              <a:spcAft>
                <a:spcPts val="400"/>
              </a:spcAft>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a:t>
            </a:r>
          </a:p>
          <a:p>
            <a:pPr>
              <a:spcAft>
                <a:spcPts val="400"/>
              </a:spcAft>
            </a:pPr>
            <a:r>
              <a:rPr lang="en-US" sz="1100" dirty="0">
                <a:solidFill>
                  <a:schemeClr val="bg1"/>
                </a:solidFill>
              </a:rPr>
              <a:t>Lorem Ipsum is simply dummy text :</a:t>
            </a:r>
          </a:p>
          <a:p>
            <a:pPr marL="171450" indent="-171450">
              <a:spcAft>
                <a:spcPts val="400"/>
              </a:spcAft>
              <a:buFont typeface="Arial" panose="020B0604020202020204" pitchFamily="34" charset="0"/>
              <a:buChar char="•"/>
            </a:pPr>
            <a:r>
              <a:rPr lang="en-US" sz="1100" dirty="0">
                <a:solidFill>
                  <a:schemeClr val="bg1"/>
                </a:solidFill>
              </a:rPr>
              <a:t>Lorem Ipsum is simply dummy text of the printing and typesetting industry. </a:t>
            </a:r>
          </a:p>
          <a:p>
            <a:pPr marL="171450" indent="-171450">
              <a:spcAft>
                <a:spcPts val="400"/>
              </a:spcAft>
              <a:buFont typeface="Arial" panose="020B0604020202020204" pitchFamily="34" charset="0"/>
              <a:buChar char="•"/>
            </a:pPr>
            <a:r>
              <a:rPr lang="en-US" sz="1100" dirty="0">
                <a:solidFill>
                  <a:schemeClr val="bg1"/>
                </a:solidFill>
              </a:rPr>
              <a:t>Lorem Ipsum is simply dummy text of the printing and typesetting industry. </a:t>
            </a:r>
          </a:p>
          <a:p>
            <a:pPr marL="171450" indent="-171450">
              <a:spcAft>
                <a:spcPts val="400"/>
              </a:spcAft>
              <a:buFont typeface="Arial" panose="020B0604020202020204" pitchFamily="34" charset="0"/>
              <a:buChar char="•"/>
            </a:pPr>
            <a:r>
              <a:rPr lang="en-US" sz="1100" dirty="0">
                <a:solidFill>
                  <a:schemeClr val="bg1"/>
                </a:solidFill>
              </a:rPr>
              <a:t>Lorem Ipsum is simply dummy text of the printing and typesetting industry. </a:t>
            </a:r>
          </a:p>
          <a:p>
            <a:pPr>
              <a:spcAft>
                <a:spcPts val="400"/>
              </a:spcAft>
            </a:pPr>
            <a:r>
              <a:rPr lang="en-US" sz="1100" dirty="0">
                <a:solidFill>
                  <a:schemeClr val="bg1"/>
                </a:solidFill>
              </a:rPr>
              <a:t>Lorem Ipsum is simply dummy text of the printing and typesetting industry. Lorem Ipsum has been the industry's standard dummy text ever since the 1500s.</a:t>
            </a:r>
          </a:p>
        </p:txBody>
      </p:sp>
      <p:sp>
        <p:nvSpPr>
          <p:cNvPr id="10" name="Rectangle: Rounded Corners 9">
            <a:extLst>
              <a:ext uri="{FF2B5EF4-FFF2-40B4-BE49-F238E27FC236}">
                <a16:creationId xmlns:a16="http://schemas.microsoft.com/office/drawing/2014/main" id="{CDAFF347-1851-EF1A-EA47-D02DC0B13D12}"/>
              </a:ext>
            </a:extLst>
          </p:cNvPr>
          <p:cNvSpPr/>
          <p:nvPr/>
        </p:nvSpPr>
        <p:spPr>
          <a:xfrm>
            <a:off x="4943963" y="1900141"/>
            <a:ext cx="2210579" cy="780620"/>
          </a:xfrm>
          <a:prstGeom prst="roundRect">
            <a:avLst>
              <a:gd name="adj" fmla="val 1276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84000" rtlCol="0" anchor="ctr">
            <a:noAutofit/>
          </a:bodyPr>
          <a:lstStyle/>
          <a:p>
            <a:r>
              <a:rPr lang="en-IN" sz="1100" b="1" dirty="0"/>
              <a:t>Lorem Ipsum</a:t>
            </a:r>
          </a:p>
        </p:txBody>
      </p:sp>
      <p:sp>
        <p:nvSpPr>
          <p:cNvPr id="11" name="Rectangle: Rounded Corners 10">
            <a:extLst>
              <a:ext uri="{FF2B5EF4-FFF2-40B4-BE49-F238E27FC236}">
                <a16:creationId xmlns:a16="http://schemas.microsoft.com/office/drawing/2014/main" id="{87998CB9-F05C-E59C-B5F8-38B77CA059DE}"/>
              </a:ext>
            </a:extLst>
          </p:cNvPr>
          <p:cNvSpPr/>
          <p:nvPr/>
        </p:nvSpPr>
        <p:spPr>
          <a:xfrm>
            <a:off x="7272192" y="1900141"/>
            <a:ext cx="2210579" cy="780620"/>
          </a:xfrm>
          <a:prstGeom prst="roundRect">
            <a:avLst>
              <a:gd name="adj" fmla="val 1276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84000" rtlCol="0" anchor="ctr">
            <a:noAutofit/>
          </a:bodyPr>
          <a:lstStyle/>
          <a:p>
            <a:r>
              <a:rPr lang="en-IN" sz="1100" b="1" dirty="0"/>
              <a:t>Lorem Ipsum</a:t>
            </a:r>
          </a:p>
        </p:txBody>
      </p:sp>
      <p:sp>
        <p:nvSpPr>
          <p:cNvPr id="12" name="Rectangle: Rounded Corners 11">
            <a:extLst>
              <a:ext uri="{FF2B5EF4-FFF2-40B4-BE49-F238E27FC236}">
                <a16:creationId xmlns:a16="http://schemas.microsoft.com/office/drawing/2014/main" id="{E9E77D33-8DFD-AA61-E95A-62882A47B9CE}"/>
              </a:ext>
            </a:extLst>
          </p:cNvPr>
          <p:cNvSpPr/>
          <p:nvPr/>
        </p:nvSpPr>
        <p:spPr>
          <a:xfrm>
            <a:off x="9600422" y="1900141"/>
            <a:ext cx="2210579" cy="780620"/>
          </a:xfrm>
          <a:prstGeom prst="roundRect">
            <a:avLst>
              <a:gd name="adj" fmla="val 1276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84000" rtlCol="0" anchor="ctr">
            <a:noAutofit/>
          </a:bodyPr>
          <a:lstStyle/>
          <a:p>
            <a:r>
              <a:rPr lang="en-IN" sz="1100" b="1" dirty="0"/>
              <a:t>Lorem Ipsum</a:t>
            </a:r>
          </a:p>
        </p:txBody>
      </p:sp>
      <p:sp>
        <p:nvSpPr>
          <p:cNvPr id="13" name="Rectangle: Rounded Corners 12">
            <a:extLst>
              <a:ext uri="{FF2B5EF4-FFF2-40B4-BE49-F238E27FC236}">
                <a16:creationId xmlns:a16="http://schemas.microsoft.com/office/drawing/2014/main" id="{DF06A82B-C3DB-16E3-38D6-72029B9EFD5B}"/>
              </a:ext>
            </a:extLst>
          </p:cNvPr>
          <p:cNvSpPr/>
          <p:nvPr/>
        </p:nvSpPr>
        <p:spPr>
          <a:xfrm>
            <a:off x="4943963" y="2795921"/>
            <a:ext cx="2210579" cy="780620"/>
          </a:xfrm>
          <a:prstGeom prst="roundRect">
            <a:avLst>
              <a:gd name="adj" fmla="val 1276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84000" rtlCol="0" anchor="ctr">
            <a:noAutofit/>
          </a:bodyPr>
          <a:lstStyle/>
          <a:p>
            <a:r>
              <a:rPr lang="en-IN" sz="1100" b="1" dirty="0"/>
              <a:t>Lorem Ipsum</a:t>
            </a:r>
          </a:p>
        </p:txBody>
      </p:sp>
      <p:sp>
        <p:nvSpPr>
          <p:cNvPr id="14" name="Rectangle: Rounded Corners 13">
            <a:extLst>
              <a:ext uri="{FF2B5EF4-FFF2-40B4-BE49-F238E27FC236}">
                <a16:creationId xmlns:a16="http://schemas.microsoft.com/office/drawing/2014/main" id="{72AD2E5B-2289-A401-DDAA-92DCFA358BEA}"/>
              </a:ext>
            </a:extLst>
          </p:cNvPr>
          <p:cNvSpPr/>
          <p:nvPr/>
        </p:nvSpPr>
        <p:spPr>
          <a:xfrm>
            <a:off x="7272192" y="2795921"/>
            <a:ext cx="2210579" cy="780620"/>
          </a:xfrm>
          <a:prstGeom prst="roundRect">
            <a:avLst>
              <a:gd name="adj" fmla="val 1276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84000" rtlCol="0" anchor="ctr">
            <a:noAutofit/>
          </a:bodyPr>
          <a:lstStyle/>
          <a:p>
            <a:r>
              <a:rPr lang="en-IN" sz="1100" b="1" dirty="0"/>
              <a:t>Lorem Ipsum</a:t>
            </a:r>
          </a:p>
        </p:txBody>
      </p:sp>
      <p:sp>
        <p:nvSpPr>
          <p:cNvPr id="15" name="Rectangle: Rounded Corners 14">
            <a:extLst>
              <a:ext uri="{FF2B5EF4-FFF2-40B4-BE49-F238E27FC236}">
                <a16:creationId xmlns:a16="http://schemas.microsoft.com/office/drawing/2014/main" id="{A738E9E7-7384-26FC-6FCE-3A9801B8C983}"/>
              </a:ext>
            </a:extLst>
          </p:cNvPr>
          <p:cNvSpPr/>
          <p:nvPr/>
        </p:nvSpPr>
        <p:spPr>
          <a:xfrm>
            <a:off x="9600422" y="2795921"/>
            <a:ext cx="2210579" cy="780620"/>
          </a:xfrm>
          <a:prstGeom prst="roundRect">
            <a:avLst>
              <a:gd name="adj" fmla="val 1276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84000" rtlCol="0" anchor="ctr">
            <a:noAutofit/>
          </a:bodyPr>
          <a:lstStyle/>
          <a:p>
            <a:r>
              <a:rPr lang="en-IN" sz="1100" b="1" dirty="0"/>
              <a:t>Lorem Ipsum</a:t>
            </a:r>
          </a:p>
        </p:txBody>
      </p:sp>
      <p:grpSp>
        <p:nvGrpSpPr>
          <p:cNvPr id="135" name="Group 134">
            <a:extLst>
              <a:ext uri="{FF2B5EF4-FFF2-40B4-BE49-F238E27FC236}">
                <a16:creationId xmlns:a16="http://schemas.microsoft.com/office/drawing/2014/main" id="{3D623F09-0C0F-BFDF-8484-4CC4FF1A01A4}"/>
              </a:ext>
            </a:extLst>
          </p:cNvPr>
          <p:cNvGrpSpPr/>
          <p:nvPr/>
        </p:nvGrpSpPr>
        <p:grpSpPr>
          <a:xfrm>
            <a:off x="5030283" y="2003204"/>
            <a:ext cx="551083" cy="574496"/>
            <a:chOff x="4742173" y="2084263"/>
            <a:chExt cx="574498" cy="574496"/>
          </a:xfrm>
        </p:grpSpPr>
        <p:sp>
          <p:nvSpPr>
            <p:cNvPr id="18" name="Oval 17">
              <a:extLst>
                <a:ext uri="{FF2B5EF4-FFF2-40B4-BE49-F238E27FC236}">
                  <a16:creationId xmlns:a16="http://schemas.microsoft.com/office/drawing/2014/main" id="{EE325904-6D8A-F3F7-B2B5-BBE108C59955}"/>
                </a:ext>
              </a:extLst>
            </p:cNvPr>
            <p:cNvSpPr/>
            <p:nvPr/>
          </p:nvSpPr>
          <p:spPr>
            <a:xfrm>
              <a:off x="4742173" y="2084263"/>
              <a:ext cx="574498" cy="574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30" name="Group 29">
              <a:extLst>
                <a:ext uri="{FF2B5EF4-FFF2-40B4-BE49-F238E27FC236}">
                  <a16:creationId xmlns:a16="http://schemas.microsoft.com/office/drawing/2014/main" id="{81CB551B-D4FB-B357-D75C-B20C1E71DE07}"/>
                </a:ext>
              </a:extLst>
            </p:cNvPr>
            <p:cNvGrpSpPr/>
            <p:nvPr/>
          </p:nvGrpSpPr>
          <p:grpSpPr>
            <a:xfrm>
              <a:off x="4888349" y="2197893"/>
              <a:ext cx="282146" cy="370726"/>
              <a:chOff x="5791114" y="3028949"/>
              <a:chExt cx="605589" cy="795718"/>
            </a:xfrm>
          </p:grpSpPr>
          <p:sp>
            <p:nvSpPr>
              <p:cNvPr id="17" name="Freeform: Shape 16">
                <a:extLst>
                  <a:ext uri="{FF2B5EF4-FFF2-40B4-BE49-F238E27FC236}">
                    <a16:creationId xmlns:a16="http://schemas.microsoft.com/office/drawing/2014/main" id="{4F976736-D1EA-A016-E9FB-C1291B8ACC6E}"/>
                  </a:ext>
                </a:extLst>
              </p:cNvPr>
              <p:cNvSpPr/>
              <p:nvPr/>
            </p:nvSpPr>
            <p:spPr>
              <a:xfrm>
                <a:off x="5791114" y="3028949"/>
                <a:ext cx="605589" cy="795718"/>
              </a:xfrm>
              <a:custGeom>
                <a:avLst/>
                <a:gdLst>
                  <a:gd name="connsiteX0" fmla="*/ 6277 w 605589"/>
                  <a:gd name="connsiteY0" fmla="*/ 497872 h 795718"/>
                  <a:gd name="connsiteX1" fmla="*/ 84477 w 605589"/>
                  <a:gd name="connsiteY1" fmla="*/ 652558 h 795718"/>
                  <a:gd name="connsiteX2" fmla="*/ 284311 w 605589"/>
                  <a:gd name="connsiteY2" fmla="*/ 792385 h 795718"/>
                  <a:gd name="connsiteX3" fmla="*/ 301647 w 605589"/>
                  <a:gd name="connsiteY3" fmla="*/ 795719 h 795718"/>
                  <a:gd name="connsiteX4" fmla="*/ 301647 w 605589"/>
                  <a:gd name="connsiteY4" fmla="*/ 795719 h 795718"/>
                  <a:gd name="connsiteX5" fmla="*/ 323364 w 605589"/>
                  <a:gd name="connsiteY5" fmla="*/ 790765 h 795718"/>
                  <a:gd name="connsiteX6" fmla="*/ 345081 w 605589"/>
                  <a:gd name="connsiteY6" fmla="*/ 780860 h 795718"/>
                  <a:gd name="connsiteX7" fmla="*/ 397183 w 605589"/>
                  <a:gd name="connsiteY7" fmla="*/ 752856 h 795718"/>
                  <a:gd name="connsiteX8" fmla="*/ 550630 w 605589"/>
                  <a:gd name="connsiteY8" fmla="*/ 609695 h 795718"/>
                  <a:gd name="connsiteX9" fmla="*/ 604161 w 605589"/>
                  <a:gd name="connsiteY9" fmla="*/ 451771 h 795718"/>
                  <a:gd name="connsiteX10" fmla="*/ 605590 w 605589"/>
                  <a:gd name="connsiteY10" fmla="*/ 341567 h 795718"/>
                  <a:gd name="connsiteX11" fmla="*/ 605590 w 605589"/>
                  <a:gd name="connsiteY11" fmla="*/ 171164 h 795718"/>
                  <a:gd name="connsiteX12" fmla="*/ 559298 w 605589"/>
                  <a:gd name="connsiteY12" fmla="*/ 113538 h 795718"/>
                  <a:gd name="connsiteX13" fmla="*/ 547678 w 605589"/>
                  <a:gd name="connsiteY13" fmla="*/ 111919 h 795718"/>
                  <a:gd name="connsiteX14" fmla="*/ 501386 w 605589"/>
                  <a:gd name="connsiteY14" fmla="*/ 103727 h 795718"/>
                  <a:gd name="connsiteX15" fmla="*/ 337747 w 605589"/>
                  <a:gd name="connsiteY15" fmla="*/ 16478 h 795718"/>
                  <a:gd name="connsiteX16" fmla="*/ 302980 w 605589"/>
                  <a:gd name="connsiteY16" fmla="*/ 0 h 795718"/>
                  <a:gd name="connsiteX17" fmla="*/ 269643 w 605589"/>
                  <a:gd name="connsiteY17" fmla="*/ 14764 h 795718"/>
                  <a:gd name="connsiteX18" fmla="*/ 51044 w 605589"/>
                  <a:gd name="connsiteY18" fmla="*/ 111824 h 795718"/>
                  <a:gd name="connsiteX19" fmla="*/ 371 w 605589"/>
                  <a:gd name="connsiteY19" fmla="*/ 172688 h 795718"/>
                  <a:gd name="connsiteX20" fmla="*/ 371 w 605589"/>
                  <a:gd name="connsiteY20" fmla="*/ 428625 h 795718"/>
                  <a:gd name="connsiteX21" fmla="*/ 6181 w 605589"/>
                  <a:gd name="connsiteY21" fmla="*/ 497776 h 79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5589" h="795718">
                    <a:moveTo>
                      <a:pt x="6277" y="497872"/>
                    </a:moveTo>
                    <a:cubicBezTo>
                      <a:pt x="17897" y="553784"/>
                      <a:pt x="42472" y="603218"/>
                      <a:pt x="84477" y="652558"/>
                    </a:cubicBezTo>
                    <a:cubicBezTo>
                      <a:pt x="136579" y="711803"/>
                      <a:pt x="200301" y="757904"/>
                      <a:pt x="284311" y="792385"/>
                    </a:cubicBezTo>
                    <a:cubicBezTo>
                      <a:pt x="290122" y="794004"/>
                      <a:pt x="295932" y="795719"/>
                      <a:pt x="301647" y="795719"/>
                    </a:cubicBezTo>
                    <a:lnTo>
                      <a:pt x="301647" y="795719"/>
                    </a:lnTo>
                    <a:cubicBezTo>
                      <a:pt x="310315" y="795719"/>
                      <a:pt x="317554" y="794099"/>
                      <a:pt x="323364" y="790765"/>
                    </a:cubicBezTo>
                    <a:lnTo>
                      <a:pt x="345081" y="780860"/>
                    </a:lnTo>
                    <a:cubicBezTo>
                      <a:pt x="362416" y="772668"/>
                      <a:pt x="379847" y="764381"/>
                      <a:pt x="397183" y="752856"/>
                    </a:cubicBezTo>
                    <a:cubicBezTo>
                      <a:pt x="462334" y="713327"/>
                      <a:pt x="513007" y="667322"/>
                      <a:pt x="550630" y="609695"/>
                    </a:cubicBezTo>
                    <a:cubicBezTo>
                      <a:pt x="583968" y="560356"/>
                      <a:pt x="601303" y="506063"/>
                      <a:pt x="604161" y="451771"/>
                    </a:cubicBezTo>
                    <a:cubicBezTo>
                      <a:pt x="605590" y="415576"/>
                      <a:pt x="605590" y="377762"/>
                      <a:pt x="605590" y="341567"/>
                    </a:cubicBezTo>
                    <a:lnTo>
                      <a:pt x="605590" y="171164"/>
                    </a:lnTo>
                    <a:cubicBezTo>
                      <a:pt x="605590" y="139922"/>
                      <a:pt x="588254" y="118491"/>
                      <a:pt x="559298" y="113538"/>
                    </a:cubicBezTo>
                    <a:lnTo>
                      <a:pt x="547678" y="111919"/>
                    </a:lnTo>
                    <a:cubicBezTo>
                      <a:pt x="531771" y="110300"/>
                      <a:pt x="515864" y="106966"/>
                      <a:pt x="501386" y="103727"/>
                    </a:cubicBezTo>
                    <a:cubicBezTo>
                      <a:pt x="447856" y="90583"/>
                      <a:pt x="395659" y="62579"/>
                      <a:pt x="337747" y="16478"/>
                    </a:cubicBezTo>
                    <a:cubicBezTo>
                      <a:pt x="327650" y="8287"/>
                      <a:pt x="317458" y="0"/>
                      <a:pt x="302980" y="0"/>
                    </a:cubicBezTo>
                    <a:cubicBezTo>
                      <a:pt x="288502" y="0"/>
                      <a:pt x="278406" y="8192"/>
                      <a:pt x="269643" y="14764"/>
                    </a:cubicBezTo>
                    <a:cubicBezTo>
                      <a:pt x="191443" y="75628"/>
                      <a:pt x="122005" y="106871"/>
                      <a:pt x="51044" y="111824"/>
                    </a:cubicBezTo>
                    <a:cubicBezTo>
                      <a:pt x="32185" y="113443"/>
                      <a:pt x="371" y="121730"/>
                      <a:pt x="371" y="172688"/>
                    </a:cubicBezTo>
                    <a:lnTo>
                      <a:pt x="371" y="428625"/>
                    </a:lnTo>
                    <a:cubicBezTo>
                      <a:pt x="-1058" y="450056"/>
                      <a:pt x="1800" y="473012"/>
                      <a:pt x="6181" y="497776"/>
                    </a:cubicBezTo>
                    <a:close/>
                  </a:path>
                </a:pathLst>
              </a:custGeom>
              <a:noFill/>
              <a:ln w="15875" cap="rnd">
                <a:solidFill>
                  <a:schemeClr val="accent4"/>
                </a:solidFill>
                <a:prstDash val="solid"/>
                <a:round/>
              </a:ln>
            </p:spPr>
            <p:txBody>
              <a:bodyPr rtlCol="0" anchor="ctr"/>
              <a:lstStyle/>
              <a:p>
                <a:endParaRPr lang="en-IN" dirty="0"/>
              </a:p>
            </p:txBody>
          </p:sp>
          <p:grpSp>
            <p:nvGrpSpPr>
              <p:cNvPr id="25" name="Graphic 4">
                <a:extLst>
                  <a:ext uri="{FF2B5EF4-FFF2-40B4-BE49-F238E27FC236}">
                    <a16:creationId xmlns:a16="http://schemas.microsoft.com/office/drawing/2014/main" id="{0AA34925-C6A4-154F-8A44-410F6B7B4E5E}"/>
                  </a:ext>
                </a:extLst>
              </p:cNvPr>
              <p:cNvGrpSpPr/>
              <p:nvPr/>
            </p:nvGrpSpPr>
            <p:grpSpPr>
              <a:xfrm>
                <a:off x="5950076" y="3218687"/>
                <a:ext cx="287845" cy="374903"/>
                <a:chOff x="5950076" y="3218687"/>
                <a:chExt cx="287845" cy="374903"/>
              </a:xfrm>
              <a:noFill/>
            </p:grpSpPr>
            <p:sp>
              <p:nvSpPr>
                <p:cNvPr id="26" name="Freeform: Shape 25">
                  <a:extLst>
                    <a:ext uri="{FF2B5EF4-FFF2-40B4-BE49-F238E27FC236}">
                      <a16:creationId xmlns:a16="http://schemas.microsoft.com/office/drawing/2014/main" id="{DB3C1FDD-7727-B7C0-F3BC-93BBB49FED53}"/>
                    </a:ext>
                  </a:extLst>
                </p:cNvPr>
                <p:cNvSpPr/>
                <p:nvPr/>
              </p:nvSpPr>
              <p:spPr>
                <a:xfrm>
                  <a:off x="5950076" y="3363848"/>
                  <a:ext cx="287845" cy="229743"/>
                </a:xfrm>
                <a:custGeom>
                  <a:avLst/>
                  <a:gdLst>
                    <a:gd name="connsiteX0" fmla="*/ 263843 w 287845"/>
                    <a:gd name="connsiteY0" fmla="*/ 0 h 229743"/>
                    <a:gd name="connsiteX1" fmla="*/ 287846 w 287845"/>
                    <a:gd name="connsiteY1" fmla="*/ 24003 h 229743"/>
                    <a:gd name="connsiteX2" fmla="*/ 287846 w 287845"/>
                    <a:gd name="connsiteY2" fmla="*/ 205740 h 229743"/>
                    <a:gd name="connsiteX3" fmla="*/ 263843 w 287845"/>
                    <a:gd name="connsiteY3" fmla="*/ 229743 h 229743"/>
                    <a:gd name="connsiteX4" fmla="*/ 24003 w 287845"/>
                    <a:gd name="connsiteY4" fmla="*/ 229743 h 229743"/>
                    <a:gd name="connsiteX5" fmla="*/ 0 w 287845"/>
                    <a:gd name="connsiteY5" fmla="*/ 205740 h 229743"/>
                    <a:gd name="connsiteX6" fmla="*/ 0 w 287845"/>
                    <a:gd name="connsiteY6" fmla="*/ 24003 h 229743"/>
                    <a:gd name="connsiteX7" fmla="*/ 24003 w 287845"/>
                    <a:gd name="connsiteY7" fmla="*/ 0 h 22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7845" h="229743">
                      <a:moveTo>
                        <a:pt x="263843" y="0"/>
                      </a:moveTo>
                      <a:cubicBezTo>
                        <a:pt x="277099" y="0"/>
                        <a:pt x="287846" y="10747"/>
                        <a:pt x="287846" y="24003"/>
                      </a:cubicBezTo>
                      <a:lnTo>
                        <a:pt x="287846" y="205740"/>
                      </a:lnTo>
                      <a:cubicBezTo>
                        <a:pt x="287846" y="218997"/>
                        <a:pt x="277099" y="229743"/>
                        <a:pt x="263843" y="229743"/>
                      </a:cubicBezTo>
                      <a:lnTo>
                        <a:pt x="24003" y="229743"/>
                      </a:lnTo>
                      <a:cubicBezTo>
                        <a:pt x="10747" y="229743"/>
                        <a:pt x="0" y="218997"/>
                        <a:pt x="0" y="205740"/>
                      </a:cubicBezTo>
                      <a:lnTo>
                        <a:pt x="0" y="24003"/>
                      </a:lnTo>
                      <a:cubicBezTo>
                        <a:pt x="0" y="10747"/>
                        <a:pt x="10747" y="0"/>
                        <a:pt x="24003" y="0"/>
                      </a:cubicBezTo>
                      <a:close/>
                    </a:path>
                  </a:pathLst>
                </a:custGeom>
                <a:noFill/>
                <a:ln w="15875" cap="rnd">
                  <a:solidFill>
                    <a:schemeClr val="accent4"/>
                  </a:solidFill>
                  <a:prstDash val="solid"/>
                  <a:round/>
                </a:ln>
              </p:spPr>
              <p:txBody>
                <a:bodyPr rtlCol="0" anchor="ctr"/>
                <a:lstStyle/>
                <a:p>
                  <a:endParaRPr lang="en-IN" dirty="0"/>
                </a:p>
              </p:txBody>
            </p:sp>
            <p:sp>
              <p:nvSpPr>
                <p:cNvPr id="28" name="Freeform: Shape 27">
                  <a:extLst>
                    <a:ext uri="{FF2B5EF4-FFF2-40B4-BE49-F238E27FC236}">
                      <a16:creationId xmlns:a16="http://schemas.microsoft.com/office/drawing/2014/main" id="{C402C14C-2EAF-ED79-5E4D-6E9D55331AE5}"/>
                    </a:ext>
                  </a:extLst>
                </p:cNvPr>
                <p:cNvSpPr/>
                <p:nvPr/>
              </p:nvSpPr>
              <p:spPr>
                <a:xfrm>
                  <a:off x="6004368" y="3218687"/>
                  <a:ext cx="183070" cy="145160"/>
                </a:xfrm>
                <a:custGeom>
                  <a:avLst/>
                  <a:gdLst>
                    <a:gd name="connsiteX0" fmla="*/ 183071 w 183070"/>
                    <a:gd name="connsiteY0" fmla="*/ 145161 h 145160"/>
                    <a:gd name="connsiteX1" fmla="*/ 183071 w 183070"/>
                    <a:gd name="connsiteY1" fmla="*/ 91535 h 145160"/>
                    <a:gd name="connsiteX2" fmla="*/ 91535 w 183070"/>
                    <a:gd name="connsiteY2" fmla="*/ 0 h 145160"/>
                    <a:gd name="connsiteX3" fmla="*/ 91535 w 183070"/>
                    <a:gd name="connsiteY3" fmla="*/ 0 h 145160"/>
                    <a:gd name="connsiteX4" fmla="*/ 0 w 183070"/>
                    <a:gd name="connsiteY4" fmla="*/ 91535 h 145160"/>
                    <a:gd name="connsiteX5" fmla="*/ 0 w 183070"/>
                    <a:gd name="connsiteY5" fmla="*/ 145161 h 14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070" h="145160">
                      <a:moveTo>
                        <a:pt x="183071" y="145161"/>
                      </a:moveTo>
                      <a:lnTo>
                        <a:pt x="183071" y="91535"/>
                      </a:lnTo>
                      <a:cubicBezTo>
                        <a:pt x="183071" y="40957"/>
                        <a:pt x="142113" y="0"/>
                        <a:pt x="91535" y="0"/>
                      </a:cubicBezTo>
                      <a:lnTo>
                        <a:pt x="91535" y="0"/>
                      </a:lnTo>
                      <a:cubicBezTo>
                        <a:pt x="40958" y="0"/>
                        <a:pt x="0" y="40957"/>
                        <a:pt x="0" y="91535"/>
                      </a:cubicBezTo>
                      <a:lnTo>
                        <a:pt x="0" y="145161"/>
                      </a:lnTo>
                    </a:path>
                  </a:pathLst>
                </a:custGeom>
                <a:noFill/>
                <a:ln w="15875" cap="rnd">
                  <a:solidFill>
                    <a:schemeClr val="accent4"/>
                  </a:solidFill>
                  <a:prstDash val="solid"/>
                  <a:round/>
                </a:ln>
              </p:spPr>
              <p:txBody>
                <a:bodyPr rtlCol="0" anchor="ctr"/>
                <a:lstStyle/>
                <a:p>
                  <a:endParaRPr lang="en-IN" dirty="0"/>
                </a:p>
              </p:txBody>
            </p:sp>
            <p:sp>
              <p:nvSpPr>
                <p:cNvPr id="29" name="Freeform: Shape 28">
                  <a:extLst>
                    <a:ext uri="{FF2B5EF4-FFF2-40B4-BE49-F238E27FC236}">
                      <a16:creationId xmlns:a16="http://schemas.microsoft.com/office/drawing/2014/main" id="{CFDCD05F-8780-6009-EDF9-D5E668432358}"/>
                    </a:ext>
                  </a:extLst>
                </p:cNvPr>
                <p:cNvSpPr/>
                <p:nvPr/>
              </p:nvSpPr>
              <p:spPr>
                <a:xfrm>
                  <a:off x="6072472" y="3433285"/>
                  <a:ext cx="51816" cy="103536"/>
                </a:xfrm>
                <a:custGeom>
                  <a:avLst/>
                  <a:gdLst>
                    <a:gd name="connsiteX0" fmla="*/ 51816 w 51816"/>
                    <a:gd name="connsiteY0" fmla="*/ 25908 h 103536"/>
                    <a:gd name="connsiteX1" fmla="*/ 25908 w 51816"/>
                    <a:gd name="connsiteY1" fmla="*/ 0 h 103536"/>
                    <a:gd name="connsiteX2" fmla="*/ 0 w 51816"/>
                    <a:gd name="connsiteY2" fmla="*/ 25908 h 103536"/>
                    <a:gd name="connsiteX3" fmla="*/ 25908 w 51816"/>
                    <a:gd name="connsiteY3" fmla="*/ 51816 h 103536"/>
                    <a:gd name="connsiteX4" fmla="*/ 25908 w 51816"/>
                    <a:gd name="connsiteY4" fmla="*/ 103537 h 103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16" h="103536">
                      <a:moveTo>
                        <a:pt x="51816" y="25908"/>
                      </a:moveTo>
                      <a:cubicBezTo>
                        <a:pt x="51816" y="11620"/>
                        <a:pt x="40195" y="0"/>
                        <a:pt x="25908" y="0"/>
                      </a:cubicBezTo>
                      <a:cubicBezTo>
                        <a:pt x="11620" y="0"/>
                        <a:pt x="0" y="11620"/>
                        <a:pt x="0" y="25908"/>
                      </a:cubicBezTo>
                      <a:cubicBezTo>
                        <a:pt x="0" y="40195"/>
                        <a:pt x="11620" y="51816"/>
                        <a:pt x="25908" y="51816"/>
                      </a:cubicBezTo>
                      <a:lnTo>
                        <a:pt x="25908" y="103537"/>
                      </a:lnTo>
                    </a:path>
                  </a:pathLst>
                </a:custGeom>
                <a:noFill/>
                <a:ln w="15875" cap="rnd">
                  <a:solidFill>
                    <a:schemeClr val="accent4"/>
                  </a:solidFill>
                  <a:prstDash val="solid"/>
                  <a:round/>
                </a:ln>
              </p:spPr>
              <p:txBody>
                <a:bodyPr rtlCol="0" anchor="ctr"/>
                <a:lstStyle/>
                <a:p>
                  <a:endParaRPr lang="en-IN" dirty="0"/>
                </a:p>
              </p:txBody>
            </p:sp>
          </p:grpSp>
        </p:grpSp>
      </p:grpSp>
      <p:grpSp>
        <p:nvGrpSpPr>
          <p:cNvPr id="136" name="Group 135">
            <a:extLst>
              <a:ext uri="{FF2B5EF4-FFF2-40B4-BE49-F238E27FC236}">
                <a16:creationId xmlns:a16="http://schemas.microsoft.com/office/drawing/2014/main" id="{54F98D0D-12AB-A13B-9A42-8F9885D0763B}"/>
              </a:ext>
            </a:extLst>
          </p:cNvPr>
          <p:cNvGrpSpPr/>
          <p:nvPr/>
        </p:nvGrpSpPr>
        <p:grpSpPr>
          <a:xfrm>
            <a:off x="7358513" y="2003204"/>
            <a:ext cx="551083" cy="574496"/>
            <a:chOff x="7169328" y="2084263"/>
            <a:chExt cx="574498" cy="574496"/>
          </a:xfrm>
        </p:grpSpPr>
        <p:sp>
          <p:nvSpPr>
            <p:cNvPr id="19" name="Oval 18">
              <a:extLst>
                <a:ext uri="{FF2B5EF4-FFF2-40B4-BE49-F238E27FC236}">
                  <a16:creationId xmlns:a16="http://schemas.microsoft.com/office/drawing/2014/main" id="{85A0D6B2-1024-1D09-28C6-DDDB09057DC2}"/>
                </a:ext>
              </a:extLst>
            </p:cNvPr>
            <p:cNvSpPr/>
            <p:nvPr/>
          </p:nvSpPr>
          <p:spPr>
            <a:xfrm>
              <a:off x="7169328" y="2084263"/>
              <a:ext cx="574498" cy="574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37" name="Group 36">
              <a:extLst>
                <a:ext uri="{FF2B5EF4-FFF2-40B4-BE49-F238E27FC236}">
                  <a16:creationId xmlns:a16="http://schemas.microsoft.com/office/drawing/2014/main" id="{77FD291E-213A-B9D3-1BE5-CED0CECE7429}"/>
                </a:ext>
              </a:extLst>
            </p:cNvPr>
            <p:cNvGrpSpPr/>
            <p:nvPr/>
          </p:nvGrpSpPr>
          <p:grpSpPr>
            <a:xfrm>
              <a:off x="7276487" y="2236951"/>
              <a:ext cx="360182" cy="302458"/>
              <a:chOff x="6956691" y="2294885"/>
              <a:chExt cx="694322" cy="583049"/>
            </a:xfrm>
          </p:grpSpPr>
          <p:sp>
            <p:nvSpPr>
              <p:cNvPr id="34" name="Freeform: Shape 33">
                <a:extLst>
                  <a:ext uri="{FF2B5EF4-FFF2-40B4-BE49-F238E27FC236}">
                    <a16:creationId xmlns:a16="http://schemas.microsoft.com/office/drawing/2014/main" id="{E2BCD5B6-E1A9-AEB5-4A4A-2BEAC2FC2E60}"/>
                  </a:ext>
                </a:extLst>
              </p:cNvPr>
              <p:cNvSpPr/>
              <p:nvPr/>
            </p:nvSpPr>
            <p:spPr>
              <a:xfrm>
                <a:off x="6956691" y="2294885"/>
                <a:ext cx="473530" cy="455888"/>
              </a:xfrm>
              <a:custGeom>
                <a:avLst/>
                <a:gdLst>
                  <a:gd name="connsiteX0" fmla="*/ 384196 w 473530"/>
                  <a:gd name="connsiteY0" fmla="*/ 0 h 455888"/>
                  <a:gd name="connsiteX1" fmla="*/ 89334 w 473530"/>
                  <a:gd name="connsiteY1" fmla="*/ 0 h 455888"/>
                  <a:gd name="connsiteX2" fmla="*/ 0 w 473530"/>
                  <a:gd name="connsiteY2" fmla="*/ 89334 h 455888"/>
                  <a:gd name="connsiteX3" fmla="*/ 0 w 473530"/>
                  <a:gd name="connsiteY3" fmla="*/ 234471 h 455888"/>
                  <a:gd name="connsiteX4" fmla="*/ 89334 w 473530"/>
                  <a:gd name="connsiteY4" fmla="*/ 323764 h 455888"/>
                  <a:gd name="connsiteX5" fmla="*/ 96841 w 473530"/>
                  <a:gd name="connsiteY5" fmla="*/ 323764 h 455888"/>
                  <a:gd name="connsiteX6" fmla="*/ 97717 w 473530"/>
                  <a:gd name="connsiteY6" fmla="*/ 455889 h 455888"/>
                  <a:gd name="connsiteX7" fmla="*/ 245273 w 473530"/>
                  <a:gd name="connsiteY7" fmla="*/ 323764 h 455888"/>
                  <a:gd name="connsiteX8" fmla="*/ 384196 w 473530"/>
                  <a:gd name="connsiteY8" fmla="*/ 323764 h 455888"/>
                  <a:gd name="connsiteX9" fmla="*/ 473530 w 473530"/>
                  <a:gd name="connsiteY9" fmla="*/ 234471 h 455888"/>
                  <a:gd name="connsiteX10" fmla="*/ 473530 w 473530"/>
                  <a:gd name="connsiteY10" fmla="*/ 89334 h 455888"/>
                  <a:gd name="connsiteX11" fmla="*/ 384196 w 473530"/>
                  <a:gd name="connsiteY11" fmla="*/ 0 h 455888"/>
                  <a:gd name="connsiteX12" fmla="*/ 92796 w 473530"/>
                  <a:gd name="connsiteY12" fmla="*/ 122115 h 455888"/>
                  <a:gd name="connsiteX13" fmla="*/ 396708 w 473530"/>
                  <a:gd name="connsiteY13" fmla="*/ 122115 h 455888"/>
                  <a:gd name="connsiteX14" fmla="*/ 92796 w 473530"/>
                  <a:gd name="connsiteY14" fmla="*/ 213952 h 455888"/>
                  <a:gd name="connsiteX15" fmla="*/ 396708 w 473530"/>
                  <a:gd name="connsiteY15" fmla="*/ 213952 h 45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3530" h="455888">
                    <a:moveTo>
                      <a:pt x="384196" y="0"/>
                    </a:moveTo>
                    <a:lnTo>
                      <a:pt x="89334" y="0"/>
                    </a:lnTo>
                    <a:cubicBezTo>
                      <a:pt x="39996" y="0"/>
                      <a:pt x="0" y="39996"/>
                      <a:pt x="0" y="89334"/>
                    </a:cubicBezTo>
                    <a:lnTo>
                      <a:pt x="0" y="234471"/>
                    </a:lnTo>
                    <a:cubicBezTo>
                      <a:pt x="0" y="283768"/>
                      <a:pt x="39996" y="323764"/>
                      <a:pt x="89334" y="323764"/>
                    </a:cubicBezTo>
                    <a:lnTo>
                      <a:pt x="96841" y="323764"/>
                    </a:lnTo>
                    <a:lnTo>
                      <a:pt x="97717" y="455889"/>
                    </a:lnTo>
                    <a:lnTo>
                      <a:pt x="245273" y="323764"/>
                    </a:lnTo>
                    <a:lnTo>
                      <a:pt x="384196" y="323764"/>
                    </a:lnTo>
                    <a:cubicBezTo>
                      <a:pt x="433534" y="323764"/>
                      <a:pt x="473530" y="283810"/>
                      <a:pt x="473530" y="234471"/>
                    </a:cubicBezTo>
                    <a:lnTo>
                      <a:pt x="473530" y="89334"/>
                    </a:lnTo>
                    <a:cubicBezTo>
                      <a:pt x="473530" y="40038"/>
                      <a:pt x="433534" y="0"/>
                      <a:pt x="384196" y="0"/>
                    </a:cubicBezTo>
                    <a:close/>
                    <a:moveTo>
                      <a:pt x="92796" y="122115"/>
                    </a:moveTo>
                    <a:lnTo>
                      <a:pt x="396708" y="122115"/>
                    </a:lnTo>
                    <a:moveTo>
                      <a:pt x="92796" y="213952"/>
                    </a:moveTo>
                    <a:lnTo>
                      <a:pt x="396708" y="213952"/>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35" name="Freeform: Shape 34">
                <a:extLst>
                  <a:ext uri="{FF2B5EF4-FFF2-40B4-BE49-F238E27FC236}">
                    <a16:creationId xmlns:a16="http://schemas.microsoft.com/office/drawing/2014/main" id="{911A08AC-55D4-7BE1-AB65-CFE8B947C5BD}"/>
                  </a:ext>
                </a:extLst>
              </p:cNvPr>
              <p:cNvSpPr/>
              <p:nvPr/>
            </p:nvSpPr>
            <p:spPr>
              <a:xfrm>
                <a:off x="7183280" y="2422046"/>
                <a:ext cx="467733" cy="455888"/>
              </a:xfrm>
              <a:custGeom>
                <a:avLst/>
                <a:gdLst>
                  <a:gd name="connsiteX0" fmla="*/ 0 w 467733"/>
                  <a:gd name="connsiteY0" fmla="*/ 272591 h 455888"/>
                  <a:gd name="connsiteX1" fmla="*/ 83495 w 467733"/>
                  <a:gd name="connsiteY1" fmla="*/ 323764 h 455888"/>
                  <a:gd name="connsiteX2" fmla="*/ 222418 w 467733"/>
                  <a:gd name="connsiteY2" fmla="*/ 323764 h 455888"/>
                  <a:gd name="connsiteX3" fmla="*/ 370016 w 467733"/>
                  <a:gd name="connsiteY3" fmla="*/ 455889 h 455888"/>
                  <a:gd name="connsiteX4" fmla="*/ 370892 w 467733"/>
                  <a:gd name="connsiteY4" fmla="*/ 323764 h 455888"/>
                  <a:gd name="connsiteX5" fmla="*/ 378399 w 467733"/>
                  <a:gd name="connsiteY5" fmla="*/ 323764 h 455888"/>
                  <a:gd name="connsiteX6" fmla="*/ 467733 w 467733"/>
                  <a:gd name="connsiteY6" fmla="*/ 234471 h 455888"/>
                  <a:gd name="connsiteX7" fmla="*/ 467733 w 467733"/>
                  <a:gd name="connsiteY7" fmla="*/ 89334 h 455888"/>
                  <a:gd name="connsiteX8" fmla="*/ 378399 w 467733"/>
                  <a:gd name="connsiteY8" fmla="*/ 0 h 455888"/>
                  <a:gd name="connsiteX9" fmla="*/ 288064 w 467733"/>
                  <a:gd name="connsiteY9" fmla="*/ 0 h 45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7733" h="455888">
                    <a:moveTo>
                      <a:pt x="0" y="272591"/>
                    </a:moveTo>
                    <a:cubicBezTo>
                      <a:pt x="15306" y="299783"/>
                      <a:pt x="50089" y="323764"/>
                      <a:pt x="83495" y="323764"/>
                    </a:cubicBezTo>
                    <a:lnTo>
                      <a:pt x="222418" y="323764"/>
                    </a:lnTo>
                    <a:lnTo>
                      <a:pt x="370016" y="455889"/>
                    </a:lnTo>
                    <a:lnTo>
                      <a:pt x="370892" y="323764"/>
                    </a:lnTo>
                    <a:lnTo>
                      <a:pt x="378399" y="323764"/>
                    </a:lnTo>
                    <a:cubicBezTo>
                      <a:pt x="427737" y="323764"/>
                      <a:pt x="467733" y="283810"/>
                      <a:pt x="467733" y="234471"/>
                    </a:cubicBezTo>
                    <a:lnTo>
                      <a:pt x="467733" y="89334"/>
                    </a:lnTo>
                    <a:cubicBezTo>
                      <a:pt x="467733" y="40038"/>
                      <a:pt x="427737" y="0"/>
                      <a:pt x="378399" y="0"/>
                    </a:cubicBezTo>
                    <a:lnTo>
                      <a:pt x="288064" y="0"/>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grpSp>
      <p:grpSp>
        <p:nvGrpSpPr>
          <p:cNvPr id="137" name="Group 136">
            <a:extLst>
              <a:ext uri="{FF2B5EF4-FFF2-40B4-BE49-F238E27FC236}">
                <a16:creationId xmlns:a16="http://schemas.microsoft.com/office/drawing/2014/main" id="{ED7079E4-45F1-5BF8-36FF-C317C216A5F9}"/>
              </a:ext>
            </a:extLst>
          </p:cNvPr>
          <p:cNvGrpSpPr/>
          <p:nvPr/>
        </p:nvGrpSpPr>
        <p:grpSpPr>
          <a:xfrm>
            <a:off x="9686742" y="2003204"/>
            <a:ext cx="551083" cy="574496"/>
            <a:chOff x="9596483" y="2084263"/>
            <a:chExt cx="574498" cy="574496"/>
          </a:xfrm>
        </p:grpSpPr>
        <p:sp>
          <p:nvSpPr>
            <p:cNvPr id="20" name="Oval 19">
              <a:extLst>
                <a:ext uri="{FF2B5EF4-FFF2-40B4-BE49-F238E27FC236}">
                  <a16:creationId xmlns:a16="http://schemas.microsoft.com/office/drawing/2014/main" id="{4221EA80-AB4F-07B3-30EA-E573201772EB}"/>
                </a:ext>
              </a:extLst>
            </p:cNvPr>
            <p:cNvSpPr/>
            <p:nvPr/>
          </p:nvSpPr>
          <p:spPr>
            <a:xfrm>
              <a:off x="9596483" y="2084263"/>
              <a:ext cx="574498" cy="574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78" name="Group 77">
              <a:extLst>
                <a:ext uri="{FF2B5EF4-FFF2-40B4-BE49-F238E27FC236}">
                  <a16:creationId xmlns:a16="http://schemas.microsoft.com/office/drawing/2014/main" id="{B3716F17-4306-8C91-4873-DB0F38CBA152}"/>
                </a:ext>
              </a:extLst>
            </p:cNvPr>
            <p:cNvGrpSpPr/>
            <p:nvPr/>
          </p:nvGrpSpPr>
          <p:grpSpPr>
            <a:xfrm>
              <a:off x="9708024" y="2195804"/>
              <a:ext cx="351415" cy="351415"/>
              <a:chOff x="9661201" y="2132823"/>
              <a:chExt cx="445061" cy="445061"/>
            </a:xfrm>
          </p:grpSpPr>
          <p:sp>
            <p:nvSpPr>
              <p:cNvPr id="41" name="Freeform: Shape 40">
                <a:extLst>
                  <a:ext uri="{FF2B5EF4-FFF2-40B4-BE49-F238E27FC236}">
                    <a16:creationId xmlns:a16="http://schemas.microsoft.com/office/drawing/2014/main" id="{BFCC8912-491A-5F12-B744-CE858A06F31A}"/>
                  </a:ext>
                </a:extLst>
              </p:cNvPr>
              <p:cNvSpPr/>
              <p:nvPr/>
            </p:nvSpPr>
            <p:spPr>
              <a:xfrm>
                <a:off x="9718332" y="2189954"/>
                <a:ext cx="325066" cy="325114"/>
              </a:xfrm>
              <a:custGeom>
                <a:avLst/>
                <a:gdLst>
                  <a:gd name="connsiteX0" fmla="*/ 631889 w 648176"/>
                  <a:gd name="connsiteY0" fmla="*/ 0 h 648271"/>
                  <a:gd name="connsiteX1" fmla="*/ 648176 w 648176"/>
                  <a:gd name="connsiteY1" fmla="*/ 16288 h 648271"/>
                  <a:gd name="connsiteX2" fmla="*/ 648176 w 648176"/>
                  <a:gd name="connsiteY2" fmla="*/ 631984 h 648271"/>
                  <a:gd name="connsiteX3" fmla="*/ 631889 w 648176"/>
                  <a:gd name="connsiteY3" fmla="*/ 648271 h 648271"/>
                  <a:gd name="connsiteX4" fmla="*/ 16288 w 648176"/>
                  <a:gd name="connsiteY4" fmla="*/ 648271 h 648271"/>
                  <a:gd name="connsiteX5" fmla="*/ 0 w 648176"/>
                  <a:gd name="connsiteY5" fmla="*/ 631984 h 648271"/>
                  <a:gd name="connsiteX6" fmla="*/ 0 w 648176"/>
                  <a:gd name="connsiteY6" fmla="*/ 16288 h 648271"/>
                  <a:gd name="connsiteX7" fmla="*/ 16288 w 648176"/>
                  <a:gd name="connsiteY7" fmla="*/ 0 h 64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8176" h="648271">
                    <a:moveTo>
                      <a:pt x="631889" y="0"/>
                    </a:moveTo>
                    <a:cubicBezTo>
                      <a:pt x="640884" y="0"/>
                      <a:pt x="648176" y="7292"/>
                      <a:pt x="648176" y="16288"/>
                    </a:cubicBezTo>
                    <a:lnTo>
                      <a:pt x="648176" y="631984"/>
                    </a:lnTo>
                    <a:cubicBezTo>
                      <a:pt x="648176" y="640979"/>
                      <a:pt x="640884" y="648271"/>
                      <a:pt x="631889" y="648271"/>
                    </a:cubicBezTo>
                    <a:lnTo>
                      <a:pt x="16288" y="648271"/>
                    </a:lnTo>
                    <a:cubicBezTo>
                      <a:pt x="7292" y="648271"/>
                      <a:pt x="0" y="640979"/>
                      <a:pt x="0" y="631984"/>
                    </a:cubicBezTo>
                    <a:lnTo>
                      <a:pt x="0" y="16288"/>
                    </a:lnTo>
                    <a:cubicBezTo>
                      <a:pt x="0" y="7292"/>
                      <a:pt x="7292" y="0"/>
                      <a:pt x="16288" y="0"/>
                    </a:cubicBezTo>
                    <a:close/>
                  </a:path>
                </a:pathLst>
              </a:custGeom>
              <a:noFill/>
              <a:ln w="15875" cap="rnd">
                <a:solidFill>
                  <a:schemeClr val="accent4"/>
                </a:solidFill>
                <a:prstDash val="solid"/>
                <a:round/>
              </a:ln>
            </p:spPr>
            <p:txBody>
              <a:bodyPr rtlCol="0" anchor="ctr"/>
              <a:lstStyle/>
              <a:p>
                <a:endParaRPr lang="en-IN" dirty="0"/>
              </a:p>
            </p:txBody>
          </p:sp>
          <p:grpSp>
            <p:nvGrpSpPr>
              <p:cNvPr id="42" name="Graphic 38">
                <a:extLst>
                  <a:ext uri="{FF2B5EF4-FFF2-40B4-BE49-F238E27FC236}">
                    <a16:creationId xmlns:a16="http://schemas.microsoft.com/office/drawing/2014/main" id="{92B7E3F2-3182-9B05-2517-4A1909674780}"/>
                  </a:ext>
                </a:extLst>
              </p:cNvPr>
              <p:cNvGrpSpPr/>
              <p:nvPr/>
            </p:nvGrpSpPr>
            <p:grpSpPr>
              <a:xfrm>
                <a:off x="9772836" y="2132823"/>
                <a:ext cx="216058" cy="57131"/>
                <a:chOff x="-1115664" y="2453217"/>
                <a:chExt cx="430815" cy="113919"/>
              </a:xfrm>
            </p:grpSpPr>
            <p:sp>
              <p:nvSpPr>
                <p:cNvPr id="43" name="Freeform: Shape 42">
                  <a:extLst>
                    <a:ext uri="{FF2B5EF4-FFF2-40B4-BE49-F238E27FC236}">
                      <a16:creationId xmlns:a16="http://schemas.microsoft.com/office/drawing/2014/main" id="{64B9CEDE-8B0A-A871-0E9B-F733116B68A4}"/>
                    </a:ext>
                  </a:extLst>
                </p:cNvPr>
                <p:cNvSpPr/>
                <p:nvPr/>
              </p:nvSpPr>
              <p:spPr>
                <a:xfrm>
                  <a:off x="-684848" y="2453217"/>
                  <a:ext cx="9525" cy="113919"/>
                </a:xfrm>
                <a:custGeom>
                  <a:avLst/>
                  <a:gdLst>
                    <a:gd name="connsiteX0" fmla="*/ 0 w 9525"/>
                    <a:gd name="connsiteY0" fmla="*/ 0 h 113919"/>
                    <a:gd name="connsiteX1" fmla="*/ 0 w 9525"/>
                    <a:gd name="connsiteY1" fmla="*/ 113919 h 113919"/>
                  </a:gdLst>
                  <a:ahLst/>
                  <a:cxnLst>
                    <a:cxn ang="0">
                      <a:pos x="connsiteX0" y="connsiteY0"/>
                    </a:cxn>
                    <a:cxn ang="0">
                      <a:pos x="connsiteX1" y="connsiteY1"/>
                    </a:cxn>
                  </a:cxnLst>
                  <a:rect l="l" t="t" r="r" b="b"/>
                  <a:pathLst>
                    <a:path w="9525" h="113919">
                      <a:moveTo>
                        <a:pt x="0" y="0"/>
                      </a:moveTo>
                      <a:lnTo>
                        <a:pt x="0" y="113919"/>
                      </a:lnTo>
                    </a:path>
                  </a:pathLst>
                </a:custGeom>
                <a:ln w="15875" cap="rnd">
                  <a:solidFill>
                    <a:schemeClr val="accent4"/>
                  </a:solidFill>
                  <a:prstDash val="solid"/>
                  <a:round/>
                </a:ln>
              </p:spPr>
              <p:txBody>
                <a:bodyPr rtlCol="0" anchor="ctr"/>
                <a:lstStyle/>
                <a:p>
                  <a:endParaRPr lang="en-IN" dirty="0"/>
                </a:p>
              </p:txBody>
            </p:sp>
            <p:sp>
              <p:nvSpPr>
                <p:cNvPr id="44" name="Freeform: Shape 43">
                  <a:extLst>
                    <a:ext uri="{FF2B5EF4-FFF2-40B4-BE49-F238E27FC236}">
                      <a16:creationId xmlns:a16="http://schemas.microsoft.com/office/drawing/2014/main" id="{AC51FCAF-D469-3A69-B103-E5AA7C0D813A}"/>
                    </a:ext>
                  </a:extLst>
                </p:cNvPr>
                <p:cNvSpPr/>
                <p:nvPr/>
              </p:nvSpPr>
              <p:spPr>
                <a:xfrm>
                  <a:off x="-900208" y="2453217"/>
                  <a:ext cx="9525" cy="113919"/>
                </a:xfrm>
                <a:custGeom>
                  <a:avLst/>
                  <a:gdLst>
                    <a:gd name="connsiteX0" fmla="*/ 0 w 9525"/>
                    <a:gd name="connsiteY0" fmla="*/ 0 h 113919"/>
                    <a:gd name="connsiteX1" fmla="*/ 0 w 9525"/>
                    <a:gd name="connsiteY1" fmla="*/ 113919 h 113919"/>
                  </a:gdLst>
                  <a:ahLst/>
                  <a:cxnLst>
                    <a:cxn ang="0">
                      <a:pos x="connsiteX0" y="connsiteY0"/>
                    </a:cxn>
                    <a:cxn ang="0">
                      <a:pos x="connsiteX1" y="connsiteY1"/>
                    </a:cxn>
                  </a:cxnLst>
                  <a:rect l="l" t="t" r="r" b="b"/>
                  <a:pathLst>
                    <a:path w="9525" h="113919">
                      <a:moveTo>
                        <a:pt x="0" y="0"/>
                      </a:moveTo>
                      <a:lnTo>
                        <a:pt x="0" y="113919"/>
                      </a:lnTo>
                    </a:path>
                  </a:pathLst>
                </a:custGeom>
                <a:ln w="15875" cap="rnd">
                  <a:solidFill>
                    <a:schemeClr val="accent4"/>
                  </a:solidFill>
                  <a:prstDash val="solid"/>
                  <a:round/>
                </a:ln>
              </p:spPr>
              <p:txBody>
                <a:bodyPr rtlCol="0" anchor="ctr"/>
                <a:lstStyle/>
                <a:p>
                  <a:endParaRPr lang="en-IN" dirty="0"/>
                </a:p>
              </p:txBody>
            </p:sp>
            <p:sp>
              <p:nvSpPr>
                <p:cNvPr id="45" name="Freeform: Shape 44">
                  <a:extLst>
                    <a:ext uri="{FF2B5EF4-FFF2-40B4-BE49-F238E27FC236}">
                      <a16:creationId xmlns:a16="http://schemas.microsoft.com/office/drawing/2014/main" id="{698B7FEE-C614-7005-7D85-BCDDC944E4E3}"/>
                    </a:ext>
                  </a:extLst>
                </p:cNvPr>
                <p:cNvSpPr/>
                <p:nvPr/>
              </p:nvSpPr>
              <p:spPr>
                <a:xfrm>
                  <a:off x="-1115664" y="2453217"/>
                  <a:ext cx="9525" cy="113919"/>
                </a:xfrm>
                <a:custGeom>
                  <a:avLst/>
                  <a:gdLst>
                    <a:gd name="connsiteX0" fmla="*/ 0 w 9525"/>
                    <a:gd name="connsiteY0" fmla="*/ 0 h 113919"/>
                    <a:gd name="connsiteX1" fmla="*/ 0 w 9525"/>
                    <a:gd name="connsiteY1" fmla="*/ 113919 h 113919"/>
                  </a:gdLst>
                  <a:ahLst/>
                  <a:cxnLst>
                    <a:cxn ang="0">
                      <a:pos x="connsiteX0" y="connsiteY0"/>
                    </a:cxn>
                    <a:cxn ang="0">
                      <a:pos x="connsiteX1" y="connsiteY1"/>
                    </a:cxn>
                  </a:cxnLst>
                  <a:rect l="l" t="t" r="r" b="b"/>
                  <a:pathLst>
                    <a:path w="9525" h="113919">
                      <a:moveTo>
                        <a:pt x="0" y="0"/>
                      </a:moveTo>
                      <a:lnTo>
                        <a:pt x="0" y="113919"/>
                      </a:lnTo>
                    </a:path>
                  </a:pathLst>
                </a:custGeom>
                <a:ln w="15875" cap="rnd">
                  <a:solidFill>
                    <a:schemeClr val="accent4"/>
                  </a:solidFill>
                  <a:prstDash val="solid"/>
                  <a:round/>
                </a:ln>
              </p:spPr>
              <p:txBody>
                <a:bodyPr rtlCol="0" anchor="ctr"/>
                <a:lstStyle/>
                <a:p>
                  <a:endParaRPr lang="en-IN" dirty="0"/>
                </a:p>
              </p:txBody>
            </p:sp>
          </p:grpSp>
          <p:grpSp>
            <p:nvGrpSpPr>
              <p:cNvPr id="46" name="Graphic 38">
                <a:extLst>
                  <a:ext uri="{FF2B5EF4-FFF2-40B4-BE49-F238E27FC236}">
                    <a16:creationId xmlns:a16="http://schemas.microsoft.com/office/drawing/2014/main" id="{F9306ADC-ED51-C7C1-4A83-F5E375A230C4}"/>
                  </a:ext>
                </a:extLst>
              </p:cNvPr>
              <p:cNvGrpSpPr/>
              <p:nvPr/>
            </p:nvGrpSpPr>
            <p:grpSpPr>
              <a:xfrm>
                <a:off x="9772836" y="2520753"/>
                <a:ext cx="216058" cy="57131"/>
                <a:chOff x="-1115664" y="3226742"/>
                <a:chExt cx="430815" cy="113919"/>
              </a:xfrm>
            </p:grpSpPr>
            <p:sp>
              <p:nvSpPr>
                <p:cNvPr id="47" name="Freeform: Shape 46">
                  <a:extLst>
                    <a:ext uri="{FF2B5EF4-FFF2-40B4-BE49-F238E27FC236}">
                      <a16:creationId xmlns:a16="http://schemas.microsoft.com/office/drawing/2014/main" id="{87F36437-41CB-9D8B-0164-081E2106DDB4}"/>
                    </a:ext>
                  </a:extLst>
                </p:cNvPr>
                <p:cNvSpPr/>
                <p:nvPr/>
              </p:nvSpPr>
              <p:spPr>
                <a:xfrm>
                  <a:off x="-684848" y="3226742"/>
                  <a:ext cx="9525" cy="113919"/>
                </a:xfrm>
                <a:custGeom>
                  <a:avLst/>
                  <a:gdLst>
                    <a:gd name="connsiteX0" fmla="*/ 0 w 9525"/>
                    <a:gd name="connsiteY0" fmla="*/ 0 h 113919"/>
                    <a:gd name="connsiteX1" fmla="*/ 0 w 9525"/>
                    <a:gd name="connsiteY1" fmla="*/ 113919 h 113919"/>
                  </a:gdLst>
                  <a:ahLst/>
                  <a:cxnLst>
                    <a:cxn ang="0">
                      <a:pos x="connsiteX0" y="connsiteY0"/>
                    </a:cxn>
                    <a:cxn ang="0">
                      <a:pos x="connsiteX1" y="connsiteY1"/>
                    </a:cxn>
                  </a:cxnLst>
                  <a:rect l="l" t="t" r="r" b="b"/>
                  <a:pathLst>
                    <a:path w="9525" h="113919">
                      <a:moveTo>
                        <a:pt x="0" y="0"/>
                      </a:moveTo>
                      <a:lnTo>
                        <a:pt x="0" y="113919"/>
                      </a:lnTo>
                    </a:path>
                  </a:pathLst>
                </a:custGeom>
                <a:ln w="15875" cap="rnd">
                  <a:solidFill>
                    <a:schemeClr val="accent4"/>
                  </a:solidFill>
                  <a:prstDash val="solid"/>
                  <a:round/>
                </a:ln>
              </p:spPr>
              <p:txBody>
                <a:bodyPr rtlCol="0" anchor="ctr"/>
                <a:lstStyle/>
                <a:p>
                  <a:endParaRPr lang="en-IN" dirty="0"/>
                </a:p>
              </p:txBody>
            </p:sp>
            <p:sp>
              <p:nvSpPr>
                <p:cNvPr id="48" name="Freeform: Shape 47">
                  <a:extLst>
                    <a:ext uri="{FF2B5EF4-FFF2-40B4-BE49-F238E27FC236}">
                      <a16:creationId xmlns:a16="http://schemas.microsoft.com/office/drawing/2014/main" id="{C5C0FE24-CEF0-44C0-B9FD-7F931F5A2142}"/>
                    </a:ext>
                  </a:extLst>
                </p:cNvPr>
                <p:cNvSpPr/>
                <p:nvPr/>
              </p:nvSpPr>
              <p:spPr>
                <a:xfrm>
                  <a:off x="-900208" y="3226742"/>
                  <a:ext cx="9525" cy="113919"/>
                </a:xfrm>
                <a:custGeom>
                  <a:avLst/>
                  <a:gdLst>
                    <a:gd name="connsiteX0" fmla="*/ 0 w 9525"/>
                    <a:gd name="connsiteY0" fmla="*/ 0 h 113919"/>
                    <a:gd name="connsiteX1" fmla="*/ 0 w 9525"/>
                    <a:gd name="connsiteY1" fmla="*/ 113919 h 113919"/>
                  </a:gdLst>
                  <a:ahLst/>
                  <a:cxnLst>
                    <a:cxn ang="0">
                      <a:pos x="connsiteX0" y="connsiteY0"/>
                    </a:cxn>
                    <a:cxn ang="0">
                      <a:pos x="connsiteX1" y="connsiteY1"/>
                    </a:cxn>
                  </a:cxnLst>
                  <a:rect l="l" t="t" r="r" b="b"/>
                  <a:pathLst>
                    <a:path w="9525" h="113919">
                      <a:moveTo>
                        <a:pt x="0" y="0"/>
                      </a:moveTo>
                      <a:lnTo>
                        <a:pt x="0" y="113919"/>
                      </a:lnTo>
                    </a:path>
                  </a:pathLst>
                </a:custGeom>
                <a:ln w="15875" cap="rnd">
                  <a:solidFill>
                    <a:schemeClr val="accent4"/>
                  </a:solidFill>
                  <a:prstDash val="solid"/>
                  <a:round/>
                </a:ln>
              </p:spPr>
              <p:txBody>
                <a:bodyPr rtlCol="0" anchor="ctr"/>
                <a:lstStyle/>
                <a:p>
                  <a:endParaRPr lang="en-IN" dirty="0"/>
                </a:p>
              </p:txBody>
            </p:sp>
            <p:sp>
              <p:nvSpPr>
                <p:cNvPr id="49" name="Freeform: Shape 48">
                  <a:extLst>
                    <a:ext uri="{FF2B5EF4-FFF2-40B4-BE49-F238E27FC236}">
                      <a16:creationId xmlns:a16="http://schemas.microsoft.com/office/drawing/2014/main" id="{3A5DA36C-A9BB-C241-A833-6ADCBF02E501}"/>
                    </a:ext>
                  </a:extLst>
                </p:cNvPr>
                <p:cNvSpPr/>
                <p:nvPr/>
              </p:nvSpPr>
              <p:spPr>
                <a:xfrm>
                  <a:off x="-1115664" y="3226742"/>
                  <a:ext cx="9525" cy="113919"/>
                </a:xfrm>
                <a:custGeom>
                  <a:avLst/>
                  <a:gdLst>
                    <a:gd name="connsiteX0" fmla="*/ 0 w 9525"/>
                    <a:gd name="connsiteY0" fmla="*/ 0 h 113919"/>
                    <a:gd name="connsiteX1" fmla="*/ 0 w 9525"/>
                    <a:gd name="connsiteY1" fmla="*/ 113919 h 113919"/>
                  </a:gdLst>
                  <a:ahLst/>
                  <a:cxnLst>
                    <a:cxn ang="0">
                      <a:pos x="connsiteX0" y="connsiteY0"/>
                    </a:cxn>
                    <a:cxn ang="0">
                      <a:pos x="connsiteX1" y="connsiteY1"/>
                    </a:cxn>
                  </a:cxnLst>
                  <a:rect l="l" t="t" r="r" b="b"/>
                  <a:pathLst>
                    <a:path w="9525" h="113919">
                      <a:moveTo>
                        <a:pt x="0" y="0"/>
                      </a:moveTo>
                      <a:lnTo>
                        <a:pt x="0" y="113919"/>
                      </a:lnTo>
                    </a:path>
                  </a:pathLst>
                </a:custGeom>
                <a:ln w="15875" cap="rnd">
                  <a:solidFill>
                    <a:schemeClr val="accent4"/>
                  </a:solidFill>
                  <a:prstDash val="solid"/>
                  <a:round/>
                </a:ln>
              </p:spPr>
              <p:txBody>
                <a:bodyPr rtlCol="0" anchor="ctr"/>
                <a:lstStyle/>
                <a:p>
                  <a:endParaRPr lang="en-IN" dirty="0"/>
                </a:p>
              </p:txBody>
            </p:sp>
          </p:grpSp>
          <p:grpSp>
            <p:nvGrpSpPr>
              <p:cNvPr id="50" name="Graphic 38">
                <a:extLst>
                  <a:ext uri="{FF2B5EF4-FFF2-40B4-BE49-F238E27FC236}">
                    <a16:creationId xmlns:a16="http://schemas.microsoft.com/office/drawing/2014/main" id="{FAAED078-17A2-95C8-5D66-D42C2BE3A56B}"/>
                  </a:ext>
                </a:extLst>
              </p:cNvPr>
              <p:cNvGrpSpPr/>
              <p:nvPr/>
            </p:nvGrpSpPr>
            <p:grpSpPr>
              <a:xfrm>
                <a:off x="9661201" y="2244507"/>
                <a:ext cx="57131" cy="216058"/>
                <a:chOff x="-1338263" y="2675912"/>
                <a:chExt cx="113919" cy="430815"/>
              </a:xfrm>
            </p:grpSpPr>
            <p:sp>
              <p:nvSpPr>
                <p:cNvPr id="51" name="Freeform: Shape 50">
                  <a:extLst>
                    <a:ext uri="{FF2B5EF4-FFF2-40B4-BE49-F238E27FC236}">
                      <a16:creationId xmlns:a16="http://schemas.microsoft.com/office/drawing/2014/main" id="{210DF4EF-C6A5-6D95-7CAA-E3942DC7A752}"/>
                    </a:ext>
                  </a:extLst>
                </p:cNvPr>
                <p:cNvSpPr/>
                <p:nvPr/>
              </p:nvSpPr>
              <p:spPr>
                <a:xfrm>
                  <a:off x="-1338263" y="2675912"/>
                  <a:ext cx="113919" cy="9525"/>
                </a:xfrm>
                <a:custGeom>
                  <a:avLst/>
                  <a:gdLst>
                    <a:gd name="connsiteX0" fmla="*/ 0 w 113919"/>
                    <a:gd name="connsiteY0" fmla="*/ 0 h 9525"/>
                    <a:gd name="connsiteX1" fmla="*/ 113919 w 113919"/>
                    <a:gd name="connsiteY1" fmla="*/ 0 h 9525"/>
                  </a:gdLst>
                  <a:ahLst/>
                  <a:cxnLst>
                    <a:cxn ang="0">
                      <a:pos x="connsiteX0" y="connsiteY0"/>
                    </a:cxn>
                    <a:cxn ang="0">
                      <a:pos x="connsiteX1" y="connsiteY1"/>
                    </a:cxn>
                  </a:cxnLst>
                  <a:rect l="l" t="t" r="r" b="b"/>
                  <a:pathLst>
                    <a:path w="113919" h="9525">
                      <a:moveTo>
                        <a:pt x="0" y="0"/>
                      </a:moveTo>
                      <a:lnTo>
                        <a:pt x="113919" y="0"/>
                      </a:lnTo>
                    </a:path>
                  </a:pathLst>
                </a:custGeom>
                <a:ln w="15875" cap="rnd">
                  <a:solidFill>
                    <a:schemeClr val="accent4"/>
                  </a:solidFill>
                  <a:prstDash val="solid"/>
                  <a:round/>
                </a:ln>
              </p:spPr>
              <p:txBody>
                <a:bodyPr rtlCol="0" anchor="ctr"/>
                <a:lstStyle/>
                <a:p>
                  <a:endParaRPr lang="en-IN" dirty="0"/>
                </a:p>
              </p:txBody>
            </p:sp>
            <p:sp>
              <p:nvSpPr>
                <p:cNvPr id="52" name="Freeform: Shape 51">
                  <a:extLst>
                    <a:ext uri="{FF2B5EF4-FFF2-40B4-BE49-F238E27FC236}">
                      <a16:creationId xmlns:a16="http://schemas.microsoft.com/office/drawing/2014/main" id="{8A9097FC-167B-9EA5-C592-CEDCAEBD3C33}"/>
                    </a:ext>
                  </a:extLst>
                </p:cNvPr>
                <p:cNvSpPr/>
                <p:nvPr/>
              </p:nvSpPr>
              <p:spPr>
                <a:xfrm>
                  <a:off x="-1338263" y="2891272"/>
                  <a:ext cx="113919" cy="9525"/>
                </a:xfrm>
                <a:custGeom>
                  <a:avLst/>
                  <a:gdLst>
                    <a:gd name="connsiteX0" fmla="*/ 0 w 113919"/>
                    <a:gd name="connsiteY0" fmla="*/ 0 h 9525"/>
                    <a:gd name="connsiteX1" fmla="*/ 113919 w 113919"/>
                    <a:gd name="connsiteY1" fmla="*/ 0 h 9525"/>
                  </a:gdLst>
                  <a:ahLst/>
                  <a:cxnLst>
                    <a:cxn ang="0">
                      <a:pos x="connsiteX0" y="connsiteY0"/>
                    </a:cxn>
                    <a:cxn ang="0">
                      <a:pos x="connsiteX1" y="connsiteY1"/>
                    </a:cxn>
                  </a:cxnLst>
                  <a:rect l="l" t="t" r="r" b="b"/>
                  <a:pathLst>
                    <a:path w="113919" h="9525">
                      <a:moveTo>
                        <a:pt x="0" y="0"/>
                      </a:moveTo>
                      <a:lnTo>
                        <a:pt x="113919" y="0"/>
                      </a:lnTo>
                    </a:path>
                  </a:pathLst>
                </a:custGeom>
                <a:ln w="15875" cap="rnd">
                  <a:solidFill>
                    <a:schemeClr val="accent4"/>
                  </a:solidFill>
                  <a:prstDash val="solid"/>
                  <a:round/>
                </a:ln>
              </p:spPr>
              <p:txBody>
                <a:bodyPr rtlCol="0" anchor="ctr"/>
                <a:lstStyle/>
                <a:p>
                  <a:endParaRPr lang="en-IN" dirty="0"/>
                </a:p>
              </p:txBody>
            </p:sp>
            <p:sp>
              <p:nvSpPr>
                <p:cNvPr id="53" name="Freeform: Shape 52">
                  <a:extLst>
                    <a:ext uri="{FF2B5EF4-FFF2-40B4-BE49-F238E27FC236}">
                      <a16:creationId xmlns:a16="http://schemas.microsoft.com/office/drawing/2014/main" id="{5E4E839C-13DE-4799-D186-9AA2E206EC79}"/>
                    </a:ext>
                  </a:extLst>
                </p:cNvPr>
                <p:cNvSpPr/>
                <p:nvPr/>
              </p:nvSpPr>
              <p:spPr>
                <a:xfrm>
                  <a:off x="-1338263" y="3106727"/>
                  <a:ext cx="113919" cy="9525"/>
                </a:xfrm>
                <a:custGeom>
                  <a:avLst/>
                  <a:gdLst>
                    <a:gd name="connsiteX0" fmla="*/ 0 w 113919"/>
                    <a:gd name="connsiteY0" fmla="*/ 0 h 9525"/>
                    <a:gd name="connsiteX1" fmla="*/ 113919 w 113919"/>
                    <a:gd name="connsiteY1" fmla="*/ 0 h 9525"/>
                  </a:gdLst>
                  <a:ahLst/>
                  <a:cxnLst>
                    <a:cxn ang="0">
                      <a:pos x="connsiteX0" y="connsiteY0"/>
                    </a:cxn>
                    <a:cxn ang="0">
                      <a:pos x="connsiteX1" y="connsiteY1"/>
                    </a:cxn>
                  </a:cxnLst>
                  <a:rect l="l" t="t" r="r" b="b"/>
                  <a:pathLst>
                    <a:path w="113919" h="9525">
                      <a:moveTo>
                        <a:pt x="0" y="0"/>
                      </a:moveTo>
                      <a:lnTo>
                        <a:pt x="113919" y="0"/>
                      </a:lnTo>
                    </a:path>
                  </a:pathLst>
                </a:custGeom>
                <a:ln w="15875" cap="rnd">
                  <a:solidFill>
                    <a:schemeClr val="accent4"/>
                  </a:solidFill>
                  <a:prstDash val="solid"/>
                  <a:round/>
                </a:ln>
              </p:spPr>
              <p:txBody>
                <a:bodyPr rtlCol="0" anchor="ctr"/>
                <a:lstStyle/>
                <a:p>
                  <a:endParaRPr lang="en-IN" dirty="0"/>
                </a:p>
              </p:txBody>
            </p:sp>
          </p:grpSp>
          <p:grpSp>
            <p:nvGrpSpPr>
              <p:cNvPr id="54" name="Graphic 38">
                <a:extLst>
                  <a:ext uri="{FF2B5EF4-FFF2-40B4-BE49-F238E27FC236}">
                    <a16:creationId xmlns:a16="http://schemas.microsoft.com/office/drawing/2014/main" id="{8B82491F-5B98-2DBD-A648-41745AF01725}"/>
                  </a:ext>
                </a:extLst>
              </p:cNvPr>
              <p:cNvGrpSpPr/>
              <p:nvPr/>
            </p:nvGrpSpPr>
            <p:grpSpPr>
              <a:xfrm>
                <a:off x="10049131" y="2244507"/>
                <a:ext cx="57131" cy="216058"/>
                <a:chOff x="-564738" y="2675912"/>
                <a:chExt cx="113919" cy="430815"/>
              </a:xfrm>
            </p:grpSpPr>
            <p:sp>
              <p:nvSpPr>
                <p:cNvPr id="73" name="Freeform: Shape 72">
                  <a:extLst>
                    <a:ext uri="{FF2B5EF4-FFF2-40B4-BE49-F238E27FC236}">
                      <a16:creationId xmlns:a16="http://schemas.microsoft.com/office/drawing/2014/main" id="{1B391426-F0D7-9B94-F5AD-DA0400C827CE}"/>
                    </a:ext>
                  </a:extLst>
                </p:cNvPr>
                <p:cNvSpPr/>
                <p:nvPr/>
              </p:nvSpPr>
              <p:spPr>
                <a:xfrm>
                  <a:off x="-564738" y="2675912"/>
                  <a:ext cx="113919" cy="9525"/>
                </a:xfrm>
                <a:custGeom>
                  <a:avLst/>
                  <a:gdLst>
                    <a:gd name="connsiteX0" fmla="*/ 0 w 113919"/>
                    <a:gd name="connsiteY0" fmla="*/ 0 h 9525"/>
                    <a:gd name="connsiteX1" fmla="*/ 113919 w 113919"/>
                    <a:gd name="connsiteY1" fmla="*/ 0 h 9525"/>
                  </a:gdLst>
                  <a:ahLst/>
                  <a:cxnLst>
                    <a:cxn ang="0">
                      <a:pos x="connsiteX0" y="connsiteY0"/>
                    </a:cxn>
                    <a:cxn ang="0">
                      <a:pos x="connsiteX1" y="connsiteY1"/>
                    </a:cxn>
                  </a:cxnLst>
                  <a:rect l="l" t="t" r="r" b="b"/>
                  <a:pathLst>
                    <a:path w="113919" h="9525">
                      <a:moveTo>
                        <a:pt x="0" y="0"/>
                      </a:moveTo>
                      <a:lnTo>
                        <a:pt x="113919" y="0"/>
                      </a:lnTo>
                    </a:path>
                  </a:pathLst>
                </a:custGeom>
                <a:ln w="15875" cap="rnd">
                  <a:solidFill>
                    <a:schemeClr val="accent4"/>
                  </a:solidFill>
                  <a:prstDash val="solid"/>
                  <a:round/>
                </a:ln>
              </p:spPr>
              <p:txBody>
                <a:bodyPr rtlCol="0" anchor="ctr"/>
                <a:lstStyle/>
                <a:p>
                  <a:endParaRPr lang="en-IN" dirty="0"/>
                </a:p>
              </p:txBody>
            </p:sp>
            <p:sp>
              <p:nvSpPr>
                <p:cNvPr id="74" name="Freeform: Shape 73">
                  <a:extLst>
                    <a:ext uri="{FF2B5EF4-FFF2-40B4-BE49-F238E27FC236}">
                      <a16:creationId xmlns:a16="http://schemas.microsoft.com/office/drawing/2014/main" id="{17C08F91-036B-8FEF-A639-D26739B90113}"/>
                    </a:ext>
                  </a:extLst>
                </p:cNvPr>
                <p:cNvSpPr/>
                <p:nvPr/>
              </p:nvSpPr>
              <p:spPr>
                <a:xfrm>
                  <a:off x="-564738" y="2891272"/>
                  <a:ext cx="113919" cy="9525"/>
                </a:xfrm>
                <a:custGeom>
                  <a:avLst/>
                  <a:gdLst>
                    <a:gd name="connsiteX0" fmla="*/ 0 w 113919"/>
                    <a:gd name="connsiteY0" fmla="*/ 0 h 9525"/>
                    <a:gd name="connsiteX1" fmla="*/ 113919 w 113919"/>
                    <a:gd name="connsiteY1" fmla="*/ 0 h 9525"/>
                  </a:gdLst>
                  <a:ahLst/>
                  <a:cxnLst>
                    <a:cxn ang="0">
                      <a:pos x="connsiteX0" y="connsiteY0"/>
                    </a:cxn>
                    <a:cxn ang="0">
                      <a:pos x="connsiteX1" y="connsiteY1"/>
                    </a:cxn>
                  </a:cxnLst>
                  <a:rect l="l" t="t" r="r" b="b"/>
                  <a:pathLst>
                    <a:path w="113919" h="9525">
                      <a:moveTo>
                        <a:pt x="0" y="0"/>
                      </a:moveTo>
                      <a:lnTo>
                        <a:pt x="113919" y="0"/>
                      </a:lnTo>
                    </a:path>
                  </a:pathLst>
                </a:custGeom>
                <a:ln w="15875" cap="rnd">
                  <a:solidFill>
                    <a:schemeClr val="accent4"/>
                  </a:solidFill>
                  <a:prstDash val="solid"/>
                  <a:round/>
                </a:ln>
              </p:spPr>
              <p:txBody>
                <a:bodyPr rtlCol="0" anchor="ctr"/>
                <a:lstStyle/>
                <a:p>
                  <a:endParaRPr lang="en-IN" dirty="0"/>
                </a:p>
              </p:txBody>
            </p:sp>
            <p:sp>
              <p:nvSpPr>
                <p:cNvPr id="75" name="Freeform: Shape 74">
                  <a:extLst>
                    <a:ext uri="{FF2B5EF4-FFF2-40B4-BE49-F238E27FC236}">
                      <a16:creationId xmlns:a16="http://schemas.microsoft.com/office/drawing/2014/main" id="{246689EF-FE18-758C-4418-07156CA7D386}"/>
                    </a:ext>
                  </a:extLst>
                </p:cNvPr>
                <p:cNvSpPr/>
                <p:nvPr/>
              </p:nvSpPr>
              <p:spPr>
                <a:xfrm>
                  <a:off x="-564738" y="3106727"/>
                  <a:ext cx="113919" cy="9525"/>
                </a:xfrm>
                <a:custGeom>
                  <a:avLst/>
                  <a:gdLst>
                    <a:gd name="connsiteX0" fmla="*/ 0 w 113919"/>
                    <a:gd name="connsiteY0" fmla="*/ 0 h 9525"/>
                    <a:gd name="connsiteX1" fmla="*/ 113919 w 113919"/>
                    <a:gd name="connsiteY1" fmla="*/ 0 h 9525"/>
                  </a:gdLst>
                  <a:ahLst/>
                  <a:cxnLst>
                    <a:cxn ang="0">
                      <a:pos x="connsiteX0" y="connsiteY0"/>
                    </a:cxn>
                    <a:cxn ang="0">
                      <a:pos x="connsiteX1" y="connsiteY1"/>
                    </a:cxn>
                  </a:cxnLst>
                  <a:rect l="l" t="t" r="r" b="b"/>
                  <a:pathLst>
                    <a:path w="113919" h="9525">
                      <a:moveTo>
                        <a:pt x="0" y="0"/>
                      </a:moveTo>
                      <a:lnTo>
                        <a:pt x="113919" y="0"/>
                      </a:lnTo>
                    </a:path>
                  </a:pathLst>
                </a:custGeom>
                <a:ln w="15875" cap="rnd">
                  <a:solidFill>
                    <a:schemeClr val="accent4"/>
                  </a:solidFill>
                  <a:prstDash val="solid"/>
                  <a:round/>
                </a:ln>
              </p:spPr>
              <p:txBody>
                <a:bodyPr rtlCol="0" anchor="ctr"/>
                <a:lstStyle/>
                <a:p>
                  <a:endParaRPr lang="en-IN" dirty="0"/>
                </a:p>
              </p:txBody>
            </p:sp>
          </p:grpSp>
          <p:sp>
            <p:nvSpPr>
              <p:cNvPr id="76" name="Freeform: Shape 75">
                <a:extLst>
                  <a:ext uri="{FF2B5EF4-FFF2-40B4-BE49-F238E27FC236}">
                    <a16:creationId xmlns:a16="http://schemas.microsoft.com/office/drawing/2014/main" id="{F1C09763-DDE7-A500-8E96-293746290006}"/>
                  </a:ext>
                </a:extLst>
              </p:cNvPr>
              <p:cNvSpPr/>
              <p:nvPr/>
            </p:nvSpPr>
            <p:spPr>
              <a:xfrm>
                <a:off x="9792374" y="2260652"/>
                <a:ext cx="177031" cy="183718"/>
              </a:xfrm>
              <a:custGeom>
                <a:avLst/>
                <a:gdLst>
                  <a:gd name="connsiteX0" fmla="*/ 0 w 352996"/>
                  <a:gd name="connsiteY0" fmla="*/ 0 h 366331"/>
                  <a:gd name="connsiteX1" fmla="*/ 352996 w 352996"/>
                  <a:gd name="connsiteY1" fmla="*/ 0 h 366331"/>
                  <a:gd name="connsiteX2" fmla="*/ 352996 w 352996"/>
                  <a:gd name="connsiteY2" fmla="*/ 366332 h 366331"/>
                  <a:gd name="connsiteX3" fmla="*/ 0 w 352996"/>
                  <a:gd name="connsiteY3" fmla="*/ 366332 h 366331"/>
                </a:gdLst>
                <a:ahLst/>
                <a:cxnLst>
                  <a:cxn ang="0">
                    <a:pos x="connsiteX0" y="connsiteY0"/>
                  </a:cxn>
                  <a:cxn ang="0">
                    <a:pos x="connsiteX1" y="connsiteY1"/>
                  </a:cxn>
                  <a:cxn ang="0">
                    <a:pos x="connsiteX2" y="connsiteY2"/>
                  </a:cxn>
                  <a:cxn ang="0">
                    <a:pos x="connsiteX3" y="connsiteY3"/>
                  </a:cxn>
                </a:cxnLst>
                <a:rect l="l" t="t" r="r" b="b"/>
                <a:pathLst>
                  <a:path w="352996" h="366331">
                    <a:moveTo>
                      <a:pt x="0" y="0"/>
                    </a:moveTo>
                    <a:lnTo>
                      <a:pt x="352996" y="0"/>
                    </a:lnTo>
                    <a:lnTo>
                      <a:pt x="352996" y="366332"/>
                    </a:lnTo>
                    <a:lnTo>
                      <a:pt x="0" y="366332"/>
                    </a:lnTo>
                    <a:close/>
                  </a:path>
                </a:pathLst>
              </a:custGeom>
              <a:noFill/>
              <a:ln w="15875" cap="rnd">
                <a:solidFill>
                  <a:schemeClr val="accent4"/>
                </a:solidFill>
                <a:prstDash val="solid"/>
                <a:round/>
              </a:ln>
            </p:spPr>
            <p:txBody>
              <a:bodyPr rtlCol="0" anchor="ctr"/>
              <a:lstStyle/>
              <a:p>
                <a:endParaRPr lang="en-IN" dirty="0"/>
              </a:p>
            </p:txBody>
          </p:sp>
        </p:grpSp>
      </p:grpSp>
      <p:grpSp>
        <p:nvGrpSpPr>
          <p:cNvPr id="140" name="Group 139">
            <a:extLst>
              <a:ext uri="{FF2B5EF4-FFF2-40B4-BE49-F238E27FC236}">
                <a16:creationId xmlns:a16="http://schemas.microsoft.com/office/drawing/2014/main" id="{1BB72E89-8AA8-2F7A-E700-32091505C447}"/>
              </a:ext>
            </a:extLst>
          </p:cNvPr>
          <p:cNvGrpSpPr/>
          <p:nvPr/>
        </p:nvGrpSpPr>
        <p:grpSpPr>
          <a:xfrm>
            <a:off x="5030283" y="2898984"/>
            <a:ext cx="551083" cy="574496"/>
            <a:chOff x="4742173" y="2980043"/>
            <a:chExt cx="574498" cy="574496"/>
          </a:xfrm>
        </p:grpSpPr>
        <p:sp>
          <p:nvSpPr>
            <p:cNvPr id="21" name="Oval 20">
              <a:extLst>
                <a:ext uri="{FF2B5EF4-FFF2-40B4-BE49-F238E27FC236}">
                  <a16:creationId xmlns:a16="http://schemas.microsoft.com/office/drawing/2014/main" id="{EE2582C6-3CC4-75BA-B7BC-0DB840B3558F}"/>
                </a:ext>
              </a:extLst>
            </p:cNvPr>
            <p:cNvSpPr/>
            <p:nvPr/>
          </p:nvSpPr>
          <p:spPr>
            <a:xfrm>
              <a:off x="4742173" y="2980043"/>
              <a:ext cx="574498" cy="574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98" name="Group 97">
              <a:extLst>
                <a:ext uri="{FF2B5EF4-FFF2-40B4-BE49-F238E27FC236}">
                  <a16:creationId xmlns:a16="http://schemas.microsoft.com/office/drawing/2014/main" id="{6E96BFF6-7FED-6C37-3532-C91527FAEC1E}"/>
                </a:ext>
              </a:extLst>
            </p:cNvPr>
            <p:cNvGrpSpPr/>
            <p:nvPr/>
          </p:nvGrpSpPr>
          <p:grpSpPr>
            <a:xfrm>
              <a:off x="4835105" y="3069431"/>
              <a:ext cx="374346" cy="395720"/>
              <a:chOff x="-734199" y="2583471"/>
              <a:chExt cx="473447" cy="500481"/>
            </a:xfrm>
          </p:grpSpPr>
          <p:sp>
            <p:nvSpPr>
              <p:cNvPr id="82" name="Freeform: Shape 81">
                <a:extLst>
                  <a:ext uri="{FF2B5EF4-FFF2-40B4-BE49-F238E27FC236}">
                    <a16:creationId xmlns:a16="http://schemas.microsoft.com/office/drawing/2014/main" id="{EC622A75-20E3-0D81-08BE-F58BFAF1596D}"/>
                  </a:ext>
                </a:extLst>
              </p:cNvPr>
              <p:cNvSpPr/>
              <p:nvPr/>
            </p:nvSpPr>
            <p:spPr>
              <a:xfrm>
                <a:off x="-734199" y="2604608"/>
                <a:ext cx="265867" cy="458293"/>
              </a:xfrm>
              <a:custGeom>
                <a:avLst/>
                <a:gdLst>
                  <a:gd name="connsiteX0" fmla="*/ 265867 w 265867"/>
                  <a:gd name="connsiteY0" fmla="*/ 457519 h 458293"/>
                  <a:gd name="connsiteX1" fmla="*/ 265092 w 265867"/>
                  <a:gd name="connsiteY1" fmla="*/ 457519 h 458293"/>
                  <a:gd name="connsiteX2" fmla="*/ 196344 w 265867"/>
                  <a:gd name="connsiteY2" fmla="*/ 458294 h 458293"/>
                  <a:gd name="connsiteX3" fmla="*/ 186400 w 265867"/>
                  <a:gd name="connsiteY3" fmla="*/ 393377 h 458293"/>
                  <a:gd name="connsiteX4" fmla="*/ 179512 w 265867"/>
                  <a:gd name="connsiteY4" fmla="*/ 391095 h 458293"/>
                  <a:gd name="connsiteX5" fmla="*/ 152779 w 265867"/>
                  <a:gd name="connsiteY5" fmla="*/ 380419 h 458293"/>
                  <a:gd name="connsiteX6" fmla="*/ 146666 w 265867"/>
                  <a:gd name="connsiteY6" fmla="*/ 378913 h 458293"/>
                  <a:gd name="connsiteX7" fmla="*/ 96256 w 265867"/>
                  <a:gd name="connsiteY7" fmla="*/ 417097 h 458293"/>
                  <a:gd name="connsiteX8" fmla="*/ 46621 w 265867"/>
                  <a:gd name="connsiteY8" fmla="*/ 365912 h 458293"/>
                  <a:gd name="connsiteX9" fmla="*/ 61904 w 265867"/>
                  <a:gd name="connsiteY9" fmla="*/ 345292 h 458293"/>
                  <a:gd name="connsiteX10" fmla="*/ 79467 w 265867"/>
                  <a:gd name="connsiteY10" fmla="*/ 323122 h 458293"/>
                  <a:gd name="connsiteX11" fmla="*/ 84031 w 265867"/>
                  <a:gd name="connsiteY11" fmla="*/ 317009 h 458293"/>
                  <a:gd name="connsiteX12" fmla="*/ 80199 w 265867"/>
                  <a:gd name="connsiteY12" fmla="*/ 310121 h 458293"/>
                  <a:gd name="connsiteX13" fmla="*/ 67974 w 265867"/>
                  <a:gd name="connsiteY13" fmla="*/ 281838 h 458293"/>
                  <a:gd name="connsiteX14" fmla="*/ 65692 w 265867"/>
                  <a:gd name="connsiteY14" fmla="*/ 274219 h 458293"/>
                  <a:gd name="connsiteX15" fmla="*/ 1507 w 265867"/>
                  <a:gd name="connsiteY15" fmla="*/ 265049 h 458293"/>
                  <a:gd name="connsiteX16" fmla="*/ 0 w 265867"/>
                  <a:gd name="connsiteY16" fmla="*/ 196301 h 458293"/>
                  <a:gd name="connsiteX17" fmla="*/ 66467 w 265867"/>
                  <a:gd name="connsiteY17" fmla="*/ 185625 h 458293"/>
                  <a:gd name="connsiteX18" fmla="*/ 68748 w 265867"/>
                  <a:gd name="connsiteY18" fmla="*/ 178737 h 458293"/>
                  <a:gd name="connsiteX19" fmla="*/ 80199 w 265867"/>
                  <a:gd name="connsiteY19" fmla="*/ 152004 h 458293"/>
                  <a:gd name="connsiteX20" fmla="*/ 84031 w 265867"/>
                  <a:gd name="connsiteY20" fmla="*/ 145116 h 458293"/>
                  <a:gd name="connsiteX21" fmla="*/ 79467 w 265867"/>
                  <a:gd name="connsiteY21" fmla="*/ 139003 h 458293"/>
                  <a:gd name="connsiteX22" fmla="*/ 45847 w 265867"/>
                  <a:gd name="connsiteY22" fmla="*/ 94707 h 458293"/>
                  <a:gd name="connsiteX23" fmla="*/ 75636 w 265867"/>
                  <a:gd name="connsiteY23" fmla="*/ 62636 h 458293"/>
                  <a:gd name="connsiteX24" fmla="*/ 97806 w 265867"/>
                  <a:gd name="connsiteY24" fmla="*/ 44297 h 458293"/>
                  <a:gd name="connsiteX25" fmla="*/ 146709 w 265867"/>
                  <a:gd name="connsiteY25" fmla="*/ 82481 h 458293"/>
                  <a:gd name="connsiteX26" fmla="*/ 153597 w 265867"/>
                  <a:gd name="connsiteY26" fmla="*/ 78650 h 458293"/>
                  <a:gd name="connsiteX27" fmla="*/ 180330 w 265867"/>
                  <a:gd name="connsiteY27" fmla="*/ 67199 h 458293"/>
                  <a:gd name="connsiteX28" fmla="*/ 187950 w 265867"/>
                  <a:gd name="connsiteY28" fmla="*/ 64917 h 458293"/>
                  <a:gd name="connsiteX29" fmla="*/ 188724 w 265867"/>
                  <a:gd name="connsiteY29" fmla="*/ 57298 h 458293"/>
                  <a:gd name="connsiteX30" fmla="*/ 197119 w 265867"/>
                  <a:gd name="connsiteY30" fmla="*/ 775 h 458293"/>
                  <a:gd name="connsiteX31" fmla="*/ 265867 w 265867"/>
                  <a:gd name="connsiteY31" fmla="*/ 0 h 45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65867" h="458293">
                    <a:moveTo>
                      <a:pt x="265867" y="457519"/>
                    </a:moveTo>
                    <a:lnTo>
                      <a:pt x="265092" y="457519"/>
                    </a:lnTo>
                    <a:lnTo>
                      <a:pt x="196344" y="458294"/>
                    </a:lnTo>
                    <a:lnTo>
                      <a:pt x="186400" y="393377"/>
                    </a:lnTo>
                    <a:lnTo>
                      <a:pt x="179512" y="391095"/>
                    </a:lnTo>
                    <a:cubicBezTo>
                      <a:pt x="170343" y="388039"/>
                      <a:pt x="161173" y="384208"/>
                      <a:pt x="152779" y="380419"/>
                    </a:cubicBezTo>
                    <a:lnTo>
                      <a:pt x="146666" y="378913"/>
                    </a:lnTo>
                    <a:lnTo>
                      <a:pt x="96256" y="417097"/>
                    </a:lnTo>
                    <a:cubicBezTo>
                      <a:pt x="71030" y="394195"/>
                      <a:pt x="54241" y="376588"/>
                      <a:pt x="46621" y="365912"/>
                    </a:cubicBezTo>
                    <a:cubicBezTo>
                      <a:pt x="49678" y="361349"/>
                      <a:pt x="55016" y="354461"/>
                      <a:pt x="61904" y="345292"/>
                    </a:cubicBezTo>
                    <a:cubicBezTo>
                      <a:pt x="69523" y="335348"/>
                      <a:pt x="75636" y="327728"/>
                      <a:pt x="79467" y="323122"/>
                    </a:cubicBezTo>
                    <a:lnTo>
                      <a:pt x="84031" y="317009"/>
                    </a:lnTo>
                    <a:lnTo>
                      <a:pt x="80199" y="310121"/>
                    </a:lnTo>
                    <a:cubicBezTo>
                      <a:pt x="74861" y="300177"/>
                      <a:pt x="71030" y="291008"/>
                      <a:pt x="67974" y="281838"/>
                    </a:cubicBezTo>
                    <a:lnTo>
                      <a:pt x="65692" y="274219"/>
                    </a:lnTo>
                    <a:lnTo>
                      <a:pt x="1507" y="265049"/>
                    </a:lnTo>
                    <a:lnTo>
                      <a:pt x="0" y="196301"/>
                    </a:lnTo>
                    <a:lnTo>
                      <a:pt x="66467" y="185625"/>
                    </a:lnTo>
                    <a:lnTo>
                      <a:pt x="68748" y="178737"/>
                    </a:lnTo>
                    <a:cubicBezTo>
                      <a:pt x="71805" y="169568"/>
                      <a:pt x="74861" y="161173"/>
                      <a:pt x="80199" y="152004"/>
                    </a:cubicBezTo>
                    <a:lnTo>
                      <a:pt x="84031" y="145116"/>
                    </a:lnTo>
                    <a:lnTo>
                      <a:pt x="79467" y="139003"/>
                    </a:lnTo>
                    <a:cubicBezTo>
                      <a:pt x="71073" y="126778"/>
                      <a:pt x="59622" y="112270"/>
                      <a:pt x="45847" y="94707"/>
                    </a:cubicBezTo>
                    <a:cubicBezTo>
                      <a:pt x="51185" y="87819"/>
                      <a:pt x="61129" y="77143"/>
                      <a:pt x="75636" y="62636"/>
                    </a:cubicBezTo>
                    <a:cubicBezTo>
                      <a:pt x="92425" y="45847"/>
                      <a:pt x="97806" y="43522"/>
                      <a:pt x="97806" y="44297"/>
                    </a:cubicBezTo>
                    <a:lnTo>
                      <a:pt x="146709" y="82481"/>
                    </a:lnTo>
                    <a:lnTo>
                      <a:pt x="153597" y="78650"/>
                    </a:lnTo>
                    <a:cubicBezTo>
                      <a:pt x="161991" y="74086"/>
                      <a:pt x="171161" y="70255"/>
                      <a:pt x="180330" y="67199"/>
                    </a:cubicBezTo>
                    <a:lnTo>
                      <a:pt x="187950" y="64917"/>
                    </a:lnTo>
                    <a:lnTo>
                      <a:pt x="188724" y="57298"/>
                    </a:lnTo>
                    <a:cubicBezTo>
                      <a:pt x="191781" y="29790"/>
                      <a:pt x="194837" y="10719"/>
                      <a:pt x="197119" y="775"/>
                    </a:cubicBezTo>
                    <a:lnTo>
                      <a:pt x="265867" y="0"/>
                    </a:lnTo>
                  </a:path>
                </a:pathLst>
              </a:custGeom>
              <a:noFill/>
              <a:ln w="15875" cap="rnd">
                <a:solidFill>
                  <a:schemeClr val="accent4"/>
                </a:solidFill>
                <a:prstDash val="solid"/>
                <a:round/>
              </a:ln>
            </p:spPr>
            <p:txBody>
              <a:bodyPr rtlCol="0" anchor="ctr"/>
              <a:lstStyle/>
              <a:p>
                <a:endParaRPr lang="en-IN" dirty="0"/>
              </a:p>
            </p:txBody>
          </p:sp>
          <p:sp>
            <p:nvSpPr>
              <p:cNvPr id="83" name="Freeform: Shape 82">
                <a:extLst>
                  <a:ext uri="{FF2B5EF4-FFF2-40B4-BE49-F238E27FC236}">
                    <a16:creationId xmlns:a16="http://schemas.microsoft.com/office/drawing/2014/main" id="{31D0E973-D5CC-85FC-FBE6-28B290A988EB}"/>
                  </a:ext>
                </a:extLst>
              </p:cNvPr>
              <p:cNvSpPr/>
              <p:nvPr/>
            </p:nvSpPr>
            <p:spPr>
              <a:xfrm>
                <a:off x="-466179" y="2583471"/>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84" name="Freeform: Shape 83">
                <a:extLst>
                  <a:ext uri="{FF2B5EF4-FFF2-40B4-BE49-F238E27FC236}">
                    <a16:creationId xmlns:a16="http://schemas.microsoft.com/office/drawing/2014/main" id="{D1124319-58D6-332F-2C74-700F9746223B}"/>
                  </a:ext>
                </a:extLst>
              </p:cNvPr>
              <p:cNvSpPr/>
              <p:nvPr/>
            </p:nvSpPr>
            <p:spPr>
              <a:xfrm>
                <a:off x="-466179" y="3041851"/>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85" name="Freeform: Shape 84">
                <a:extLst>
                  <a:ext uri="{FF2B5EF4-FFF2-40B4-BE49-F238E27FC236}">
                    <a16:creationId xmlns:a16="http://schemas.microsoft.com/office/drawing/2014/main" id="{B6EDF6D9-94CF-45AE-B931-F6801486DEDF}"/>
                  </a:ext>
                </a:extLst>
              </p:cNvPr>
              <p:cNvSpPr/>
              <p:nvPr/>
            </p:nvSpPr>
            <p:spPr>
              <a:xfrm>
                <a:off x="-459162" y="2735045"/>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86" name="Freeform: Shape 85">
                <a:extLst>
                  <a:ext uri="{FF2B5EF4-FFF2-40B4-BE49-F238E27FC236}">
                    <a16:creationId xmlns:a16="http://schemas.microsoft.com/office/drawing/2014/main" id="{BB20F45D-6E1B-3D19-7A76-D5430E99B27D}"/>
                  </a:ext>
                </a:extLst>
              </p:cNvPr>
              <p:cNvSpPr/>
              <p:nvPr/>
            </p:nvSpPr>
            <p:spPr>
              <a:xfrm>
                <a:off x="-378188" y="2610419"/>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87" name="Freeform: Shape 86">
                <a:extLst>
                  <a:ext uri="{FF2B5EF4-FFF2-40B4-BE49-F238E27FC236}">
                    <a16:creationId xmlns:a16="http://schemas.microsoft.com/office/drawing/2014/main" id="{D19577F9-8D75-5408-D7A1-FFDC7AD06BA2}"/>
                  </a:ext>
                </a:extLst>
              </p:cNvPr>
              <p:cNvSpPr/>
              <p:nvPr/>
            </p:nvSpPr>
            <p:spPr>
              <a:xfrm>
                <a:off x="-320331" y="2698539"/>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88" name="Freeform: Shape 87">
                <a:extLst>
                  <a:ext uri="{FF2B5EF4-FFF2-40B4-BE49-F238E27FC236}">
                    <a16:creationId xmlns:a16="http://schemas.microsoft.com/office/drawing/2014/main" id="{52221952-A2ED-910E-C308-214E6337E867}"/>
                  </a:ext>
                </a:extLst>
              </p:cNvPr>
              <p:cNvSpPr/>
              <p:nvPr/>
            </p:nvSpPr>
            <p:spPr>
              <a:xfrm>
                <a:off x="-362476" y="2783087"/>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89" name="Freeform: Shape 88">
                <a:extLst>
                  <a:ext uri="{FF2B5EF4-FFF2-40B4-BE49-F238E27FC236}">
                    <a16:creationId xmlns:a16="http://schemas.microsoft.com/office/drawing/2014/main" id="{5E8607DC-50FB-C3B4-8F7E-3CD086C69A37}"/>
                  </a:ext>
                </a:extLst>
              </p:cNvPr>
              <p:cNvSpPr/>
              <p:nvPr/>
            </p:nvSpPr>
            <p:spPr>
              <a:xfrm>
                <a:off x="-302853" y="2874780"/>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90" name="Freeform: Shape 89">
                <a:extLst>
                  <a:ext uri="{FF2B5EF4-FFF2-40B4-BE49-F238E27FC236}">
                    <a16:creationId xmlns:a16="http://schemas.microsoft.com/office/drawing/2014/main" id="{946AAA3A-B803-2D53-796D-B7E8A2FF61A9}"/>
                  </a:ext>
                </a:extLst>
              </p:cNvPr>
              <p:cNvSpPr/>
              <p:nvPr/>
            </p:nvSpPr>
            <p:spPr>
              <a:xfrm>
                <a:off x="-383526" y="2967334"/>
                <a:ext cx="42101" cy="42101"/>
              </a:xfrm>
              <a:custGeom>
                <a:avLst/>
                <a:gdLst>
                  <a:gd name="connsiteX0" fmla="*/ 42101 w 42101"/>
                  <a:gd name="connsiteY0" fmla="*/ 21051 h 42101"/>
                  <a:gd name="connsiteX1" fmla="*/ 21051 w 42101"/>
                  <a:gd name="connsiteY1" fmla="*/ 42101 h 42101"/>
                  <a:gd name="connsiteX2" fmla="*/ 0 w 42101"/>
                  <a:gd name="connsiteY2" fmla="*/ 21051 h 42101"/>
                  <a:gd name="connsiteX3" fmla="*/ 21051 w 42101"/>
                  <a:gd name="connsiteY3" fmla="*/ 0 h 42101"/>
                  <a:gd name="connsiteX4" fmla="*/ 42101 w 42101"/>
                  <a:gd name="connsiteY4" fmla="*/ 21051 h 42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01" h="42101">
                    <a:moveTo>
                      <a:pt x="42101" y="21051"/>
                    </a:moveTo>
                    <a:cubicBezTo>
                      <a:pt x="42101" y="32677"/>
                      <a:pt x="32677" y="42101"/>
                      <a:pt x="21051" y="42101"/>
                    </a:cubicBezTo>
                    <a:cubicBezTo>
                      <a:pt x="9425" y="42101"/>
                      <a:pt x="0" y="32677"/>
                      <a:pt x="0" y="21051"/>
                    </a:cubicBezTo>
                    <a:cubicBezTo>
                      <a:pt x="0" y="9425"/>
                      <a:pt x="9425" y="0"/>
                      <a:pt x="21051" y="0"/>
                    </a:cubicBezTo>
                    <a:cubicBezTo>
                      <a:pt x="32677" y="0"/>
                      <a:pt x="42101" y="9425"/>
                      <a:pt x="42101" y="21051"/>
                    </a:cubicBezTo>
                    <a:close/>
                  </a:path>
                </a:pathLst>
              </a:custGeom>
              <a:noFill/>
              <a:ln w="15875" cap="rnd">
                <a:solidFill>
                  <a:schemeClr val="accent4"/>
                </a:solidFill>
                <a:prstDash val="solid"/>
                <a:round/>
              </a:ln>
            </p:spPr>
            <p:txBody>
              <a:bodyPr rtlCol="0" anchor="ctr"/>
              <a:lstStyle/>
              <a:p>
                <a:endParaRPr lang="en-IN" dirty="0"/>
              </a:p>
            </p:txBody>
          </p:sp>
          <p:sp>
            <p:nvSpPr>
              <p:cNvPr id="91" name="Freeform: Shape 90">
                <a:extLst>
                  <a:ext uri="{FF2B5EF4-FFF2-40B4-BE49-F238E27FC236}">
                    <a16:creationId xmlns:a16="http://schemas.microsoft.com/office/drawing/2014/main" id="{74B0B422-EF75-37C3-2A07-D936204502BC}"/>
                  </a:ext>
                </a:extLst>
              </p:cNvPr>
              <p:cNvSpPr/>
              <p:nvPr/>
            </p:nvSpPr>
            <p:spPr>
              <a:xfrm>
                <a:off x="-590245" y="2756095"/>
                <a:ext cx="212013" cy="218341"/>
              </a:xfrm>
              <a:custGeom>
                <a:avLst/>
                <a:gdLst>
                  <a:gd name="connsiteX0" fmla="*/ 131040 w 212013"/>
                  <a:gd name="connsiteY0" fmla="*/ 0 h 218341"/>
                  <a:gd name="connsiteX1" fmla="*/ 73441 w 212013"/>
                  <a:gd name="connsiteY1" fmla="*/ 0 h 218341"/>
                  <a:gd name="connsiteX2" fmla="*/ 0 w 212013"/>
                  <a:gd name="connsiteY2" fmla="*/ 73441 h 218341"/>
                  <a:gd name="connsiteX3" fmla="*/ 0 w 212013"/>
                  <a:gd name="connsiteY3" fmla="*/ 73441 h 218341"/>
                  <a:gd name="connsiteX4" fmla="*/ 73441 w 212013"/>
                  <a:gd name="connsiteY4" fmla="*/ 146881 h 218341"/>
                  <a:gd name="connsiteX5" fmla="*/ 145073 w 212013"/>
                  <a:gd name="connsiteY5" fmla="*/ 146881 h 218341"/>
                  <a:gd name="connsiteX6" fmla="*/ 212014 w 212013"/>
                  <a:gd name="connsiteY6" fmla="*/ 218342 h 21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013" h="218341">
                    <a:moveTo>
                      <a:pt x="131040" y="0"/>
                    </a:moveTo>
                    <a:lnTo>
                      <a:pt x="73441" y="0"/>
                    </a:lnTo>
                    <a:cubicBezTo>
                      <a:pt x="32889" y="0"/>
                      <a:pt x="0" y="32889"/>
                      <a:pt x="0" y="73441"/>
                    </a:cubicBezTo>
                    <a:lnTo>
                      <a:pt x="0" y="73441"/>
                    </a:lnTo>
                    <a:cubicBezTo>
                      <a:pt x="0" y="113992"/>
                      <a:pt x="32889" y="146881"/>
                      <a:pt x="73441" y="146881"/>
                    </a:cubicBezTo>
                    <a:lnTo>
                      <a:pt x="145073" y="146881"/>
                    </a:lnTo>
                    <a:cubicBezTo>
                      <a:pt x="145073" y="146881"/>
                      <a:pt x="212014" y="218342"/>
                      <a:pt x="212014" y="218342"/>
                    </a:cubicBezTo>
                  </a:path>
                </a:pathLst>
              </a:custGeom>
              <a:noFill/>
              <a:ln w="15875" cap="rnd">
                <a:solidFill>
                  <a:schemeClr val="accent4"/>
                </a:solidFill>
                <a:prstDash val="solid"/>
                <a:round/>
              </a:ln>
            </p:spPr>
            <p:txBody>
              <a:bodyPr rtlCol="0" anchor="ctr"/>
              <a:lstStyle/>
              <a:p>
                <a:endParaRPr lang="en-IN" dirty="0"/>
              </a:p>
            </p:txBody>
          </p:sp>
          <p:sp>
            <p:nvSpPr>
              <p:cNvPr id="92" name="Freeform: Shape 91">
                <a:extLst>
                  <a:ext uri="{FF2B5EF4-FFF2-40B4-BE49-F238E27FC236}">
                    <a16:creationId xmlns:a16="http://schemas.microsoft.com/office/drawing/2014/main" id="{65BFECCC-911C-18DF-623F-A99A4D4CE4A4}"/>
                  </a:ext>
                </a:extLst>
              </p:cNvPr>
              <p:cNvSpPr/>
              <p:nvPr/>
            </p:nvSpPr>
            <p:spPr>
              <a:xfrm>
                <a:off x="-509228" y="2940644"/>
                <a:ext cx="99398" cy="33793"/>
              </a:xfrm>
              <a:custGeom>
                <a:avLst/>
                <a:gdLst>
                  <a:gd name="connsiteX0" fmla="*/ 0 w 99398"/>
                  <a:gd name="connsiteY0" fmla="*/ 33793 h 33793"/>
                  <a:gd name="connsiteX1" fmla="*/ 64099 w 99398"/>
                  <a:gd name="connsiteY1" fmla="*/ 33793 h 33793"/>
                  <a:gd name="connsiteX2" fmla="*/ 99399 w 99398"/>
                  <a:gd name="connsiteY2" fmla="*/ 0 h 33793"/>
                </a:gdLst>
                <a:ahLst/>
                <a:cxnLst>
                  <a:cxn ang="0">
                    <a:pos x="connsiteX0" y="connsiteY0"/>
                  </a:cxn>
                  <a:cxn ang="0">
                    <a:pos x="connsiteX1" y="connsiteY1"/>
                  </a:cxn>
                  <a:cxn ang="0">
                    <a:pos x="connsiteX2" y="connsiteY2"/>
                  </a:cxn>
                </a:cxnLst>
                <a:rect l="l" t="t" r="r" b="b"/>
                <a:pathLst>
                  <a:path w="99398" h="33793">
                    <a:moveTo>
                      <a:pt x="0" y="33793"/>
                    </a:moveTo>
                    <a:lnTo>
                      <a:pt x="64099" y="33793"/>
                    </a:lnTo>
                    <a:lnTo>
                      <a:pt x="99399" y="0"/>
                    </a:lnTo>
                  </a:path>
                </a:pathLst>
              </a:custGeom>
              <a:noFill/>
              <a:ln w="15875" cap="rnd">
                <a:solidFill>
                  <a:schemeClr val="accent4"/>
                </a:solidFill>
                <a:prstDash val="solid"/>
                <a:round/>
              </a:ln>
            </p:spPr>
            <p:txBody>
              <a:bodyPr rtlCol="0" anchor="ctr"/>
              <a:lstStyle/>
              <a:p>
                <a:endParaRPr lang="en-IN" dirty="0"/>
              </a:p>
            </p:txBody>
          </p:sp>
          <p:sp>
            <p:nvSpPr>
              <p:cNvPr id="93" name="Freeform: Shape 92">
                <a:extLst>
                  <a:ext uri="{FF2B5EF4-FFF2-40B4-BE49-F238E27FC236}">
                    <a16:creationId xmlns:a16="http://schemas.microsoft.com/office/drawing/2014/main" id="{57F52366-5198-6D20-9106-79A2E6808FF2}"/>
                  </a:ext>
                </a:extLst>
              </p:cNvPr>
              <p:cNvSpPr/>
              <p:nvPr/>
            </p:nvSpPr>
            <p:spPr>
              <a:xfrm>
                <a:off x="-445129" y="2818042"/>
                <a:ext cx="87991" cy="28842"/>
              </a:xfrm>
              <a:custGeom>
                <a:avLst/>
                <a:gdLst>
                  <a:gd name="connsiteX0" fmla="*/ 0 w 87991"/>
                  <a:gd name="connsiteY0" fmla="*/ 28842 h 28842"/>
                  <a:gd name="connsiteX1" fmla="*/ 61559 w 87991"/>
                  <a:gd name="connsiteY1" fmla="*/ 28842 h 28842"/>
                  <a:gd name="connsiteX2" fmla="*/ 87991 w 87991"/>
                  <a:gd name="connsiteY2" fmla="*/ 0 h 28842"/>
                </a:gdLst>
                <a:ahLst/>
                <a:cxnLst>
                  <a:cxn ang="0">
                    <a:pos x="connsiteX0" y="connsiteY0"/>
                  </a:cxn>
                  <a:cxn ang="0">
                    <a:pos x="connsiteX1" y="connsiteY1"/>
                  </a:cxn>
                  <a:cxn ang="0">
                    <a:pos x="connsiteX2" y="connsiteY2"/>
                  </a:cxn>
                </a:cxnLst>
                <a:rect l="l" t="t" r="r" b="b"/>
                <a:pathLst>
                  <a:path w="87991" h="28842">
                    <a:moveTo>
                      <a:pt x="0" y="28842"/>
                    </a:moveTo>
                    <a:lnTo>
                      <a:pt x="61559" y="28842"/>
                    </a:lnTo>
                    <a:lnTo>
                      <a:pt x="87991" y="0"/>
                    </a:lnTo>
                  </a:path>
                </a:pathLst>
              </a:custGeom>
              <a:noFill/>
              <a:ln w="15875" cap="rnd">
                <a:solidFill>
                  <a:schemeClr val="accent4"/>
                </a:solidFill>
                <a:prstDash val="solid"/>
                <a:round/>
              </a:ln>
            </p:spPr>
            <p:txBody>
              <a:bodyPr rtlCol="0" anchor="ctr"/>
              <a:lstStyle/>
              <a:p>
                <a:endParaRPr lang="en-IN" dirty="0"/>
              </a:p>
            </p:txBody>
          </p:sp>
          <p:sp>
            <p:nvSpPr>
              <p:cNvPr id="94" name="Freeform: Shape 93">
                <a:extLst>
                  <a:ext uri="{FF2B5EF4-FFF2-40B4-BE49-F238E27FC236}">
                    <a16:creationId xmlns:a16="http://schemas.microsoft.com/office/drawing/2014/main" id="{9D56765E-CDEE-3664-9AC4-E506150DD663}"/>
                  </a:ext>
                </a:extLst>
              </p:cNvPr>
              <p:cNvSpPr/>
              <p:nvPr/>
            </p:nvSpPr>
            <p:spPr>
              <a:xfrm>
                <a:off x="-394418" y="2846884"/>
                <a:ext cx="91564" cy="48946"/>
              </a:xfrm>
              <a:custGeom>
                <a:avLst/>
                <a:gdLst>
                  <a:gd name="connsiteX0" fmla="*/ 0 w 91564"/>
                  <a:gd name="connsiteY0" fmla="*/ 0 h 48946"/>
                  <a:gd name="connsiteX1" fmla="*/ 48085 w 91564"/>
                  <a:gd name="connsiteY1" fmla="*/ 48946 h 48946"/>
                  <a:gd name="connsiteX2" fmla="*/ 91564 w 91564"/>
                  <a:gd name="connsiteY2" fmla="*/ 48946 h 48946"/>
                </a:gdLst>
                <a:ahLst/>
                <a:cxnLst>
                  <a:cxn ang="0">
                    <a:pos x="connsiteX0" y="connsiteY0"/>
                  </a:cxn>
                  <a:cxn ang="0">
                    <a:pos x="connsiteX1" y="connsiteY1"/>
                  </a:cxn>
                  <a:cxn ang="0">
                    <a:pos x="connsiteX2" y="connsiteY2"/>
                  </a:cxn>
                </a:cxnLst>
                <a:rect l="l" t="t" r="r" b="b"/>
                <a:pathLst>
                  <a:path w="91564" h="48946">
                    <a:moveTo>
                      <a:pt x="0" y="0"/>
                    </a:moveTo>
                    <a:lnTo>
                      <a:pt x="48085" y="48946"/>
                    </a:lnTo>
                    <a:lnTo>
                      <a:pt x="91564" y="48946"/>
                    </a:lnTo>
                  </a:path>
                </a:pathLst>
              </a:custGeom>
              <a:noFill/>
              <a:ln w="15875" cap="rnd">
                <a:solidFill>
                  <a:schemeClr val="accent4"/>
                </a:solidFill>
                <a:prstDash val="solid"/>
                <a:round/>
              </a:ln>
            </p:spPr>
            <p:txBody>
              <a:bodyPr rtlCol="0" anchor="ctr"/>
              <a:lstStyle/>
              <a:p>
                <a:endParaRPr lang="en-IN" dirty="0"/>
              </a:p>
            </p:txBody>
          </p:sp>
          <p:sp>
            <p:nvSpPr>
              <p:cNvPr id="95" name="Freeform: Shape 94">
                <a:extLst>
                  <a:ext uri="{FF2B5EF4-FFF2-40B4-BE49-F238E27FC236}">
                    <a16:creationId xmlns:a16="http://schemas.microsoft.com/office/drawing/2014/main" id="{9E983FE6-ED92-38B5-D0F8-EB69D65B5DD4}"/>
                  </a:ext>
                </a:extLst>
              </p:cNvPr>
              <p:cNvSpPr/>
              <p:nvPr/>
            </p:nvSpPr>
            <p:spPr>
              <a:xfrm>
                <a:off x="-509228" y="2647570"/>
                <a:ext cx="138659" cy="35558"/>
              </a:xfrm>
              <a:custGeom>
                <a:avLst/>
                <a:gdLst>
                  <a:gd name="connsiteX0" fmla="*/ 0 w 138659"/>
                  <a:gd name="connsiteY0" fmla="*/ 35558 h 35558"/>
                  <a:gd name="connsiteX1" fmla="*/ 108095 w 138659"/>
                  <a:gd name="connsiteY1" fmla="*/ 35558 h 35558"/>
                  <a:gd name="connsiteX2" fmla="*/ 138659 w 138659"/>
                  <a:gd name="connsiteY2" fmla="*/ 0 h 35558"/>
                </a:gdLst>
                <a:ahLst/>
                <a:cxnLst>
                  <a:cxn ang="0">
                    <a:pos x="connsiteX0" y="connsiteY0"/>
                  </a:cxn>
                  <a:cxn ang="0">
                    <a:pos x="connsiteX1" y="connsiteY1"/>
                  </a:cxn>
                  <a:cxn ang="0">
                    <a:pos x="connsiteX2" y="connsiteY2"/>
                  </a:cxn>
                </a:cxnLst>
                <a:rect l="l" t="t" r="r" b="b"/>
                <a:pathLst>
                  <a:path w="138659" h="35558">
                    <a:moveTo>
                      <a:pt x="0" y="35558"/>
                    </a:moveTo>
                    <a:lnTo>
                      <a:pt x="108095" y="35558"/>
                    </a:lnTo>
                    <a:lnTo>
                      <a:pt x="138659" y="0"/>
                    </a:lnTo>
                  </a:path>
                </a:pathLst>
              </a:custGeom>
              <a:noFill/>
              <a:ln w="15875" cap="rnd">
                <a:solidFill>
                  <a:schemeClr val="accent4"/>
                </a:solidFill>
                <a:prstDash val="solid"/>
                <a:round/>
              </a:ln>
            </p:spPr>
            <p:txBody>
              <a:bodyPr rtlCol="0" anchor="ctr"/>
              <a:lstStyle/>
              <a:p>
                <a:endParaRPr lang="en-IN" dirty="0"/>
              </a:p>
            </p:txBody>
          </p:sp>
          <p:sp>
            <p:nvSpPr>
              <p:cNvPr id="96" name="Freeform: Shape 95">
                <a:extLst>
                  <a:ext uri="{FF2B5EF4-FFF2-40B4-BE49-F238E27FC236}">
                    <a16:creationId xmlns:a16="http://schemas.microsoft.com/office/drawing/2014/main" id="{9D3FE1F0-9474-C675-5B13-DDAE555A5E6D}"/>
                  </a:ext>
                </a:extLst>
              </p:cNvPr>
              <p:cNvSpPr/>
              <p:nvPr/>
            </p:nvSpPr>
            <p:spPr>
              <a:xfrm>
                <a:off x="-401133" y="2683128"/>
                <a:ext cx="80801" cy="36462"/>
              </a:xfrm>
              <a:custGeom>
                <a:avLst/>
                <a:gdLst>
                  <a:gd name="connsiteX0" fmla="*/ 80802 w 80801"/>
                  <a:gd name="connsiteY0" fmla="*/ 36462 h 36462"/>
                  <a:gd name="connsiteX1" fmla="*/ 34310 w 80801"/>
                  <a:gd name="connsiteY1" fmla="*/ 36462 h 36462"/>
                  <a:gd name="connsiteX2" fmla="*/ 0 w 80801"/>
                  <a:gd name="connsiteY2" fmla="*/ 0 h 36462"/>
                </a:gdLst>
                <a:ahLst/>
                <a:cxnLst>
                  <a:cxn ang="0">
                    <a:pos x="connsiteX0" y="connsiteY0"/>
                  </a:cxn>
                  <a:cxn ang="0">
                    <a:pos x="connsiteX1" y="connsiteY1"/>
                  </a:cxn>
                  <a:cxn ang="0">
                    <a:pos x="connsiteX2" y="connsiteY2"/>
                  </a:cxn>
                </a:cxnLst>
                <a:rect l="l" t="t" r="r" b="b"/>
                <a:pathLst>
                  <a:path w="80801" h="36462">
                    <a:moveTo>
                      <a:pt x="80802" y="36462"/>
                    </a:moveTo>
                    <a:lnTo>
                      <a:pt x="34310" y="36462"/>
                    </a:lnTo>
                    <a:lnTo>
                      <a:pt x="0" y="0"/>
                    </a:lnTo>
                  </a:path>
                </a:pathLst>
              </a:custGeom>
              <a:noFill/>
              <a:ln w="15875" cap="rnd">
                <a:solidFill>
                  <a:schemeClr val="accent4"/>
                </a:solidFill>
                <a:prstDash val="solid"/>
                <a:round/>
              </a:ln>
            </p:spPr>
            <p:txBody>
              <a:bodyPr rtlCol="0" anchor="ctr"/>
              <a:lstStyle/>
              <a:p>
                <a:endParaRPr lang="en-IN" dirty="0"/>
              </a:p>
            </p:txBody>
          </p:sp>
          <p:sp>
            <p:nvSpPr>
              <p:cNvPr id="97" name="Freeform: Shape 96">
                <a:extLst>
                  <a:ext uri="{FF2B5EF4-FFF2-40B4-BE49-F238E27FC236}">
                    <a16:creationId xmlns:a16="http://schemas.microsoft.com/office/drawing/2014/main" id="{FA6FCC9A-E658-07CC-FF49-D6420FFBBDC5}"/>
                  </a:ext>
                </a:extLst>
              </p:cNvPr>
              <p:cNvSpPr/>
              <p:nvPr/>
            </p:nvSpPr>
            <p:spPr>
              <a:xfrm>
                <a:off x="-553223" y="2797723"/>
                <a:ext cx="69480" cy="69480"/>
              </a:xfrm>
              <a:custGeom>
                <a:avLst/>
                <a:gdLst>
                  <a:gd name="connsiteX0" fmla="*/ 69480 w 69480"/>
                  <a:gd name="connsiteY0" fmla="*/ 34740 h 69480"/>
                  <a:gd name="connsiteX1" fmla="*/ 34740 w 69480"/>
                  <a:gd name="connsiteY1" fmla="*/ 69480 h 69480"/>
                  <a:gd name="connsiteX2" fmla="*/ 0 w 69480"/>
                  <a:gd name="connsiteY2" fmla="*/ 34740 h 69480"/>
                  <a:gd name="connsiteX3" fmla="*/ 34740 w 69480"/>
                  <a:gd name="connsiteY3" fmla="*/ 0 h 69480"/>
                  <a:gd name="connsiteX4" fmla="*/ 69480 w 69480"/>
                  <a:gd name="connsiteY4" fmla="*/ 34740 h 69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80" h="69480">
                    <a:moveTo>
                      <a:pt x="69480" y="34740"/>
                    </a:moveTo>
                    <a:cubicBezTo>
                      <a:pt x="69480" y="53927"/>
                      <a:pt x="53927" y="69480"/>
                      <a:pt x="34740" y="69480"/>
                    </a:cubicBezTo>
                    <a:cubicBezTo>
                      <a:pt x="15554" y="69480"/>
                      <a:pt x="0" y="53927"/>
                      <a:pt x="0" y="34740"/>
                    </a:cubicBezTo>
                    <a:cubicBezTo>
                      <a:pt x="0" y="15554"/>
                      <a:pt x="15554" y="0"/>
                      <a:pt x="34740" y="0"/>
                    </a:cubicBezTo>
                    <a:cubicBezTo>
                      <a:pt x="53927" y="0"/>
                      <a:pt x="69480" y="15554"/>
                      <a:pt x="69480" y="34740"/>
                    </a:cubicBezTo>
                    <a:close/>
                  </a:path>
                </a:pathLst>
              </a:custGeom>
              <a:noFill/>
              <a:ln w="15875" cap="rnd">
                <a:solidFill>
                  <a:schemeClr val="accent4"/>
                </a:solidFill>
                <a:prstDash val="solid"/>
                <a:round/>
              </a:ln>
            </p:spPr>
            <p:txBody>
              <a:bodyPr rtlCol="0" anchor="ctr"/>
              <a:lstStyle/>
              <a:p>
                <a:endParaRPr lang="en-IN" dirty="0"/>
              </a:p>
            </p:txBody>
          </p:sp>
        </p:grpSp>
      </p:grpSp>
      <p:grpSp>
        <p:nvGrpSpPr>
          <p:cNvPr id="139" name="Group 138">
            <a:extLst>
              <a:ext uri="{FF2B5EF4-FFF2-40B4-BE49-F238E27FC236}">
                <a16:creationId xmlns:a16="http://schemas.microsoft.com/office/drawing/2014/main" id="{84FAFAF9-F6DF-A875-F4A8-F7393717FB5F}"/>
              </a:ext>
            </a:extLst>
          </p:cNvPr>
          <p:cNvGrpSpPr/>
          <p:nvPr/>
        </p:nvGrpSpPr>
        <p:grpSpPr>
          <a:xfrm>
            <a:off x="7358513" y="2898984"/>
            <a:ext cx="551083" cy="574496"/>
            <a:chOff x="7169328" y="2980043"/>
            <a:chExt cx="574498" cy="574496"/>
          </a:xfrm>
        </p:grpSpPr>
        <p:sp>
          <p:nvSpPr>
            <p:cNvPr id="23" name="Oval 22">
              <a:extLst>
                <a:ext uri="{FF2B5EF4-FFF2-40B4-BE49-F238E27FC236}">
                  <a16:creationId xmlns:a16="http://schemas.microsoft.com/office/drawing/2014/main" id="{85E1187F-217C-A681-9156-FD343E1863D3}"/>
                </a:ext>
              </a:extLst>
            </p:cNvPr>
            <p:cNvSpPr/>
            <p:nvPr/>
          </p:nvSpPr>
          <p:spPr>
            <a:xfrm>
              <a:off x="7169328" y="2980043"/>
              <a:ext cx="574498" cy="574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124" name="Group 123">
              <a:extLst>
                <a:ext uri="{FF2B5EF4-FFF2-40B4-BE49-F238E27FC236}">
                  <a16:creationId xmlns:a16="http://schemas.microsoft.com/office/drawing/2014/main" id="{0749BD23-401B-DA08-A498-BFC437F1DA96}"/>
                </a:ext>
              </a:extLst>
            </p:cNvPr>
            <p:cNvGrpSpPr/>
            <p:nvPr/>
          </p:nvGrpSpPr>
          <p:grpSpPr>
            <a:xfrm>
              <a:off x="7286803" y="3083364"/>
              <a:ext cx="333198" cy="367854"/>
              <a:chOff x="-1041256" y="2863240"/>
              <a:chExt cx="729423" cy="805292"/>
            </a:xfrm>
          </p:grpSpPr>
          <p:sp>
            <p:nvSpPr>
              <p:cNvPr id="102" name="Freeform: Shape 101">
                <a:extLst>
                  <a:ext uri="{FF2B5EF4-FFF2-40B4-BE49-F238E27FC236}">
                    <a16:creationId xmlns:a16="http://schemas.microsoft.com/office/drawing/2014/main" id="{3C4C6C48-1EBE-48F7-4EF2-A8F20491B193}"/>
                  </a:ext>
                </a:extLst>
              </p:cNvPr>
              <p:cNvSpPr/>
              <p:nvPr/>
            </p:nvSpPr>
            <p:spPr>
              <a:xfrm>
                <a:off x="-860448" y="3082660"/>
                <a:ext cx="367164" cy="367164"/>
              </a:xfrm>
              <a:custGeom>
                <a:avLst/>
                <a:gdLst>
                  <a:gd name="connsiteX0" fmla="*/ 252484 w 367164"/>
                  <a:gd name="connsiteY0" fmla="*/ 0 h 367164"/>
                  <a:gd name="connsiteX1" fmla="*/ 23789 w 367164"/>
                  <a:gd name="connsiteY1" fmla="*/ 228695 h 367164"/>
                  <a:gd name="connsiteX2" fmla="*/ 23789 w 367164"/>
                  <a:gd name="connsiteY2" fmla="*/ 343376 h 367164"/>
                  <a:gd name="connsiteX3" fmla="*/ 138470 w 367164"/>
                  <a:gd name="connsiteY3" fmla="*/ 343376 h 367164"/>
                  <a:gd name="connsiteX4" fmla="*/ 367165 w 367164"/>
                  <a:gd name="connsiteY4" fmla="*/ 114681 h 367164"/>
                  <a:gd name="connsiteX5" fmla="*/ 252484 w 367164"/>
                  <a:gd name="connsiteY5" fmla="*/ 0 h 36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164" h="367164">
                    <a:moveTo>
                      <a:pt x="252484" y="0"/>
                    </a:moveTo>
                    <a:lnTo>
                      <a:pt x="23789" y="228695"/>
                    </a:lnTo>
                    <a:cubicBezTo>
                      <a:pt x="-7930" y="260414"/>
                      <a:pt x="-7930" y="311753"/>
                      <a:pt x="23789" y="343376"/>
                    </a:cubicBezTo>
                    <a:cubicBezTo>
                      <a:pt x="55507" y="375095"/>
                      <a:pt x="106847" y="375095"/>
                      <a:pt x="138470" y="343376"/>
                    </a:cubicBezTo>
                    <a:lnTo>
                      <a:pt x="367165" y="114681"/>
                    </a:lnTo>
                    <a:lnTo>
                      <a:pt x="252484" y="0"/>
                    </a:lnTo>
                    <a:close/>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3" name="Freeform: Shape 102">
                <a:extLst>
                  <a:ext uri="{FF2B5EF4-FFF2-40B4-BE49-F238E27FC236}">
                    <a16:creationId xmlns:a16="http://schemas.microsoft.com/office/drawing/2014/main" id="{088B6AD8-6198-40C7-3BA2-DC931E819C82}"/>
                  </a:ext>
                </a:extLst>
              </p:cNvPr>
              <p:cNvSpPr/>
              <p:nvPr/>
            </p:nvSpPr>
            <p:spPr>
              <a:xfrm>
                <a:off x="-595391" y="3075611"/>
                <a:ext cx="113252" cy="113347"/>
              </a:xfrm>
              <a:custGeom>
                <a:avLst/>
                <a:gdLst>
                  <a:gd name="connsiteX0" fmla="*/ 0 w 113252"/>
                  <a:gd name="connsiteY0" fmla="*/ 19622 h 113347"/>
                  <a:gd name="connsiteX1" fmla="*/ 19526 w 113252"/>
                  <a:gd name="connsiteY1" fmla="*/ 0 h 113347"/>
                  <a:gd name="connsiteX2" fmla="*/ 113252 w 113252"/>
                  <a:gd name="connsiteY2" fmla="*/ 93726 h 113347"/>
                  <a:gd name="connsiteX3" fmla="*/ 93726 w 113252"/>
                  <a:gd name="connsiteY3" fmla="*/ 113348 h 113347"/>
                </a:gdLst>
                <a:ahLst/>
                <a:cxnLst>
                  <a:cxn ang="0">
                    <a:pos x="connsiteX0" y="connsiteY0"/>
                  </a:cxn>
                  <a:cxn ang="0">
                    <a:pos x="connsiteX1" y="connsiteY1"/>
                  </a:cxn>
                  <a:cxn ang="0">
                    <a:pos x="connsiteX2" y="connsiteY2"/>
                  </a:cxn>
                  <a:cxn ang="0">
                    <a:pos x="connsiteX3" y="connsiteY3"/>
                  </a:cxn>
                </a:cxnLst>
                <a:rect l="l" t="t" r="r" b="b"/>
                <a:pathLst>
                  <a:path w="113252" h="113347">
                    <a:moveTo>
                      <a:pt x="0" y="19622"/>
                    </a:moveTo>
                    <a:lnTo>
                      <a:pt x="19526" y="0"/>
                    </a:lnTo>
                    <a:lnTo>
                      <a:pt x="113252" y="93726"/>
                    </a:lnTo>
                    <a:lnTo>
                      <a:pt x="93726" y="113348"/>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4" name="Freeform: Shape 103">
                <a:extLst>
                  <a:ext uri="{FF2B5EF4-FFF2-40B4-BE49-F238E27FC236}">
                    <a16:creationId xmlns:a16="http://schemas.microsoft.com/office/drawing/2014/main" id="{AFF1673B-4A05-8E38-9A20-3C56FB4F89E4}"/>
                  </a:ext>
                </a:extLst>
              </p:cNvPr>
              <p:cNvSpPr/>
              <p:nvPr/>
            </p:nvSpPr>
            <p:spPr>
              <a:xfrm>
                <a:off x="-724169" y="3198770"/>
                <a:ext cx="114776" cy="114681"/>
              </a:xfrm>
              <a:custGeom>
                <a:avLst/>
                <a:gdLst>
                  <a:gd name="connsiteX0" fmla="*/ 0 w 114776"/>
                  <a:gd name="connsiteY0" fmla="*/ 0 h 114681"/>
                  <a:gd name="connsiteX1" fmla="*/ 114776 w 114776"/>
                  <a:gd name="connsiteY1" fmla="*/ 114681 h 114681"/>
                </a:gdLst>
                <a:ahLst/>
                <a:cxnLst>
                  <a:cxn ang="0">
                    <a:pos x="connsiteX0" y="connsiteY0"/>
                  </a:cxn>
                  <a:cxn ang="0">
                    <a:pos x="connsiteX1" y="connsiteY1"/>
                  </a:cxn>
                </a:cxnLst>
                <a:rect l="l" t="t" r="r" b="b"/>
                <a:pathLst>
                  <a:path w="114776" h="114681">
                    <a:moveTo>
                      <a:pt x="0" y="0"/>
                    </a:moveTo>
                    <a:lnTo>
                      <a:pt x="114776" y="114681"/>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5" name="Freeform: Shape 104">
                <a:extLst>
                  <a:ext uri="{FF2B5EF4-FFF2-40B4-BE49-F238E27FC236}">
                    <a16:creationId xmlns:a16="http://schemas.microsoft.com/office/drawing/2014/main" id="{9AC87CFE-2E07-34FF-77EF-4FC4ED989C10}"/>
                  </a:ext>
                </a:extLst>
              </p:cNvPr>
              <p:cNvSpPr/>
              <p:nvPr/>
            </p:nvSpPr>
            <p:spPr>
              <a:xfrm>
                <a:off x="-751030" y="3225630"/>
                <a:ext cx="114776" cy="114776"/>
              </a:xfrm>
              <a:custGeom>
                <a:avLst/>
                <a:gdLst>
                  <a:gd name="connsiteX0" fmla="*/ 0 w 114776"/>
                  <a:gd name="connsiteY0" fmla="*/ 0 h 114776"/>
                  <a:gd name="connsiteX1" fmla="*/ 114776 w 114776"/>
                  <a:gd name="connsiteY1" fmla="*/ 114776 h 114776"/>
                </a:gdLst>
                <a:ahLst/>
                <a:cxnLst>
                  <a:cxn ang="0">
                    <a:pos x="connsiteX0" y="connsiteY0"/>
                  </a:cxn>
                  <a:cxn ang="0">
                    <a:pos x="connsiteX1" y="connsiteY1"/>
                  </a:cxn>
                </a:cxnLst>
                <a:rect l="l" t="t" r="r" b="b"/>
                <a:pathLst>
                  <a:path w="114776" h="114776">
                    <a:moveTo>
                      <a:pt x="0" y="0"/>
                    </a:moveTo>
                    <a:lnTo>
                      <a:pt x="114776" y="114776"/>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6" name="Freeform: Shape 105">
                <a:extLst>
                  <a:ext uri="{FF2B5EF4-FFF2-40B4-BE49-F238E27FC236}">
                    <a16:creationId xmlns:a16="http://schemas.microsoft.com/office/drawing/2014/main" id="{A5DF7666-5F1F-71D1-5256-3CCBA1BD1594}"/>
                  </a:ext>
                </a:extLst>
              </p:cNvPr>
              <p:cNvSpPr/>
              <p:nvPr/>
            </p:nvSpPr>
            <p:spPr>
              <a:xfrm rot="2700000">
                <a:off x="-647907" y="3408357"/>
                <a:ext cx="373951" cy="146399"/>
              </a:xfrm>
              <a:custGeom>
                <a:avLst/>
                <a:gdLst>
                  <a:gd name="connsiteX0" fmla="*/ 0 w 373951"/>
                  <a:gd name="connsiteY0" fmla="*/ 0 h 146399"/>
                  <a:gd name="connsiteX1" fmla="*/ 373952 w 373951"/>
                  <a:gd name="connsiteY1" fmla="*/ 0 h 146399"/>
                  <a:gd name="connsiteX2" fmla="*/ 373952 w 373951"/>
                  <a:gd name="connsiteY2" fmla="*/ 146399 h 146399"/>
                  <a:gd name="connsiteX3" fmla="*/ 0 w 373951"/>
                  <a:gd name="connsiteY3" fmla="*/ 146399 h 146399"/>
                </a:gdLst>
                <a:ahLst/>
                <a:cxnLst>
                  <a:cxn ang="0">
                    <a:pos x="connsiteX0" y="connsiteY0"/>
                  </a:cxn>
                  <a:cxn ang="0">
                    <a:pos x="connsiteX1" y="connsiteY1"/>
                  </a:cxn>
                  <a:cxn ang="0">
                    <a:pos x="connsiteX2" y="connsiteY2"/>
                  </a:cxn>
                  <a:cxn ang="0">
                    <a:pos x="connsiteX3" y="connsiteY3"/>
                  </a:cxn>
                </a:cxnLst>
                <a:rect l="l" t="t" r="r" b="b"/>
                <a:pathLst>
                  <a:path w="373951" h="146399">
                    <a:moveTo>
                      <a:pt x="0" y="0"/>
                    </a:moveTo>
                    <a:lnTo>
                      <a:pt x="373952" y="0"/>
                    </a:lnTo>
                    <a:lnTo>
                      <a:pt x="373952" y="146399"/>
                    </a:lnTo>
                    <a:lnTo>
                      <a:pt x="0" y="146399"/>
                    </a:lnTo>
                    <a:close/>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7" name="Freeform: Shape 106">
                <a:extLst>
                  <a:ext uri="{FF2B5EF4-FFF2-40B4-BE49-F238E27FC236}">
                    <a16:creationId xmlns:a16="http://schemas.microsoft.com/office/drawing/2014/main" id="{CBCA1A42-C39D-2870-AED8-68377B36EA45}"/>
                  </a:ext>
                </a:extLst>
              </p:cNvPr>
              <p:cNvSpPr/>
              <p:nvPr/>
            </p:nvSpPr>
            <p:spPr>
              <a:xfrm>
                <a:off x="-619204" y="3323262"/>
                <a:ext cx="290512" cy="290512"/>
              </a:xfrm>
              <a:custGeom>
                <a:avLst/>
                <a:gdLst>
                  <a:gd name="connsiteX0" fmla="*/ 0 w 290512"/>
                  <a:gd name="connsiteY0" fmla="*/ 0 h 290512"/>
                  <a:gd name="connsiteX1" fmla="*/ 290513 w 290512"/>
                  <a:gd name="connsiteY1" fmla="*/ 290513 h 290512"/>
                </a:gdLst>
                <a:ahLst/>
                <a:cxnLst>
                  <a:cxn ang="0">
                    <a:pos x="connsiteX0" y="connsiteY0"/>
                  </a:cxn>
                  <a:cxn ang="0">
                    <a:pos x="connsiteX1" y="connsiteY1"/>
                  </a:cxn>
                </a:cxnLst>
                <a:rect l="l" t="t" r="r" b="b"/>
                <a:pathLst>
                  <a:path w="290512" h="290512">
                    <a:moveTo>
                      <a:pt x="0" y="0"/>
                    </a:moveTo>
                    <a:lnTo>
                      <a:pt x="290513" y="290513"/>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8" name="Freeform: Shape 107">
                <a:extLst>
                  <a:ext uri="{FF2B5EF4-FFF2-40B4-BE49-F238E27FC236}">
                    <a16:creationId xmlns:a16="http://schemas.microsoft.com/office/drawing/2014/main" id="{6064274E-C3DC-9E7C-7C65-7F9A29AE4C44}"/>
                  </a:ext>
                </a:extLst>
              </p:cNvPr>
              <p:cNvSpPr/>
              <p:nvPr/>
            </p:nvSpPr>
            <p:spPr>
              <a:xfrm>
                <a:off x="-609869" y="3332596"/>
                <a:ext cx="103536" cy="103536"/>
              </a:xfrm>
              <a:custGeom>
                <a:avLst/>
                <a:gdLst>
                  <a:gd name="connsiteX0" fmla="*/ 103537 w 103536"/>
                  <a:gd name="connsiteY0" fmla="*/ 0 h 103536"/>
                  <a:gd name="connsiteX1" fmla="*/ 0 w 103536"/>
                  <a:gd name="connsiteY1" fmla="*/ 103537 h 103536"/>
                </a:gdLst>
                <a:ahLst/>
                <a:cxnLst>
                  <a:cxn ang="0">
                    <a:pos x="connsiteX0" y="connsiteY0"/>
                  </a:cxn>
                  <a:cxn ang="0">
                    <a:pos x="connsiteX1" y="connsiteY1"/>
                  </a:cxn>
                </a:cxnLst>
                <a:rect l="l" t="t" r="r" b="b"/>
                <a:pathLst>
                  <a:path w="103536" h="103536">
                    <a:moveTo>
                      <a:pt x="103537" y="0"/>
                    </a:moveTo>
                    <a:lnTo>
                      <a:pt x="0" y="103537"/>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9" name="Freeform: Shape 108">
                <a:extLst>
                  <a:ext uri="{FF2B5EF4-FFF2-40B4-BE49-F238E27FC236}">
                    <a16:creationId xmlns:a16="http://schemas.microsoft.com/office/drawing/2014/main" id="{8E79C083-9BA5-3116-11AB-D96C5E0B9780}"/>
                  </a:ext>
                </a:extLst>
              </p:cNvPr>
              <p:cNvSpPr/>
              <p:nvPr/>
            </p:nvSpPr>
            <p:spPr>
              <a:xfrm>
                <a:off x="-545004" y="3397461"/>
                <a:ext cx="103441" cy="103441"/>
              </a:xfrm>
              <a:custGeom>
                <a:avLst/>
                <a:gdLst>
                  <a:gd name="connsiteX0" fmla="*/ 103441 w 103441"/>
                  <a:gd name="connsiteY0" fmla="*/ 0 h 103441"/>
                  <a:gd name="connsiteX1" fmla="*/ 0 w 103441"/>
                  <a:gd name="connsiteY1" fmla="*/ 103441 h 103441"/>
                </a:gdLst>
                <a:ahLst/>
                <a:cxnLst>
                  <a:cxn ang="0">
                    <a:pos x="connsiteX0" y="connsiteY0"/>
                  </a:cxn>
                  <a:cxn ang="0">
                    <a:pos x="connsiteX1" y="connsiteY1"/>
                  </a:cxn>
                </a:cxnLst>
                <a:rect l="l" t="t" r="r" b="b"/>
                <a:pathLst>
                  <a:path w="103441" h="103441">
                    <a:moveTo>
                      <a:pt x="103441" y="0"/>
                    </a:moveTo>
                    <a:lnTo>
                      <a:pt x="0" y="103441"/>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0" name="Freeform: Shape 109">
                <a:extLst>
                  <a:ext uri="{FF2B5EF4-FFF2-40B4-BE49-F238E27FC236}">
                    <a16:creationId xmlns:a16="http://schemas.microsoft.com/office/drawing/2014/main" id="{6ED5413B-F854-7B4C-90C0-CC19436A986D}"/>
                  </a:ext>
                </a:extLst>
              </p:cNvPr>
              <p:cNvSpPr/>
              <p:nvPr/>
            </p:nvSpPr>
            <p:spPr>
              <a:xfrm>
                <a:off x="-480234" y="3462231"/>
                <a:ext cx="103536" cy="103536"/>
              </a:xfrm>
              <a:custGeom>
                <a:avLst/>
                <a:gdLst>
                  <a:gd name="connsiteX0" fmla="*/ 103537 w 103536"/>
                  <a:gd name="connsiteY0" fmla="*/ 0 h 103536"/>
                  <a:gd name="connsiteX1" fmla="*/ 0 w 103536"/>
                  <a:gd name="connsiteY1" fmla="*/ 103537 h 103536"/>
                </a:gdLst>
                <a:ahLst/>
                <a:cxnLst>
                  <a:cxn ang="0">
                    <a:pos x="connsiteX0" y="connsiteY0"/>
                  </a:cxn>
                  <a:cxn ang="0">
                    <a:pos x="connsiteX1" y="connsiteY1"/>
                  </a:cxn>
                </a:cxnLst>
                <a:rect l="l" t="t" r="r" b="b"/>
                <a:pathLst>
                  <a:path w="103536" h="103536">
                    <a:moveTo>
                      <a:pt x="103537" y="0"/>
                    </a:moveTo>
                    <a:lnTo>
                      <a:pt x="0" y="103537"/>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1" name="Freeform: Shape 110">
                <a:extLst>
                  <a:ext uri="{FF2B5EF4-FFF2-40B4-BE49-F238E27FC236}">
                    <a16:creationId xmlns:a16="http://schemas.microsoft.com/office/drawing/2014/main" id="{2D9E37CB-F535-A8CA-0EC9-0A173A350A2A}"/>
                  </a:ext>
                </a:extLst>
              </p:cNvPr>
              <p:cNvSpPr/>
              <p:nvPr/>
            </p:nvSpPr>
            <p:spPr>
              <a:xfrm>
                <a:off x="-415369" y="3527097"/>
                <a:ext cx="103536" cy="103536"/>
              </a:xfrm>
              <a:custGeom>
                <a:avLst/>
                <a:gdLst>
                  <a:gd name="connsiteX0" fmla="*/ 103537 w 103536"/>
                  <a:gd name="connsiteY0" fmla="*/ 0 h 103536"/>
                  <a:gd name="connsiteX1" fmla="*/ 0 w 103536"/>
                  <a:gd name="connsiteY1" fmla="*/ 103537 h 103536"/>
                </a:gdLst>
                <a:ahLst/>
                <a:cxnLst>
                  <a:cxn ang="0">
                    <a:pos x="connsiteX0" y="connsiteY0"/>
                  </a:cxn>
                  <a:cxn ang="0">
                    <a:pos x="connsiteX1" y="connsiteY1"/>
                  </a:cxn>
                </a:cxnLst>
                <a:rect l="l" t="t" r="r" b="b"/>
                <a:pathLst>
                  <a:path w="103536" h="103536">
                    <a:moveTo>
                      <a:pt x="103537" y="0"/>
                    </a:moveTo>
                    <a:lnTo>
                      <a:pt x="0" y="103537"/>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2" name="Freeform: Shape 111">
                <a:extLst>
                  <a:ext uri="{FF2B5EF4-FFF2-40B4-BE49-F238E27FC236}">
                    <a16:creationId xmlns:a16="http://schemas.microsoft.com/office/drawing/2014/main" id="{CC86180E-327E-68F9-41C3-61F69225734F}"/>
                  </a:ext>
                </a:extLst>
              </p:cNvPr>
              <p:cNvSpPr/>
              <p:nvPr/>
            </p:nvSpPr>
            <p:spPr>
              <a:xfrm rot="13500000">
                <a:off x="-1079295" y="2977016"/>
                <a:ext cx="373951" cy="146399"/>
              </a:xfrm>
              <a:custGeom>
                <a:avLst/>
                <a:gdLst>
                  <a:gd name="connsiteX0" fmla="*/ 0 w 373951"/>
                  <a:gd name="connsiteY0" fmla="*/ 0 h 146399"/>
                  <a:gd name="connsiteX1" fmla="*/ 373952 w 373951"/>
                  <a:gd name="connsiteY1" fmla="*/ 0 h 146399"/>
                  <a:gd name="connsiteX2" fmla="*/ 373952 w 373951"/>
                  <a:gd name="connsiteY2" fmla="*/ 146399 h 146399"/>
                  <a:gd name="connsiteX3" fmla="*/ 0 w 373951"/>
                  <a:gd name="connsiteY3" fmla="*/ 146399 h 146399"/>
                </a:gdLst>
                <a:ahLst/>
                <a:cxnLst>
                  <a:cxn ang="0">
                    <a:pos x="connsiteX0" y="connsiteY0"/>
                  </a:cxn>
                  <a:cxn ang="0">
                    <a:pos x="connsiteX1" y="connsiteY1"/>
                  </a:cxn>
                  <a:cxn ang="0">
                    <a:pos x="connsiteX2" y="connsiteY2"/>
                  </a:cxn>
                  <a:cxn ang="0">
                    <a:pos x="connsiteX3" y="connsiteY3"/>
                  </a:cxn>
                </a:cxnLst>
                <a:rect l="l" t="t" r="r" b="b"/>
                <a:pathLst>
                  <a:path w="373951" h="146399">
                    <a:moveTo>
                      <a:pt x="0" y="0"/>
                    </a:moveTo>
                    <a:lnTo>
                      <a:pt x="373952" y="0"/>
                    </a:lnTo>
                    <a:lnTo>
                      <a:pt x="373952" y="146399"/>
                    </a:lnTo>
                    <a:lnTo>
                      <a:pt x="0" y="146399"/>
                    </a:lnTo>
                    <a:close/>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3" name="Freeform: Shape 112">
                <a:extLst>
                  <a:ext uri="{FF2B5EF4-FFF2-40B4-BE49-F238E27FC236}">
                    <a16:creationId xmlns:a16="http://schemas.microsoft.com/office/drawing/2014/main" id="{C0091E0D-BCC4-0DE3-17A0-A4C7115DE433}"/>
                  </a:ext>
                </a:extLst>
              </p:cNvPr>
              <p:cNvSpPr/>
              <p:nvPr/>
            </p:nvSpPr>
            <p:spPr>
              <a:xfrm>
                <a:off x="-1024492" y="2917973"/>
                <a:ext cx="290607" cy="290607"/>
              </a:xfrm>
              <a:custGeom>
                <a:avLst/>
                <a:gdLst>
                  <a:gd name="connsiteX0" fmla="*/ 290608 w 290607"/>
                  <a:gd name="connsiteY0" fmla="*/ 290608 h 290607"/>
                  <a:gd name="connsiteX1" fmla="*/ 0 w 290607"/>
                  <a:gd name="connsiteY1" fmla="*/ 0 h 290607"/>
                </a:gdLst>
                <a:ahLst/>
                <a:cxnLst>
                  <a:cxn ang="0">
                    <a:pos x="connsiteX0" y="connsiteY0"/>
                  </a:cxn>
                  <a:cxn ang="0">
                    <a:pos x="connsiteX1" y="connsiteY1"/>
                  </a:cxn>
                </a:cxnLst>
                <a:rect l="l" t="t" r="r" b="b"/>
                <a:pathLst>
                  <a:path w="290607" h="290607">
                    <a:moveTo>
                      <a:pt x="290608" y="290608"/>
                    </a:moveTo>
                    <a:lnTo>
                      <a:pt x="0" y="0"/>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4" name="Freeform: Shape 113">
                <a:extLst>
                  <a:ext uri="{FF2B5EF4-FFF2-40B4-BE49-F238E27FC236}">
                    <a16:creationId xmlns:a16="http://schemas.microsoft.com/office/drawing/2014/main" id="{38D69803-BDCA-5293-FB02-A49B39E62EA9}"/>
                  </a:ext>
                </a:extLst>
              </p:cNvPr>
              <p:cNvSpPr/>
              <p:nvPr/>
            </p:nvSpPr>
            <p:spPr>
              <a:xfrm>
                <a:off x="-846756" y="3095709"/>
                <a:ext cx="103536" cy="103536"/>
              </a:xfrm>
              <a:custGeom>
                <a:avLst/>
                <a:gdLst>
                  <a:gd name="connsiteX0" fmla="*/ 103537 w 103536"/>
                  <a:gd name="connsiteY0" fmla="*/ 0 h 103536"/>
                  <a:gd name="connsiteX1" fmla="*/ 0 w 103536"/>
                  <a:gd name="connsiteY1" fmla="*/ 103537 h 103536"/>
                </a:gdLst>
                <a:ahLst/>
                <a:cxnLst>
                  <a:cxn ang="0">
                    <a:pos x="connsiteX0" y="connsiteY0"/>
                  </a:cxn>
                  <a:cxn ang="0">
                    <a:pos x="connsiteX1" y="connsiteY1"/>
                  </a:cxn>
                </a:cxnLst>
                <a:rect l="l" t="t" r="r" b="b"/>
                <a:pathLst>
                  <a:path w="103536" h="103536">
                    <a:moveTo>
                      <a:pt x="103537" y="0"/>
                    </a:moveTo>
                    <a:lnTo>
                      <a:pt x="0" y="103537"/>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5" name="Freeform: Shape 114">
                <a:extLst>
                  <a:ext uri="{FF2B5EF4-FFF2-40B4-BE49-F238E27FC236}">
                    <a16:creationId xmlns:a16="http://schemas.microsoft.com/office/drawing/2014/main" id="{1445E7A7-7781-FD89-B688-EA4EF92EE254}"/>
                  </a:ext>
                </a:extLst>
              </p:cNvPr>
              <p:cNvSpPr/>
              <p:nvPr/>
            </p:nvSpPr>
            <p:spPr>
              <a:xfrm>
                <a:off x="-911621" y="3030844"/>
                <a:ext cx="103536" cy="103536"/>
              </a:xfrm>
              <a:custGeom>
                <a:avLst/>
                <a:gdLst>
                  <a:gd name="connsiteX0" fmla="*/ 103537 w 103536"/>
                  <a:gd name="connsiteY0" fmla="*/ 0 h 103536"/>
                  <a:gd name="connsiteX1" fmla="*/ 0 w 103536"/>
                  <a:gd name="connsiteY1" fmla="*/ 103537 h 103536"/>
                </a:gdLst>
                <a:ahLst/>
                <a:cxnLst>
                  <a:cxn ang="0">
                    <a:pos x="connsiteX0" y="connsiteY0"/>
                  </a:cxn>
                  <a:cxn ang="0">
                    <a:pos x="connsiteX1" y="connsiteY1"/>
                  </a:cxn>
                </a:cxnLst>
                <a:rect l="l" t="t" r="r" b="b"/>
                <a:pathLst>
                  <a:path w="103536" h="103536">
                    <a:moveTo>
                      <a:pt x="103537" y="0"/>
                    </a:moveTo>
                    <a:lnTo>
                      <a:pt x="0" y="103537"/>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6" name="Freeform: Shape 115">
                <a:extLst>
                  <a:ext uri="{FF2B5EF4-FFF2-40B4-BE49-F238E27FC236}">
                    <a16:creationId xmlns:a16="http://schemas.microsoft.com/office/drawing/2014/main" id="{2B2BC0A1-F2FB-BB4A-4B32-6C48E493F3F4}"/>
                  </a:ext>
                </a:extLst>
              </p:cNvPr>
              <p:cNvSpPr/>
              <p:nvPr/>
            </p:nvSpPr>
            <p:spPr>
              <a:xfrm>
                <a:off x="-976391" y="2966074"/>
                <a:ext cx="103536" cy="103536"/>
              </a:xfrm>
              <a:custGeom>
                <a:avLst/>
                <a:gdLst>
                  <a:gd name="connsiteX0" fmla="*/ 103537 w 103536"/>
                  <a:gd name="connsiteY0" fmla="*/ 0 h 103536"/>
                  <a:gd name="connsiteX1" fmla="*/ 0 w 103536"/>
                  <a:gd name="connsiteY1" fmla="*/ 103537 h 103536"/>
                </a:gdLst>
                <a:ahLst/>
                <a:cxnLst>
                  <a:cxn ang="0">
                    <a:pos x="connsiteX0" y="connsiteY0"/>
                  </a:cxn>
                  <a:cxn ang="0">
                    <a:pos x="connsiteX1" y="connsiteY1"/>
                  </a:cxn>
                </a:cxnLst>
                <a:rect l="l" t="t" r="r" b="b"/>
                <a:pathLst>
                  <a:path w="103536" h="103536">
                    <a:moveTo>
                      <a:pt x="103537" y="0"/>
                    </a:moveTo>
                    <a:lnTo>
                      <a:pt x="0" y="103537"/>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7" name="Freeform: Shape 116">
                <a:extLst>
                  <a:ext uri="{FF2B5EF4-FFF2-40B4-BE49-F238E27FC236}">
                    <a16:creationId xmlns:a16="http://schemas.microsoft.com/office/drawing/2014/main" id="{9A59F4BF-5E43-A64F-B2F5-670A3D6A5734}"/>
                  </a:ext>
                </a:extLst>
              </p:cNvPr>
              <p:cNvSpPr/>
              <p:nvPr/>
            </p:nvSpPr>
            <p:spPr>
              <a:xfrm>
                <a:off x="-1041256" y="2901209"/>
                <a:ext cx="103536" cy="103536"/>
              </a:xfrm>
              <a:custGeom>
                <a:avLst/>
                <a:gdLst>
                  <a:gd name="connsiteX0" fmla="*/ 103537 w 103536"/>
                  <a:gd name="connsiteY0" fmla="*/ 0 h 103536"/>
                  <a:gd name="connsiteX1" fmla="*/ 0 w 103536"/>
                  <a:gd name="connsiteY1" fmla="*/ 103537 h 103536"/>
                </a:gdLst>
                <a:ahLst/>
                <a:cxnLst>
                  <a:cxn ang="0">
                    <a:pos x="connsiteX0" y="connsiteY0"/>
                  </a:cxn>
                  <a:cxn ang="0">
                    <a:pos x="connsiteX1" y="connsiteY1"/>
                  </a:cxn>
                </a:cxnLst>
                <a:rect l="l" t="t" r="r" b="b"/>
                <a:pathLst>
                  <a:path w="103536" h="103536">
                    <a:moveTo>
                      <a:pt x="103537" y="0"/>
                    </a:moveTo>
                    <a:lnTo>
                      <a:pt x="0" y="103537"/>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8" name="Freeform: Shape 117">
                <a:extLst>
                  <a:ext uri="{FF2B5EF4-FFF2-40B4-BE49-F238E27FC236}">
                    <a16:creationId xmlns:a16="http://schemas.microsoft.com/office/drawing/2014/main" id="{F6A18942-31C1-D35A-8E8A-151DDA1F5A2C}"/>
                  </a:ext>
                </a:extLst>
              </p:cNvPr>
              <p:cNvSpPr/>
              <p:nvPr/>
            </p:nvSpPr>
            <p:spPr>
              <a:xfrm>
                <a:off x="-1014396" y="3386672"/>
                <a:ext cx="217005" cy="217005"/>
              </a:xfrm>
              <a:custGeom>
                <a:avLst/>
                <a:gdLst>
                  <a:gd name="connsiteX0" fmla="*/ 209741 w 217005"/>
                  <a:gd name="connsiteY0" fmla="*/ 217005 h 217005"/>
                  <a:gd name="connsiteX1" fmla="*/ 155067 w 217005"/>
                  <a:gd name="connsiteY1" fmla="*/ 61938 h 217005"/>
                  <a:gd name="connsiteX2" fmla="*/ 0 w 217005"/>
                  <a:gd name="connsiteY2" fmla="*/ 7265 h 217005"/>
                  <a:gd name="connsiteX3" fmla="*/ 209741 w 217005"/>
                  <a:gd name="connsiteY3" fmla="*/ 217005 h 217005"/>
                </a:gdLst>
                <a:ahLst/>
                <a:cxnLst>
                  <a:cxn ang="0">
                    <a:pos x="connsiteX0" y="connsiteY0"/>
                  </a:cxn>
                  <a:cxn ang="0">
                    <a:pos x="connsiteX1" y="connsiteY1"/>
                  </a:cxn>
                  <a:cxn ang="0">
                    <a:pos x="connsiteX2" y="connsiteY2"/>
                  </a:cxn>
                  <a:cxn ang="0">
                    <a:pos x="connsiteX3" y="connsiteY3"/>
                  </a:cxn>
                </a:cxnLst>
                <a:rect l="l" t="t" r="r" b="b"/>
                <a:pathLst>
                  <a:path w="217005" h="217005">
                    <a:moveTo>
                      <a:pt x="209741" y="217005"/>
                    </a:moveTo>
                    <a:cubicBezTo>
                      <a:pt x="229648" y="179953"/>
                      <a:pt x="207740" y="114611"/>
                      <a:pt x="155067" y="61938"/>
                    </a:cubicBezTo>
                    <a:cubicBezTo>
                      <a:pt x="102394" y="9265"/>
                      <a:pt x="37052" y="-12643"/>
                      <a:pt x="0" y="7265"/>
                    </a:cubicBezTo>
                    <a:lnTo>
                      <a:pt x="209741" y="217005"/>
                    </a:lnTo>
                    <a:close/>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9" name="Freeform: Shape 118">
                <a:extLst>
                  <a:ext uri="{FF2B5EF4-FFF2-40B4-BE49-F238E27FC236}">
                    <a16:creationId xmlns:a16="http://schemas.microsoft.com/office/drawing/2014/main" id="{9031B4FD-E4B3-5C24-25F9-1BF5A1BE080C}"/>
                  </a:ext>
                </a:extLst>
              </p:cNvPr>
              <p:cNvSpPr/>
              <p:nvPr/>
            </p:nvSpPr>
            <p:spPr>
              <a:xfrm>
                <a:off x="-980272" y="3539979"/>
                <a:ext cx="29670" cy="29670"/>
              </a:xfrm>
              <a:custGeom>
                <a:avLst/>
                <a:gdLst>
                  <a:gd name="connsiteX0" fmla="*/ 25313 w 29670"/>
                  <a:gd name="connsiteY0" fmla="*/ 25313 h 29670"/>
                  <a:gd name="connsiteX1" fmla="*/ 4358 w 29670"/>
                  <a:gd name="connsiteY1" fmla="*/ 25313 h 29670"/>
                  <a:gd name="connsiteX2" fmla="*/ 4358 w 29670"/>
                  <a:gd name="connsiteY2" fmla="*/ 4358 h 29670"/>
                  <a:gd name="connsiteX3" fmla="*/ 25313 w 29670"/>
                  <a:gd name="connsiteY3" fmla="*/ 4358 h 29670"/>
                  <a:gd name="connsiteX4" fmla="*/ 25313 w 29670"/>
                  <a:gd name="connsiteY4" fmla="*/ 25313 h 29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70" h="29670">
                    <a:moveTo>
                      <a:pt x="25313" y="25313"/>
                    </a:moveTo>
                    <a:cubicBezTo>
                      <a:pt x="19502" y="31123"/>
                      <a:pt x="10168" y="31123"/>
                      <a:pt x="4358" y="25313"/>
                    </a:cubicBezTo>
                    <a:cubicBezTo>
                      <a:pt x="-1453" y="19502"/>
                      <a:pt x="-1453" y="10168"/>
                      <a:pt x="4358" y="4358"/>
                    </a:cubicBezTo>
                    <a:cubicBezTo>
                      <a:pt x="10168" y="-1453"/>
                      <a:pt x="19502" y="-1453"/>
                      <a:pt x="25313" y="4358"/>
                    </a:cubicBezTo>
                    <a:cubicBezTo>
                      <a:pt x="31123" y="10168"/>
                      <a:pt x="31123" y="19502"/>
                      <a:pt x="25313" y="25313"/>
                    </a:cubicBezTo>
                    <a:close/>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20" name="Freeform: Shape 119">
                <a:extLst>
                  <a:ext uri="{FF2B5EF4-FFF2-40B4-BE49-F238E27FC236}">
                    <a16:creationId xmlns:a16="http://schemas.microsoft.com/office/drawing/2014/main" id="{DAD460E6-5480-FF9F-D630-676D24228D30}"/>
                  </a:ext>
                </a:extLst>
              </p:cNvPr>
              <p:cNvSpPr/>
              <p:nvPr/>
            </p:nvSpPr>
            <p:spPr>
              <a:xfrm>
                <a:off x="-954960" y="3498807"/>
                <a:ext cx="45434" cy="45529"/>
              </a:xfrm>
              <a:custGeom>
                <a:avLst/>
                <a:gdLst>
                  <a:gd name="connsiteX0" fmla="*/ 0 w 45434"/>
                  <a:gd name="connsiteY0" fmla="*/ 45530 h 45529"/>
                  <a:gd name="connsiteX1" fmla="*/ 45434 w 45434"/>
                  <a:gd name="connsiteY1" fmla="*/ 0 h 45529"/>
                </a:gdLst>
                <a:ahLst/>
                <a:cxnLst>
                  <a:cxn ang="0">
                    <a:pos x="connsiteX0" y="connsiteY0"/>
                  </a:cxn>
                  <a:cxn ang="0">
                    <a:pos x="connsiteX1" y="connsiteY1"/>
                  </a:cxn>
                </a:cxnLst>
                <a:rect l="l" t="t" r="r" b="b"/>
                <a:pathLst>
                  <a:path w="45434" h="45529">
                    <a:moveTo>
                      <a:pt x="0" y="45530"/>
                    </a:moveTo>
                    <a:lnTo>
                      <a:pt x="45434" y="0"/>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21" name="Freeform: Shape 120">
                <a:extLst>
                  <a:ext uri="{FF2B5EF4-FFF2-40B4-BE49-F238E27FC236}">
                    <a16:creationId xmlns:a16="http://schemas.microsoft.com/office/drawing/2014/main" id="{56D2888D-B774-5877-9F99-3F2B1E9698A4}"/>
                  </a:ext>
                </a:extLst>
              </p:cNvPr>
              <p:cNvSpPr/>
              <p:nvPr/>
            </p:nvSpPr>
            <p:spPr>
              <a:xfrm>
                <a:off x="-1014301" y="3394032"/>
                <a:ext cx="38385" cy="150304"/>
              </a:xfrm>
              <a:custGeom>
                <a:avLst/>
                <a:gdLst>
                  <a:gd name="connsiteX0" fmla="*/ 0 w 38385"/>
                  <a:gd name="connsiteY0" fmla="*/ 0 h 150304"/>
                  <a:gd name="connsiteX1" fmla="*/ 38386 w 38385"/>
                  <a:gd name="connsiteY1" fmla="*/ 150305 h 150304"/>
                </a:gdLst>
                <a:ahLst/>
                <a:cxnLst>
                  <a:cxn ang="0">
                    <a:pos x="connsiteX0" y="connsiteY0"/>
                  </a:cxn>
                  <a:cxn ang="0">
                    <a:pos x="connsiteX1" y="connsiteY1"/>
                  </a:cxn>
                </a:cxnLst>
                <a:rect l="l" t="t" r="r" b="b"/>
                <a:pathLst>
                  <a:path w="38385" h="150304">
                    <a:moveTo>
                      <a:pt x="0" y="0"/>
                    </a:moveTo>
                    <a:lnTo>
                      <a:pt x="38386" y="150305"/>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22" name="Freeform: Shape 121">
                <a:extLst>
                  <a:ext uri="{FF2B5EF4-FFF2-40B4-BE49-F238E27FC236}">
                    <a16:creationId xmlns:a16="http://schemas.microsoft.com/office/drawing/2014/main" id="{760AB9AA-0CA5-C5DE-6EEB-6440AAD285C9}"/>
                  </a:ext>
                </a:extLst>
              </p:cNvPr>
              <p:cNvSpPr/>
              <p:nvPr/>
            </p:nvSpPr>
            <p:spPr>
              <a:xfrm>
                <a:off x="-954960" y="3565292"/>
                <a:ext cx="150304" cy="38385"/>
              </a:xfrm>
              <a:custGeom>
                <a:avLst/>
                <a:gdLst>
                  <a:gd name="connsiteX0" fmla="*/ 150305 w 150304"/>
                  <a:gd name="connsiteY0" fmla="*/ 38386 h 38385"/>
                  <a:gd name="connsiteX1" fmla="*/ 0 w 150304"/>
                  <a:gd name="connsiteY1" fmla="*/ 0 h 38385"/>
                </a:gdLst>
                <a:ahLst/>
                <a:cxnLst>
                  <a:cxn ang="0">
                    <a:pos x="connsiteX0" y="connsiteY0"/>
                  </a:cxn>
                  <a:cxn ang="0">
                    <a:pos x="connsiteX1" y="connsiteY1"/>
                  </a:cxn>
                </a:cxnLst>
                <a:rect l="l" t="t" r="r" b="b"/>
                <a:pathLst>
                  <a:path w="150304" h="38385">
                    <a:moveTo>
                      <a:pt x="150305" y="38386"/>
                    </a:moveTo>
                    <a:lnTo>
                      <a:pt x="0" y="0"/>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23" name="Freeform: Shape 122">
                <a:extLst>
                  <a:ext uri="{FF2B5EF4-FFF2-40B4-BE49-F238E27FC236}">
                    <a16:creationId xmlns:a16="http://schemas.microsoft.com/office/drawing/2014/main" id="{D861DAD7-61FB-7D05-6645-D98F47FE44C4}"/>
                  </a:ext>
                </a:extLst>
              </p:cNvPr>
              <p:cNvSpPr/>
              <p:nvPr/>
            </p:nvSpPr>
            <p:spPr>
              <a:xfrm>
                <a:off x="-859329" y="3426036"/>
                <a:ext cx="22669" cy="22574"/>
              </a:xfrm>
              <a:custGeom>
                <a:avLst/>
                <a:gdLst>
                  <a:gd name="connsiteX0" fmla="*/ 0 w 22669"/>
                  <a:gd name="connsiteY0" fmla="*/ 22574 h 22574"/>
                  <a:gd name="connsiteX1" fmla="*/ 22669 w 22669"/>
                  <a:gd name="connsiteY1" fmla="*/ 0 h 22574"/>
                </a:gdLst>
                <a:ahLst/>
                <a:cxnLst>
                  <a:cxn ang="0">
                    <a:pos x="connsiteX0" y="connsiteY0"/>
                  </a:cxn>
                  <a:cxn ang="0">
                    <a:pos x="connsiteX1" y="connsiteY1"/>
                  </a:cxn>
                </a:cxnLst>
                <a:rect l="l" t="t" r="r" b="b"/>
                <a:pathLst>
                  <a:path w="22669" h="22574">
                    <a:moveTo>
                      <a:pt x="0" y="22574"/>
                    </a:moveTo>
                    <a:lnTo>
                      <a:pt x="22669" y="0"/>
                    </a:ln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grpSp>
      <p:grpSp>
        <p:nvGrpSpPr>
          <p:cNvPr id="138" name="Group 137">
            <a:extLst>
              <a:ext uri="{FF2B5EF4-FFF2-40B4-BE49-F238E27FC236}">
                <a16:creationId xmlns:a16="http://schemas.microsoft.com/office/drawing/2014/main" id="{6E2D4442-E876-4C06-5B40-7A1D7B39DFB1}"/>
              </a:ext>
            </a:extLst>
          </p:cNvPr>
          <p:cNvGrpSpPr/>
          <p:nvPr/>
        </p:nvGrpSpPr>
        <p:grpSpPr>
          <a:xfrm>
            <a:off x="9686742" y="2898984"/>
            <a:ext cx="551083" cy="574496"/>
            <a:chOff x="9596483" y="2980043"/>
            <a:chExt cx="574498" cy="574496"/>
          </a:xfrm>
        </p:grpSpPr>
        <p:sp>
          <p:nvSpPr>
            <p:cNvPr id="24" name="Oval 23">
              <a:extLst>
                <a:ext uri="{FF2B5EF4-FFF2-40B4-BE49-F238E27FC236}">
                  <a16:creationId xmlns:a16="http://schemas.microsoft.com/office/drawing/2014/main" id="{E7FC4B53-3115-8929-24A1-DD02B5E6626E}"/>
                </a:ext>
              </a:extLst>
            </p:cNvPr>
            <p:cNvSpPr/>
            <p:nvPr/>
          </p:nvSpPr>
          <p:spPr>
            <a:xfrm>
              <a:off x="9596483" y="2980043"/>
              <a:ext cx="574498" cy="574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nvGrpSpPr>
            <p:cNvPr id="132" name="Group 131">
              <a:extLst>
                <a:ext uri="{FF2B5EF4-FFF2-40B4-BE49-F238E27FC236}">
                  <a16:creationId xmlns:a16="http://schemas.microsoft.com/office/drawing/2014/main" id="{1FCE1BB8-6BBE-0AFD-11A0-6B80715227BB}"/>
                </a:ext>
              </a:extLst>
            </p:cNvPr>
            <p:cNvGrpSpPr/>
            <p:nvPr/>
          </p:nvGrpSpPr>
          <p:grpSpPr>
            <a:xfrm>
              <a:off x="9715414" y="3127389"/>
              <a:ext cx="336636" cy="279804"/>
              <a:chOff x="-2535683" y="2638598"/>
              <a:chExt cx="2100548" cy="1745932"/>
            </a:xfrm>
          </p:grpSpPr>
          <p:sp>
            <p:nvSpPr>
              <p:cNvPr id="128" name="Freeform: Shape 127">
                <a:extLst>
                  <a:ext uri="{FF2B5EF4-FFF2-40B4-BE49-F238E27FC236}">
                    <a16:creationId xmlns:a16="http://schemas.microsoft.com/office/drawing/2014/main" id="{4FF3C7C8-CF2E-0D53-1261-267DF43940AE}"/>
                  </a:ext>
                </a:extLst>
              </p:cNvPr>
              <p:cNvSpPr/>
              <p:nvPr/>
            </p:nvSpPr>
            <p:spPr>
              <a:xfrm>
                <a:off x="-2535683" y="3032647"/>
                <a:ext cx="331184" cy="957929"/>
              </a:xfrm>
              <a:custGeom>
                <a:avLst/>
                <a:gdLst>
                  <a:gd name="connsiteX0" fmla="*/ 0 w 331184"/>
                  <a:gd name="connsiteY0" fmla="*/ 0 h 957929"/>
                  <a:gd name="connsiteX1" fmla="*/ 331184 w 331184"/>
                  <a:gd name="connsiteY1" fmla="*/ 0 h 957929"/>
                  <a:gd name="connsiteX2" fmla="*/ 331184 w 331184"/>
                  <a:gd name="connsiteY2" fmla="*/ 957929 h 957929"/>
                  <a:gd name="connsiteX3" fmla="*/ 0 w 331184"/>
                  <a:gd name="connsiteY3" fmla="*/ 957929 h 957929"/>
                </a:gdLst>
                <a:ahLst/>
                <a:cxnLst>
                  <a:cxn ang="0">
                    <a:pos x="connsiteX0" y="connsiteY0"/>
                  </a:cxn>
                  <a:cxn ang="0">
                    <a:pos x="connsiteX1" y="connsiteY1"/>
                  </a:cxn>
                  <a:cxn ang="0">
                    <a:pos x="connsiteX2" y="connsiteY2"/>
                  </a:cxn>
                  <a:cxn ang="0">
                    <a:pos x="connsiteX3" y="connsiteY3"/>
                  </a:cxn>
                </a:cxnLst>
                <a:rect l="l" t="t" r="r" b="b"/>
                <a:pathLst>
                  <a:path w="331184" h="957929">
                    <a:moveTo>
                      <a:pt x="0" y="0"/>
                    </a:moveTo>
                    <a:lnTo>
                      <a:pt x="331184" y="0"/>
                    </a:lnTo>
                    <a:lnTo>
                      <a:pt x="331184" y="957929"/>
                    </a:lnTo>
                    <a:lnTo>
                      <a:pt x="0" y="957929"/>
                    </a:lnTo>
                    <a:close/>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29" name="Freeform: Shape 128">
                <a:extLst>
                  <a:ext uri="{FF2B5EF4-FFF2-40B4-BE49-F238E27FC236}">
                    <a16:creationId xmlns:a16="http://schemas.microsoft.com/office/drawing/2014/main" id="{ABF059F8-C343-1554-2B6A-879BEEA56188}"/>
                  </a:ext>
                </a:extLst>
              </p:cNvPr>
              <p:cNvSpPr/>
              <p:nvPr/>
            </p:nvSpPr>
            <p:spPr>
              <a:xfrm>
                <a:off x="-2183734" y="2638598"/>
                <a:ext cx="1023461" cy="1745932"/>
              </a:xfrm>
              <a:custGeom>
                <a:avLst/>
                <a:gdLst>
                  <a:gd name="connsiteX0" fmla="*/ 1023461 w 1023461"/>
                  <a:gd name="connsiteY0" fmla="*/ 1745933 h 1745932"/>
                  <a:gd name="connsiteX1" fmla="*/ 0 w 1023461"/>
                  <a:gd name="connsiteY1" fmla="*/ 1208151 h 1745932"/>
                  <a:gd name="connsiteX2" fmla="*/ 0 w 1023461"/>
                  <a:gd name="connsiteY2" fmla="*/ 537877 h 1745932"/>
                  <a:gd name="connsiteX3" fmla="*/ 1023461 w 1023461"/>
                  <a:gd name="connsiteY3" fmla="*/ 0 h 1745932"/>
                  <a:gd name="connsiteX4" fmla="*/ 1023461 w 1023461"/>
                  <a:gd name="connsiteY4" fmla="*/ 1745933 h 1745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461" h="1745932">
                    <a:moveTo>
                      <a:pt x="1023461" y="1745933"/>
                    </a:moveTo>
                    <a:lnTo>
                      <a:pt x="0" y="1208151"/>
                    </a:lnTo>
                    <a:lnTo>
                      <a:pt x="0" y="537877"/>
                    </a:lnTo>
                    <a:lnTo>
                      <a:pt x="1023461" y="0"/>
                    </a:lnTo>
                    <a:lnTo>
                      <a:pt x="1023461" y="1745933"/>
                    </a:lnTo>
                    <a:close/>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30" name="Freeform: Shape 129">
                <a:extLst>
                  <a:ext uri="{FF2B5EF4-FFF2-40B4-BE49-F238E27FC236}">
                    <a16:creationId xmlns:a16="http://schemas.microsoft.com/office/drawing/2014/main" id="{4D9D0738-49F9-331F-EF3B-C099858362E6}"/>
                  </a:ext>
                </a:extLst>
              </p:cNvPr>
              <p:cNvSpPr/>
              <p:nvPr/>
            </p:nvSpPr>
            <p:spPr>
              <a:xfrm>
                <a:off x="-904241" y="3058270"/>
                <a:ext cx="141255" cy="906589"/>
              </a:xfrm>
              <a:custGeom>
                <a:avLst/>
                <a:gdLst>
                  <a:gd name="connsiteX0" fmla="*/ 0 w 141255"/>
                  <a:gd name="connsiteY0" fmla="*/ 0 h 906589"/>
                  <a:gd name="connsiteX1" fmla="*/ 141256 w 141255"/>
                  <a:gd name="connsiteY1" fmla="*/ 453295 h 906589"/>
                  <a:gd name="connsiteX2" fmla="*/ 0 w 141255"/>
                  <a:gd name="connsiteY2" fmla="*/ 906590 h 906589"/>
                </a:gdLst>
                <a:ahLst/>
                <a:cxnLst>
                  <a:cxn ang="0">
                    <a:pos x="connsiteX0" y="connsiteY0"/>
                  </a:cxn>
                  <a:cxn ang="0">
                    <a:pos x="connsiteX1" y="connsiteY1"/>
                  </a:cxn>
                  <a:cxn ang="0">
                    <a:pos x="connsiteX2" y="connsiteY2"/>
                  </a:cxn>
                </a:cxnLst>
                <a:rect l="l" t="t" r="r" b="b"/>
                <a:pathLst>
                  <a:path w="141255" h="906589">
                    <a:moveTo>
                      <a:pt x="0" y="0"/>
                    </a:moveTo>
                    <a:cubicBezTo>
                      <a:pt x="0" y="0"/>
                      <a:pt x="141256" y="184499"/>
                      <a:pt x="141256" y="453295"/>
                    </a:cubicBezTo>
                    <a:cubicBezTo>
                      <a:pt x="141256" y="722090"/>
                      <a:pt x="0" y="906590"/>
                      <a:pt x="0" y="906590"/>
                    </a:cubicBez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31" name="Freeform: Shape 130">
                <a:extLst>
                  <a:ext uri="{FF2B5EF4-FFF2-40B4-BE49-F238E27FC236}">
                    <a16:creationId xmlns:a16="http://schemas.microsoft.com/office/drawing/2014/main" id="{7FD8AE49-16F6-635E-CDFA-2A930E6F188F}"/>
                  </a:ext>
                </a:extLst>
              </p:cNvPr>
              <p:cNvSpPr/>
              <p:nvPr/>
            </p:nvSpPr>
            <p:spPr>
              <a:xfrm>
                <a:off x="-659258" y="2792713"/>
                <a:ext cx="224123" cy="1437703"/>
              </a:xfrm>
              <a:custGeom>
                <a:avLst/>
                <a:gdLst>
                  <a:gd name="connsiteX0" fmla="*/ 0 w 224123"/>
                  <a:gd name="connsiteY0" fmla="*/ 0 h 1437703"/>
                  <a:gd name="connsiteX1" fmla="*/ 224123 w 224123"/>
                  <a:gd name="connsiteY1" fmla="*/ 718852 h 1437703"/>
                  <a:gd name="connsiteX2" fmla="*/ 0 w 224123"/>
                  <a:gd name="connsiteY2" fmla="*/ 1437704 h 1437703"/>
                </a:gdLst>
                <a:ahLst/>
                <a:cxnLst>
                  <a:cxn ang="0">
                    <a:pos x="connsiteX0" y="connsiteY0"/>
                  </a:cxn>
                  <a:cxn ang="0">
                    <a:pos x="connsiteX1" y="connsiteY1"/>
                  </a:cxn>
                  <a:cxn ang="0">
                    <a:pos x="connsiteX2" y="connsiteY2"/>
                  </a:cxn>
                </a:cxnLst>
                <a:rect l="l" t="t" r="r" b="b"/>
                <a:pathLst>
                  <a:path w="224123" h="1437703">
                    <a:moveTo>
                      <a:pt x="0" y="0"/>
                    </a:moveTo>
                    <a:cubicBezTo>
                      <a:pt x="0" y="0"/>
                      <a:pt x="224123" y="292608"/>
                      <a:pt x="224123" y="718852"/>
                    </a:cubicBezTo>
                    <a:cubicBezTo>
                      <a:pt x="224123" y="1145096"/>
                      <a:pt x="0" y="1437704"/>
                      <a:pt x="0" y="1437704"/>
                    </a:cubicBezTo>
                  </a:path>
                </a:pathLst>
              </a:custGeom>
              <a:noFill/>
              <a:ln w="15875" cap="rnd">
                <a:solidFill>
                  <a:schemeClr val="accent4"/>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grpSp>
      <p:sp>
        <p:nvSpPr>
          <p:cNvPr id="133" name="Slide Number Placeholder 132">
            <a:extLst>
              <a:ext uri="{FF2B5EF4-FFF2-40B4-BE49-F238E27FC236}">
                <a16:creationId xmlns:a16="http://schemas.microsoft.com/office/drawing/2014/main" id="{5F7F9E3C-0B53-9669-2CB9-21E62C584B28}"/>
              </a:ext>
            </a:extLst>
          </p:cNvPr>
          <p:cNvSpPr>
            <a:spLocks noGrp="1"/>
          </p:cNvSpPr>
          <p:nvPr>
            <p:ph type="sldNum" sz="quarter" idx="4"/>
          </p:nvPr>
        </p:nvSpPr>
        <p:spPr/>
        <p:txBody>
          <a:bodyPr/>
          <a:lstStyle/>
          <a:p>
            <a:fld id="{8855CCE4-D0BE-4DED-8941-E3B093153CBB}" type="slidenum">
              <a:rPr lang="en-GB" smtClean="0"/>
              <a:pPr/>
              <a:t>6</a:t>
            </a:fld>
            <a:endParaRPr lang="en-GB" dirty="0"/>
          </a:p>
        </p:txBody>
      </p:sp>
      <p:cxnSp>
        <p:nvCxnSpPr>
          <p:cNvPr id="134" name="Straight Connector 133">
            <a:extLst>
              <a:ext uri="{FF2B5EF4-FFF2-40B4-BE49-F238E27FC236}">
                <a16:creationId xmlns:a16="http://schemas.microsoft.com/office/drawing/2014/main" id="{64FDCF55-0B1F-574E-F04E-7EB9B285F810}"/>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8343BC70-7695-4F9F-26C0-EE9EB5025218}"/>
              </a:ext>
            </a:extLst>
          </p:cNvPr>
          <p:cNvSpPr txBox="1"/>
          <p:nvPr/>
        </p:nvSpPr>
        <p:spPr>
          <a:xfrm>
            <a:off x="380999" y="5610920"/>
            <a:ext cx="4305301" cy="605294"/>
          </a:xfrm>
          <a:prstGeom prst="rect">
            <a:avLst/>
          </a:prstGeom>
          <a:noFill/>
        </p:spPr>
        <p:txBody>
          <a:bodyPr wrap="square" lIns="0" tIns="0" rIns="0" bIns="0" rtlCol="0">
            <a:spAutoFit/>
          </a:bodyPr>
          <a:lstStyle/>
          <a:p>
            <a:pPr>
              <a:spcAft>
                <a:spcPts val="400"/>
              </a:spcAft>
            </a:pPr>
            <a:r>
              <a:rPr lang="en-US" sz="1400" b="1" dirty="0">
                <a:solidFill>
                  <a:schemeClr val="accent1"/>
                </a:solidFill>
              </a:rPr>
              <a:t>Lorem Ipsum is simply dummy text</a:t>
            </a:r>
          </a:p>
          <a:p>
            <a:pPr>
              <a:spcAft>
                <a:spcPts val="400"/>
              </a:spcAft>
            </a:pPr>
            <a:r>
              <a:rPr lang="en-US" sz="1100" dirty="0">
                <a:solidFill>
                  <a:schemeClr val="bg1"/>
                </a:solidFill>
              </a:rPr>
              <a:t>Lorem Ipsum is simply dummy text of the printing and typesetting industry. Lorem Ipsum has been the industry's standard.</a:t>
            </a:r>
          </a:p>
        </p:txBody>
      </p:sp>
    </p:spTree>
    <p:extLst>
      <p:ext uri="{BB962C8B-B14F-4D97-AF65-F5344CB8AC3E}">
        <p14:creationId xmlns:p14="http://schemas.microsoft.com/office/powerpoint/2010/main" val="1155773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A ship in the water&#10;&#10;AI-generated content may be incorrect.">
            <a:extLst>
              <a:ext uri="{FF2B5EF4-FFF2-40B4-BE49-F238E27FC236}">
                <a16:creationId xmlns:a16="http://schemas.microsoft.com/office/drawing/2014/main" id="{84026BF4-7EBE-A35B-897E-74599FF830A3}"/>
              </a:ext>
            </a:extLst>
          </p:cNvPr>
          <p:cNvPicPr>
            <a:picLocks noChangeAspect="1"/>
          </p:cNvPicPr>
          <p:nvPr/>
        </p:nvPicPr>
        <p:blipFill rotWithShape="1">
          <a:blip r:embed="rId3">
            <a:extLst>
              <a:ext uri="{28A0092B-C50C-407E-A947-70E740481C1C}">
                <a14:useLocalDpi xmlns:a14="http://schemas.microsoft.com/office/drawing/2010/main" val="0"/>
              </a:ext>
            </a:extLst>
          </a:blip>
          <a:srcRect t="18361" b="18361"/>
          <a:stretch>
            <a:fillRect/>
          </a:stretch>
        </p:blipFill>
        <p:spPr>
          <a:xfrm rot="16200000">
            <a:off x="7305674" y="1971672"/>
            <a:ext cx="6858000" cy="2914651"/>
          </a:xfrm>
          <a:custGeom>
            <a:avLst/>
            <a:gdLst>
              <a:gd name="connsiteX0" fmla="*/ 6858000 w 6858000"/>
              <a:gd name="connsiteY0" fmla="*/ 314345 h 2914651"/>
              <a:gd name="connsiteX1" fmla="*/ 6858000 w 6858000"/>
              <a:gd name="connsiteY1" fmla="*/ 2914650 h 2914651"/>
              <a:gd name="connsiteX2" fmla="*/ 0 w 6858000"/>
              <a:gd name="connsiteY2" fmla="*/ 2914651 h 2914651"/>
              <a:gd name="connsiteX3" fmla="*/ 0 w 6858000"/>
              <a:gd name="connsiteY3" fmla="*/ 314345 h 2914651"/>
              <a:gd name="connsiteX4" fmla="*/ 314345 w 6858000"/>
              <a:gd name="connsiteY4" fmla="*/ 1 h 2914651"/>
              <a:gd name="connsiteX5" fmla="*/ 6543655 w 6858000"/>
              <a:gd name="connsiteY5" fmla="*/ 0 h 2914651"/>
              <a:gd name="connsiteX6" fmla="*/ 6858000 w 6858000"/>
              <a:gd name="connsiteY6" fmla="*/ 314345 h 2914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2914651">
                <a:moveTo>
                  <a:pt x="6858000" y="314345"/>
                </a:moveTo>
                <a:lnTo>
                  <a:pt x="6858000" y="2914650"/>
                </a:lnTo>
                <a:lnTo>
                  <a:pt x="0" y="2914651"/>
                </a:lnTo>
                <a:lnTo>
                  <a:pt x="0" y="314345"/>
                </a:lnTo>
                <a:cubicBezTo>
                  <a:pt x="0" y="140737"/>
                  <a:pt x="140737" y="1"/>
                  <a:pt x="314345" y="1"/>
                </a:cubicBezTo>
                <a:lnTo>
                  <a:pt x="6543655" y="0"/>
                </a:lnTo>
                <a:cubicBezTo>
                  <a:pt x="6717263" y="0"/>
                  <a:pt x="6858000" y="140737"/>
                  <a:pt x="6858000" y="314345"/>
                </a:cubicBezTo>
                <a:close/>
              </a:path>
            </a:pathLst>
          </a:custGeom>
        </p:spPr>
      </p:pic>
      <p:sp>
        <p:nvSpPr>
          <p:cNvPr id="36" name="Rectangle: Top Corners Rounded 35">
            <a:extLst>
              <a:ext uri="{FF2B5EF4-FFF2-40B4-BE49-F238E27FC236}">
                <a16:creationId xmlns:a16="http://schemas.microsoft.com/office/drawing/2014/main" id="{48D95746-938E-C1BF-A83F-13B5054AF807}"/>
              </a:ext>
            </a:extLst>
          </p:cNvPr>
          <p:cNvSpPr/>
          <p:nvPr/>
        </p:nvSpPr>
        <p:spPr>
          <a:xfrm rot="16200000">
            <a:off x="7305673" y="1971673"/>
            <a:ext cx="6858001" cy="2914650"/>
          </a:xfrm>
          <a:prstGeom prst="round2SameRect">
            <a:avLst>
              <a:gd name="adj1" fmla="val 10785"/>
              <a:gd name="adj2" fmla="val 0"/>
            </a:avLst>
          </a:prstGeom>
          <a:gradFill flip="none" rotWithShape="1">
            <a:gsLst>
              <a:gs pos="0">
                <a:schemeClr val="tx1">
                  <a:alpha val="52000"/>
                </a:schemeClr>
              </a:gs>
              <a:gs pos="100000">
                <a:schemeClr val="tx1">
                  <a:alpha val="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2" name="Graphic 6">
            <a:extLst>
              <a:ext uri="{FF2B5EF4-FFF2-40B4-BE49-F238E27FC236}">
                <a16:creationId xmlns:a16="http://schemas.microsoft.com/office/drawing/2014/main" id="{9F0B2B80-A772-CE0F-6084-74C9D136E8EA}"/>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29" name="Rectangle: Rounded Corners 28">
            <a:extLst>
              <a:ext uri="{FF2B5EF4-FFF2-40B4-BE49-F238E27FC236}">
                <a16:creationId xmlns:a16="http://schemas.microsoft.com/office/drawing/2014/main" id="{12EC6E33-1970-66D5-BDF3-822B7183868E}"/>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1D3F066A-B458-D1A7-A4D4-A354945EECC1}"/>
              </a:ext>
            </a:extLst>
          </p:cNvPr>
          <p:cNvSpPr>
            <a:spLocks noGrp="1"/>
          </p:cNvSpPr>
          <p:nvPr>
            <p:ph type="title"/>
          </p:nvPr>
        </p:nvSpPr>
        <p:spPr/>
        <p:txBody>
          <a:bodyPr/>
          <a:lstStyle/>
          <a:p>
            <a:r>
              <a:rPr lang="en-IN" dirty="0"/>
              <a:t>Lorem Ipsum</a:t>
            </a:r>
          </a:p>
        </p:txBody>
      </p:sp>
      <p:sp>
        <p:nvSpPr>
          <p:cNvPr id="4" name="TextBox 3">
            <a:extLst>
              <a:ext uri="{FF2B5EF4-FFF2-40B4-BE49-F238E27FC236}">
                <a16:creationId xmlns:a16="http://schemas.microsoft.com/office/drawing/2014/main" id="{23D27FF0-CF0C-FC12-A996-40A72D790B80}"/>
              </a:ext>
            </a:extLst>
          </p:cNvPr>
          <p:cNvSpPr txBox="1"/>
          <p:nvPr/>
        </p:nvSpPr>
        <p:spPr>
          <a:xfrm>
            <a:off x="381001" y="840716"/>
            <a:ext cx="9032630" cy="246221"/>
          </a:xfrm>
          <a:prstGeom prst="rect">
            <a:avLst/>
          </a:prstGeom>
          <a:noFill/>
        </p:spPr>
        <p:txBody>
          <a:bodyPr wrap="square" lIns="0" tIns="0" rIns="0" bIns="0" rtlCol="0">
            <a:spAutoFit/>
          </a:bodyPr>
          <a:lstStyle/>
          <a:p>
            <a:pPr>
              <a:spcAft>
                <a:spcPts val="600"/>
              </a:spcAft>
            </a:pPr>
            <a:r>
              <a:rPr lang="en-US" sz="1600" b="1" dirty="0">
                <a:solidFill>
                  <a:schemeClr val="accent2"/>
                </a:solidFill>
              </a:rPr>
              <a:t>Lorem Ipsum is simply dummy text</a:t>
            </a:r>
          </a:p>
        </p:txBody>
      </p:sp>
      <p:sp>
        <p:nvSpPr>
          <p:cNvPr id="5" name="TextBox 4">
            <a:extLst>
              <a:ext uri="{FF2B5EF4-FFF2-40B4-BE49-F238E27FC236}">
                <a16:creationId xmlns:a16="http://schemas.microsoft.com/office/drawing/2014/main" id="{9C02592C-CA58-E5B6-6F91-BB57567C6D40}"/>
              </a:ext>
            </a:extLst>
          </p:cNvPr>
          <p:cNvSpPr txBox="1"/>
          <p:nvPr/>
        </p:nvSpPr>
        <p:spPr>
          <a:xfrm>
            <a:off x="380998" y="1228030"/>
            <a:ext cx="8677277" cy="882293"/>
          </a:xfrm>
          <a:prstGeom prst="rect">
            <a:avLst/>
          </a:prstGeom>
          <a:noFill/>
        </p:spPr>
        <p:txBody>
          <a:bodyPr wrap="square" lIns="0" tIns="0" rIns="0" bIns="0" rtlCol="0">
            <a:spAutoFit/>
          </a:bodyPr>
          <a:lstStyle/>
          <a:p>
            <a:pPr>
              <a:spcAft>
                <a:spcPts val="400"/>
              </a:spcAft>
            </a:pPr>
            <a:r>
              <a:rPr lang="en-US" sz="1400" b="1" dirty="0">
                <a:solidFill>
                  <a:schemeClr val="bg1"/>
                </a:solidFill>
              </a:rPr>
              <a:t>Lorem Ipsum is simply dummy text</a:t>
            </a:r>
          </a:p>
          <a:p>
            <a:pPr>
              <a:spcAft>
                <a:spcPts val="400"/>
              </a:spcAft>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6" name="Rectangle: Top Corners Rounded 5">
            <a:extLst>
              <a:ext uri="{FF2B5EF4-FFF2-40B4-BE49-F238E27FC236}">
                <a16:creationId xmlns:a16="http://schemas.microsoft.com/office/drawing/2014/main" id="{7BEDBD89-3E6B-CFF2-3A8C-BF078CB9B55B}"/>
              </a:ext>
            </a:extLst>
          </p:cNvPr>
          <p:cNvSpPr/>
          <p:nvPr/>
        </p:nvSpPr>
        <p:spPr>
          <a:xfrm rot="5400000">
            <a:off x="3357215" y="-880712"/>
            <a:ext cx="3153470" cy="9867900"/>
          </a:xfrm>
          <a:prstGeom prst="round2SameRect">
            <a:avLst>
              <a:gd name="adj1" fmla="val 6927"/>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 name="TextBox 6">
            <a:extLst>
              <a:ext uri="{FF2B5EF4-FFF2-40B4-BE49-F238E27FC236}">
                <a16:creationId xmlns:a16="http://schemas.microsoft.com/office/drawing/2014/main" id="{C2575217-652E-1F18-1F09-735B9C8B4886}"/>
              </a:ext>
            </a:extLst>
          </p:cNvPr>
          <p:cNvSpPr txBox="1"/>
          <p:nvPr/>
        </p:nvSpPr>
        <p:spPr>
          <a:xfrm>
            <a:off x="363537" y="2803833"/>
            <a:ext cx="2274155" cy="2644314"/>
          </a:xfrm>
          <a:prstGeom prst="rect">
            <a:avLst/>
          </a:prstGeom>
          <a:noFill/>
        </p:spPr>
        <p:txBody>
          <a:bodyPr wrap="square" lIns="0" tIns="0" rIns="0" bIns="0" rtlCol="0">
            <a:spAutoFit/>
          </a:bodyPr>
          <a:lstStyle/>
          <a:p>
            <a:pPr>
              <a:spcAft>
                <a:spcPts val="200"/>
              </a:spcAft>
            </a:pPr>
            <a:r>
              <a:rPr lang="en-US" sz="1200" b="1" dirty="0"/>
              <a:t>Lorem Ipsum </a:t>
            </a:r>
          </a:p>
          <a:p>
            <a:pPr>
              <a:spcAft>
                <a:spcPts val="200"/>
              </a:spcAft>
            </a:pPr>
            <a:r>
              <a:rPr lang="en-US" sz="900" b="1" dirty="0"/>
              <a:t>Lorem Ipsum </a:t>
            </a:r>
          </a:p>
          <a:p>
            <a:pPr>
              <a:spcAft>
                <a:spcPts val="300"/>
              </a:spcAft>
            </a:pPr>
            <a:r>
              <a:rPr lang="en-US" sz="900" dirty="0"/>
              <a:t>Lorem Ipsum is simply dummy text of the printing and typesetting industry. Lorem Ipsum has been the industry's standard dummy text ever since the 1500s.</a:t>
            </a:r>
            <a:br>
              <a:rPr lang="en-US" sz="900" dirty="0"/>
            </a:br>
            <a:r>
              <a:rPr lang="en-US" sz="900" b="1" dirty="0"/>
              <a:t>Lorem Ipsum </a:t>
            </a:r>
          </a:p>
          <a:p>
            <a:pPr>
              <a:spcAft>
                <a:spcPts val="300"/>
              </a:spcAft>
            </a:pPr>
            <a:r>
              <a:rPr lang="en-US" sz="900" dirty="0"/>
              <a:t>Lorem Ipsum is simply dummy text of the printing and typesetting industry. Lorem Ipsum has been the industry's standard. </a:t>
            </a:r>
          </a:p>
          <a:p>
            <a:pPr>
              <a:spcAft>
                <a:spcPts val="300"/>
              </a:spcAft>
            </a:pPr>
            <a:r>
              <a:rPr lang="en-US" sz="900" b="1" dirty="0"/>
              <a:t>Lorem Ipsum </a:t>
            </a:r>
          </a:p>
          <a:p>
            <a:pPr>
              <a:spcAft>
                <a:spcPts val="300"/>
              </a:spcAft>
            </a:pPr>
            <a:r>
              <a:rPr lang="en-US" sz="900" dirty="0"/>
              <a:t>Lorem Ipsum is simply dummy text of the printing and typesetting industry. </a:t>
            </a:r>
          </a:p>
          <a:p>
            <a:pPr>
              <a:spcAft>
                <a:spcPts val="300"/>
              </a:spcAft>
            </a:pPr>
            <a:r>
              <a:rPr lang="en-US" sz="900" b="1" dirty="0"/>
              <a:t>Lorem Ipsum </a:t>
            </a:r>
          </a:p>
          <a:p>
            <a:pPr>
              <a:spcAft>
                <a:spcPts val="300"/>
              </a:spcAft>
            </a:pPr>
            <a:r>
              <a:rPr lang="en-US" sz="900" dirty="0"/>
              <a:t>Lorem Ipsum is simply dummy text of the printing and typesetting industry. Lorem Ipsum has been the industry's standard. </a:t>
            </a:r>
          </a:p>
        </p:txBody>
      </p:sp>
      <p:sp>
        <p:nvSpPr>
          <p:cNvPr id="9" name="TextBox 8">
            <a:extLst>
              <a:ext uri="{FF2B5EF4-FFF2-40B4-BE49-F238E27FC236}">
                <a16:creationId xmlns:a16="http://schemas.microsoft.com/office/drawing/2014/main" id="{839F1FDA-6AF8-CC18-4A04-3674582DE359}"/>
              </a:ext>
            </a:extLst>
          </p:cNvPr>
          <p:cNvSpPr txBox="1"/>
          <p:nvPr/>
        </p:nvSpPr>
        <p:spPr>
          <a:xfrm>
            <a:off x="2931722" y="2803833"/>
            <a:ext cx="3452561" cy="2757165"/>
          </a:xfrm>
          <a:prstGeom prst="rect">
            <a:avLst/>
          </a:prstGeom>
          <a:noFill/>
        </p:spPr>
        <p:txBody>
          <a:bodyPr wrap="square" lIns="0" tIns="0" rIns="0" bIns="0" rtlCol="0">
            <a:spAutoFit/>
          </a:bodyPr>
          <a:lstStyle/>
          <a:p>
            <a:pPr>
              <a:spcAft>
                <a:spcPts val="200"/>
              </a:spcAft>
            </a:pPr>
            <a:r>
              <a:rPr lang="en-US" sz="1200" b="1" dirty="0"/>
              <a:t>Lorem Ipsum </a:t>
            </a:r>
          </a:p>
          <a:p>
            <a:pPr>
              <a:spcAft>
                <a:spcPts val="300"/>
              </a:spcAft>
            </a:pPr>
            <a:r>
              <a:rPr lang="en-US" sz="900" dirty="0"/>
              <a:t>Lorem Ipsum is simply dummy text of the printing and typesetting industry. Lorem Ipsum has been the industry's standard dummy text ever since the 1500s. </a:t>
            </a:r>
          </a:p>
          <a:p>
            <a:pPr>
              <a:spcAft>
                <a:spcPts val="300"/>
              </a:spcAft>
            </a:pPr>
            <a:r>
              <a:rPr lang="en-US" sz="900" dirty="0"/>
              <a:t>Lorem Ipsum is simply dummy text of the printing and typesetting industry. Lorem Ipsum has been the industry's standard dummy text ever since the 1500s. </a:t>
            </a:r>
          </a:p>
          <a:p>
            <a:pPr>
              <a:spcAft>
                <a:spcPts val="300"/>
              </a:spcAft>
            </a:pPr>
            <a:r>
              <a:rPr lang="en-US" sz="900" dirty="0"/>
              <a:t>Lorem Ipsum is simply dummy text of the printing and typesetting industry. </a:t>
            </a:r>
          </a:p>
          <a:p>
            <a:pPr marL="171450" indent="-171450">
              <a:spcAft>
                <a:spcPts val="300"/>
              </a:spcAft>
              <a:buFont typeface="Arial" panose="020B0604020202020204" pitchFamily="34" charset="0"/>
              <a:buChar char="•"/>
            </a:pPr>
            <a:r>
              <a:rPr lang="en-US" sz="900" dirty="0"/>
              <a:t>Lorem Ipsum is simply dummy text of the printing and typesetting industry. Lorem Ipsum has been the industry's standard dummy text ever since the 1500s. </a:t>
            </a:r>
          </a:p>
          <a:p>
            <a:pPr marL="171450" indent="-171450">
              <a:spcAft>
                <a:spcPts val="300"/>
              </a:spcAft>
              <a:buFont typeface="Arial" panose="020B0604020202020204" pitchFamily="34" charset="0"/>
              <a:buChar char="•"/>
            </a:pPr>
            <a:r>
              <a:rPr lang="en-US" sz="900" dirty="0"/>
              <a:t>Lorem Ipsum is simply dummy text of the printing and typesetting industry. Lorem Ipsum has been the industry's standard dummy text ever since the 1500s. </a:t>
            </a:r>
          </a:p>
          <a:p>
            <a:pPr marL="171450" indent="-171450">
              <a:spcAft>
                <a:spcPts val="300"/>
              </a:spcAft>
              <a:buFont typeface="Arial" panose="020B0604020202020204" pitchFamily="34" charset="0"/>
              <a:buChar char="•"/>
            </a:pPr>
            <a:r>
              <a:rPr lang="en-US" sz="900" dirty="0"/>
              <a:t>Lorem Ipsum is simply dummy text of the printing and typesetting industry. Lorem Ipsum has been the industry's standard dummy text ever since the 1500s. </a:t>
            </a:r>
          </a:p>
        </p:txBody>
      </p:sp>
      <p:sp>
        <p:nvSpPr>
          <p:cNvPr id="10" name="TextBox 9">
            <a:extLst>
              <a:ext uri="{FF2B5EF4-FFF2-40B4-BE49-F238E27FC236}">
                <a16:creationId xmlns:a16="http://schemas.microsoft.com/office/drawing/2014/main" id="{2BF72FA1-31A4-7F52-F10F-33886A29AAD1}"/>
              </a:ext>
            </a:extLst>
          </p:cNvPr>
          <p:cNvSpPr txBox="1"/>
          <p:nvPr/>
        </p:nvSpPr>
        <p:spPr>
          <a:xfrm>
            <a:off x="6678311" y="2803833"/>
            <a:ext cx="2971539" cy="2757165"/>
          </a:xfrm>
          <a:prstGeom prst="rect">
            <a:avLst/>
          </a:prstGeom>
          <a:noFill/>
        </p:spPr>
        <p:txBody>
          <a:bodyPr wrap="square" lIns="0" tIns="0" rIns="0" bIns="0" rtlCol="0">
            <a:spAutoFit/>
          </a:bodyPr>
          <a:lstStyle/>
          <a:p>
            <a:pPr>
              <a:spcAft>
                <a:spcPts val="200"/>
              </a:spcAft>
            </a:pPr>
            <a:r>
              <a:rPr lang="en-US" sz="1200" b="1" dirty="0"/>
              <a:t>Lorem Ipsum </a:t>
            </a:r>
          </a:p>
          <a:p>
            <a:pPr>
              <a:spcAft>
                <a:spcPts val="300"/>
              </a:spcAft>
            </a:pPr>
            <a:r>
              <a:rPr lang="en-US" sz="900" dirty="0"/>
              <a:t>Lorem Ipsum is simply dummy text of the printing and typesetting industry. Lorem Ipsum has been the industry's standard dummy text ever since the 1500s. </a:t>
            </a:r>
          </a:p>
          <a:p>
            <a:pPr marL="171450" indent="-171450">
              <a:spcAft>
                <a:spcPts val="200"/>
              </a:spcAft>
              <a:buFont typeface="Arial" panose="020B0604020202020204" pitchFamily="34" charset="0"/>
              <a:buChar char="•"/>
            </a:pPr>
            <a:r>
              <a:rPr lang="en-US" sz="900" b="1" dirty="0"/>
              <a:t>Lorem Ipsum : </a:t>
            </a:r>
            <a:r>
              <a:rPr lang="en-US" sz="900" dirty="0"/>
              <a:t>Lorem Ipsum is simply dummy text of the printing and typesetting industry. </a:t>
            </a:r>
          </a:p>
          <a:p>
            <a:pPr marL="171450" indent="-171450">
              <a:spcAft>
                <a:spcPts val="200"/>
              </a:spcAft>
              <a:buFont typeface="Arial" panose="020B0604020202020204" pitchFamily="34" charset="0"/>
              <a:buChar char="•"/>
            </a:pPr>
            <a:r>
              <a:rPr lang="en-US" sz="900" b="1" dirty="0"/>
              <a:t>Lorem Ipsum : </a:t>
            </a:r>
            <a:r>
              <a:rPr lang="en-US" sz="900" dirty="0"/>
              <a:t>Lorem Ipsum is simply dummy text of the printing and typesetting industry. </a:t>
            </a:r>
          </a:p>
          <a:p>
            <a:pPr marL="171450" indent="-171450">
              <a:spcAft>
                <a:spcPts val="200"/>
              </a:spcAft>
              <a:buFont typeface="Arial" panose="020B0604020202020204" pitchFamily="34" charset="0"/>
              <a:buChar char="•"/>
            </a:pPr>
            <a:r>
              <a:rPr lang="en-US" sz="900" b="1" dirty="0"/>
              <a:t>Lorem Ipsum : </a:t>
            </a:r>
            <a:r>
              <a:rPr lang="en-US" sz="900" dirty="0"/>
              <a:t>Lorem Ipsum is simply dummy text of the printing and typesetting industry. </a:t>
            </a:r>
          </a:p>
          <a:p>
            <a:pPr marL="171450" indent="-171450">
              <a:spcAft>
                <a:spcPts val="200"/>
              </a:spcAft>
              <a:buFont typeface="Arial" panose="020B0604020202020204" pitchFamily="34" charset="0"/>
              <a:buChar char="•"/>
            </a:pPr>
            <a:r>
              <a:rPr lang="en-US" sz="900" b="1" dirty="0"/>
              <a:t>Lorem Ipsum : </a:t>
            </a:r>
            <a:r>
              <a:rPr lang="en-US" sz="900" dirty="0"/>
              <a:t>Lorem Ipsum is simply dummy text of the printing and typesetting industry. </a:t>
            </a:r>
          </a:p>
          <a:p>
            <a:pPr marL="171450" indent="-171450">
              <a:spcAft>
                <a:spcPts val="200"/>
              </a:spcAft>
              <a:buFont typeface="Arial" panose="020B0604020202020204" pitchFamily="34" charset="0"/>
              <a:buChar char="•"/>
            </a:pPr>
            <a:r>
              <a:rPr lang="en-US" sz="900" b="1" dirty="0"/>
              <a:t>Lorem Ipsum : </a:t>
            </a:r>
            <a:r>
              <a:rPr lang="en-US" sz="900" dirty="0"/>
              <a:t>Lorem Ipsum is simply dummy text of the printing and typesetting industry. </a:t>
            </a:r>
          </a:p>
          <a:p>
            <a:pPr marL="171450" indent="-171450">
              <a:spcAft>
                <a:spcPts val="200"/>
              </a:spcAft>
              <a:buFont typeface="Arial" panose="020B0604020202020204" pitchFamily="34" charset="0"/>
              <a:buChar char="•"/>
            </a:pPr>
            <a:r>
              <a:rPr lang="en-US" sz="900" b="1" dirty="0"/>
              <a:t>Lorem Ipsum : </a:t>
            </a:r>
            <a:r>
              <a:rPr lang="en-US" sz="900" dirty="0"/>
              <a:t>Lorem Ipsum is simply dummy text of the printing and typesetting industry. </a:t>
            </a:r>
          </a:p>
          <a:p>
            <a:pPr marL="171450" indent="-171450">
              <a:spcAft>
                <a:spcPts val="200"/>
              </a:spcAft>
              <a:buFont typeface="Arial" panose="020B0604020202020204" pitchFamily="34" charset="0"/>
              <a:buChar char="•"/>
            </a:pPr>
            <a:r>
              <a:rPr lang="en-US" sz="900" b="1" dirty="0"/>
              <a:t>Lorem Ipsum : </a:t>
            </a:r>
            <a:r>
              <a:rPr lang="en-US" sz="900" dirty="0"/>
              <a:t>Lorem Ipsum is simply dummy text of the printing and typesetting industry. </a:t>
            </a:r>
          </a:p>
        </p:txBody>
      </p:sp>
      <p:sp>
        <p:nvSpPr>
          <p:cNvPr id="39" name="Rectangle: Rounded Corners 38">
            <a:extLst>
              <a:ext uri="{FF2B5EF4-FFF2-40B4-BE49-F238E27FC236}">
                <a16:creationId xmlns:a16="http://schemas.microsoft.com/office/drawing/2014/main" id="{A209DA2C-1D5C-D23F-1703-549B980B3333}"/>
              </a:ext>
            </a:extLst>
          </p:cNvPr>
          <p:cNvSpPr/>
          <p:nvPr/>
        </p:nvSpPr>
        <p:spPr>
          <a:xfrm>
            <a:off x="363536" y="2203937"/>
            <a:ext cx="536577" cy="536577"/>
          </a:xfrm>
          <a:prstGeom prst="roundRect">
            <a:avLst>
              <a:gd name="adj" fmla="val 131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0" name="Rectangle: Rounded Corners 39">
            <a:extLst>
              <a:ext uri="{FF2B5EF4-FFF2-40B4-BE49-F238E27FC236}">
                <a16:creationId xmlns:a16="http://schemas.microsoft.com/office/drawing/2014/main" id="{1D93C1A6-CB73-DE97-822B-352C007F9648}"/>
              </a:ext>
            </a:extLst>
          </p:cNvPr>
          <p:cNvSpPr/>
          <p:nvPr/>
        </p:nvSpPr>
        <p:spPr>
          <a:xfrm>
            <a:off x="2931722" y="2203937"/>
            <a:ext cx="536577" cy="536577"/>
          </a:xfrm>
          <a:prstGeom prst="roundRect">
            <a:avLst>
              <a:gd name="adj" fmla="val 131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1" name="Rectangle: Rounded Corners 40">
            <a:extLst>
              <a:ext uri="{FF2B5EF4-FFF2-40B4-BE49-F238E27FC236}">
                <a16:creationId xmlns:a16="http://schemas.microsoft.com/office/drawing/2014/main" id="{9CADD8BC-5F70-588C-CAD9-B59818987219}"/>
              </a:ext>
            </a:extLst>
          </p:cNvPr>
          <p:cNvSpPr/>
          <p:nvPr/>
        </p:nvSpPr>
        <p:spPr>
          <a:xfrm>
            <a:off x="6662737" y="2203937"/>
            <a:ext cx="536577" cy="536577"/>
          </a:xfrm>
          <a:prstGeom prst="roundRect">
            <a:avLst>
              <a:gd name="adj" fmla="val 131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cxnSp>
        <p:nvCxnSpPr>
          <p:cNvPr id="43" name="Straight Connector 42">
            <a:extLst>
              <a:ext uri="{FF2B5EF4-FFF2-40B4-BE49-F238E27FC236}">
                <a16:creationId xmlns:a16="http://schemas.microsoft.com/office/drawing/2014/main" id="{5B45E836-ED39-AD4A-82BD-A0DBC5C7C98E}"/>
              </a:ext>
            </a:extLst>
          </p:cNvPr>
          <p:cNvCxnSpPr/>
          <p:nvPr/>
        </p:nvCxnSpPr>
        <p:spPr>
          <a:xfrm>
            <a:off x="2784707" y="2803833"/>
            <a:ext cx="0" cy="2667397"/>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764D3B9-E3D0-289C-CC3C-8A7726EAB16A}"/>
              </a:ext>
            </a:extLst>
          </p:cNvPr>
          <p:cNvCxnSpPr/>
          <p:nvPr/>
        </p:nvCxnSpPr>
        <p:spPr>
          <a:xfrm>
            <a:off x="6531298" y="2803833"/>
            <a:ext cx="0" cy="2667397"/>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02652E9-988F-EC92-B3BF-F8435E661BB8}"/>
              </a:ext>
            </a:extLst>
          </p:cNvPr>
          <p:cNvSpPr txBox="1"/>
          <p:nvPr/>
        </p:nvSpPr>
        <p:spPr>
          <a:xfrm>
            <a:off x="380999" y="5696645"/>
            <a:ext cx="8677276" cy="543739"/>
          </a:xfrm>
          <a:prstGeom prst="rect">
            <a:avLst/>
          </a:prstGeom>
          <a:noFill/>
        </p:spPr>
        <p:txBody>
          <a:bodyPr wrap="square" lIns="0" tIns="0" rIns="0" bIns="0" rtlCol="0">
            <a:spAutoFit/>
          </a:bodyPr>
          <a:lstStyle/>
          <a:p>
            <a:pPr>
              <a:spcAft>
                <a:spcPts val="400"/>
              </a:spcAft>
            </a:pPr>
            <a:r>
              <a:rPr lang="en-US" sz="1200" b="1" dirty="0">
                <a:solidFill>
                  <a:schemeClr val="accent1"/>
                </a:solidFill>
              </a:rPr>
              <a:t>Lorem Ipsum is simply dummy text</a:t>
            </a:r>
          </a:p>
          <a:p>
            <a:pPr>
              <a:spcAft>
                <a:spcPts val="400"/>
              </a:spcAft>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endParaRPr lang="en-US" sz="600" b="1" dirty="0">
              <a:solidFill>
                <a:schemeClr val="accent4"/>
              </a:solidFill>
            </a:endParaRPr>
          </a:p>
        </p:txBody>
      </p:sp>
      <p:grpSp>
        <p:nvGrpSpPr>
          <p:cNvPr id="62" name="Group 61">
            <a:extLst>
              <a:ext uri="{FF2B5EF4-FFF2-40B4-BE49-F238E27FC236}">
                <a16:creationId xmlns:a16="http://schemas.microsoft.com/office/drawing/2014/main" id="{7867DCAE-6CF8-EAB0-F7D2-D5CEBE0ADE43}"/>
              </a:ext>
            </a:extLst>
          </p:cNvPr>
          <p:cNvGrpSpPr/>
          <p:nvPr/>
        </p:nvGrpSpPr>
        <p:grpSpPr>
          <a:xfrm>
            <a:off x="465534" y="2292707"/>
            <a:ext cx="332580" cy="359038"/>
            <a:chOff x="-1361280" y="2414594"/>
            <a:chExt cx="1375695" cy="1485138"/>
          </a:xfrm>
        </p:grpSpPr>
        <p:sp>
          <p:nvSpPr>
            <p:cNvPr id="51" name="Freeform: Shape 50">
              <a:extLst>
                <a:ext uri="{FF2B5EF4-FFF2-40B4-BE49-F238E27FC236}">
                  <a16:creationId xmlns:a16="http://schemas.microsoft.com/office/drawing/2014/main" id="{054B4C34-96BC-C140-B441-12F28E747086}"/>
                </a:ext>
              </a:extLst>
            </p:cNvPr>
            <p:cNvSpPr/>
            <p:nvPr/>
          </p:nvSpPr>
          <p:spPr>
            <a:xfrm>
              <a:off x="-687101" y="2414594"/>
              <a:ext cx="9525" cy="186213"/>
            </a:xfrm>
            <a:custGeom>
              <a:avLst/>
              <a:gdLst>
                <a:gd name="connsiteX0" fmla="*/ 0 w 9525"/>
                <a:gd name="connsiteY0" fmla="*/ 0 h 186213"/>
                <a:gd name="connsiteX1" fmla="*/ 0 w 9525"/>
                <a:gd name="connsiteY1" fmla="*/ 186214 h 186213"/>
              </a:gdLst>
              <a:ahLst/>
              <a:cxnLst>
                <a:cxn ang="0">
                  <a:pos x="connsiteX0" y="connsiteY0"/>
                </a:cxn>
                <a:cxn ang="0">
                  <a:pos x="connsiteX1" y="connsiteY1"/>
                </a:cxn>
              </a:cxnLst>
              <a:rect l="l" t="t" r="r" b="b"/>
              <a:pathLst>
                <a:path w="9525" h="186213">
                  <a:moveTo>
                    <a:pt x="0" y="0"/>
                  </a:moveTo>
                  <a:lnTo>
                    <a:pt x="0" y="186214"/>
                  </a:lnTo>
                </a:path>
              </a:pathLst>
            </a:custGeom>
            <a:ln w="15875" cap="rnd">
              <a:solidFill>
                <a:schemeClr val="tx1"/>
              </a:solidFill>
              <a:prstDash val="solid"/>
              <a:round/>
            </a:ln>
          </p:spPr>
          <p:txBody>
            <a:bodyPr rtlCol="0" anchor="ctr"/>
            <a:lstStyle/>
            <a:p>
              <a:endParaRPr lang="en-IN" dirty="0"/>
            </a:p>
          </p:txBody>
        </p:sp>
        <p:sp>
          <p:nvSpPr>
            <p:cNvPr id="52" name="Freeform: Shape 51">
              <a:extLst>
                <a:ext uri="{FF2B5EF4-FFF2-40B4-BE49-F238E27FC236}">
                  <a16:creationId xmlns:a16="http://schemas.microsoft.com/office/drawing/2014/main" id="{0049A9F5-91BE-9565-FB9B-6BDF9615DF41}"/>
                </a:ext>
              </a:extLst>
            </p:cNvPr>
            <p:cNvSpPr/>
            <p:nvPr/>
          </p:nvSpPr>
          <p:spPr>
            <a:xfrm>
              <a:off x="-1169447" y="2625763"/>
              <a:ext cx="131635" cy="131635"/>
            </a:xfrm>
            <a:custGeom>
              <a:avLst/>
              <a:gdLst>
                <a:gd name="connsiteX0" fmla="*/ 0 w 131635"/>
                <a:gd name="connsiteY0" fmla="*/ 0 h 131635"/>
                <a:gd name="connsiteX1" fmla="*/ 131635 w 131635"/>
                <a:gd name="connsiteY1" fmla="*/ 131636 h 131635"/>
              </a:gdLst>
              <a:ahLst/>
              <a:cxnLst>
                <a:cxn ang="0">
                  <a:pos x="connsiteX0" y="connsiteY0"/>
                </a:cxn>
                <a:cxn ang="0">
                  <a:pos x="connsiteX1" y="connsiteY1"/>
                </a:cxn>
              </a:cxnLst>
              <a:rect l="l" t="t" r="r" b="b"/>
              <a:pathLst>
                <a:path w="131635" h="131635">
                  <a:moveTo>
                    <a:pt x="0" y="0"/>
                  </a:moveTo>
                  <a:lnTo>
                    <a:pt x="131635" y="131636"/>
                  </a:lnTo>
                </a:path>
              </a:pathLst>
            </a:custGeom>
            <a:ln w="15875" cap="rnd">
              <a:solidFill>
                <a:schemeClr val="tx1"/>
              </a:solidFill>
              <a:prstDash val="solid"/>
              <a:round/>
            </a:ln>
          </p:spPr>
          <p:txBody>
            <a:bodyPr rtlCol="0" anchor="ctr"/>
            <a:lstStyle/>
            <a:p>
              <a:endParaRPr lang="en-IN" dirty="0"/>
            </a:p>
          </p:txBody>
        </p:sp>
        <p:sp>
          <p:nvSpPr>
            <p:cNvPr id="53" name="Freeform: Shape 52">
              <a:extLst>
                <a:ext uri="{FF2B5EF4-FFF2-40B4-BE49-F238E27FC236}">
                  <a16:creationId xmlns:a16="http://schemas.microsoft.com/office/drawing/2014/main" id="{D08638FD-9BDF-2707-4855-C5B6CCCD737C}"/>
                </a:ext>
              </a:extLst>
            </p:cNvPr>
            <p:cNvSpPr/>
            <p:nvPr/>
          </p:nvSpPr>
          <p:spPr>
            <a:xfrm>
              <a:off x="-1361280" y="3116110"/>
              <a:ext cx="186213" cy="9525"/>
            </a:xfrm>
            <a:custGeom>
              <a:avLst/>
              <a:gdLst>
                <a:gd name="connsiteX0" fmla="*/ 0 w 186213"/>
                <a:gd name="connsiteY0" fmla="*/ 0 h 9525"/>
                <a:gd name="connsiteX1" fmla="*/ 186214 w 186213"/>
                <a:gd name="connsiteY1" fmla="*/ 0 h 9525"/>
              </a:gdLst>
              <a:ahLst/>
              <a:cxnLst>
                <a:cxn ang="0">
                  <a:pos x="connsiteX0" y="connsiteY0"/>
                </a:cxn>
                <a:cxn ang="0">
                  <a:pos x="connsiteX1" y="connsiteY1"/>
                </a:cxn>
              </a:cxnLst>
              <a:rect l="l" t="t" r="r" b="b"/>
              <a:pathLst>
                <a:path w="186213" h="9525">
                  <a:moveTo>
                    <a:pt x="0" y="0"/>
                  </a:moveTo>
                  <a:lnTo>
                    <a:pt x="186214" y="0"/>
                  </a:lnTo>
                </a:path>
              </a:pathLst>
            </a:custGeom>
            <a:ln w="15875" cap="rnd">
              <a:solidFill>
                <a:schemeClr val="tx1"/>
              </a:solidFill>
              <a:prstDash val="solid"/>
              <a:round/>
            </a:ln>
          </p:spPr>
          <p:txBody>
            <a:bodyPr rtlCol="0" anchor="ctr"/>
            <a:lstStyle/>
            <a:p>
              <a:endParaRPr lang="en-IN" dirty="0"/>
            </a:p>
          </p:txBody>
        </p:sp>
        <p:sp>
          <p:nvSpPr>
            <p:cNvPr id="54" name="Freeform: Shape 53">
              <a:extLst>
                <a:ext uri="{FF2B5EF4-FFF2-40B4-BE49-F238E27FC236}">
                  <a16:creationId xmlns:a16="http://schemas.microsoft.com/office/drawing/2014/main" id="{7B0C3E40-6106-5D6A-4263-E702E407A5F5}"/>
                </a:ext>
              </a:extLst>
            </p:cNvPr>
            <p:cNvSpPr/>
            <p:nvPr/>
          </p:nvSpPr>
          <p:spPr>
            <a:xfrm>
              <a:off x="-171798" y="3088774"/>
              <a:ext cx="186213" cy="9525"/>
            </a:xfrm>
            <a:custGeom>
              <a:avLst/>
              <a:gdLst>
                <a:gd name="connsiteX0" fmla="*/ 186214 w 186213"/>
                <a:gd name="connsiteY0" fmla="*/ 0 h 9525"/>
                <a:gd name="connsiteX1" fmla="*/ 0 w 186213"/>
                <a:gd name="connsiteY1" fmla="*/ 0 h 9525"/>
              </a:gdLst>
              <a:ahLst/>
              <a:cxnLst>
                <a:cxn ang="0">
                  <a:pos x="connsiteX0" y="connsiteY0"/>
                </a:cxn>
                <a:cxn ang="0">
                  <a:pos x="connsiteX1" y="connsiteY1"/>
                </a:cxn>
              </a:cxnLst>
              <a:rect l="l" t="t" r="r" b="b"/>
              <a:pathLst>
                <a:path w="186213" h="9525">
                  <a:moveTo>
                    <a:pt x="186214" y="0"/>
                  </a:moveTo>
                  <a:lnTo>
                    <a:pt x="0" y="0"/>
                  </a:lnTo>
                </a:path>
              </a:pathLst>
            </a:custGeom>
            <a:ln w="15875" cap="rnd">
              <a:solidFill>
                <a:schemeClr val="tx1"/>
              </a:solidFill>
              <a:prstDash val="solid"/>
              <a:round/>
            </a:ln>
          </p:spPr>
          <p:txBody>
            <a:bodyPr rtlCol="0" anchor="ctr"/>
            <a:lstStyle/>
            <a:p>
              <a:endParaRPr lang="en-IN" dirty="0"/>
            </a:p>
          </p:txBody>
        </p:sp>
        <p:sp>
          <p:nvSpPr>
            <p:cNvPr id="55" name="Freeform: Shape 54">
              <a:extLst>
                <a:ext uri="{FF2B5EF4-FFF2-40B4-BE49-F238E27FC236}">
                  <a16:creationId xmlns:a16="http://schemas.microsoft.com/office/drawing/2014/main" id="{564C706C-F3DC-3EAE-7B39-365881457A6C}"/>
                </a:ext>
              </a:extLst>
            </p:cNvPr>
            <p:cNvSpPr/>
            <p:nvPr/>
          </p:nvSpPr>
          <p:spPr>
            <a:xfrm>
              <a:off x="-328389" y="2606428"/>
              <a:ext cx="131730" cy="131635"/>
            </a:xfrm>
            <a:custGeom>
              <a:avLst/>
              <a:gdLst>
                <a:gd name="connsiteX0" fmla="*/ 131731 w 131730"/>
                <a:gd name="connsiteY0" fmla="*/ 0 h 131635"/>
                <a:gd name="connsiteX1" fmla="*/ 0 w 131730"/>
                <a:gd name="connsiteY1" fmla="*/ 131635 h 131635"/>
              </a:gdLst>
              <a:ahLst/>
              <a:cxnLst>
                <a:cxn ang="0">
                  <a:pos x="connsiteX0" y="connsiteY0"/>
                </a:cxn>
                <a:cxn ang="0">
                  <a:pos x="connsiteX1" y="connsiteY1"/>
                </a:cxn>
              </a:cxnLst>
              <a:rect l="l" t="t" r="r" b="b"/>
              <a:pathLst>
                <a:path w="131730" h="131635">
                  <a:moveTo>
                    <a:pt x="131731" y="0"/>
                  </a:moveTo>
                  <a:lnTo>
                    <a:pt x="0" y="131635"/>
                  </a:lnTo>
                </a:path>
              </a:pathLst>
            </a:custGeom>
            <a:ln w="15875" cap="rnd">
              <a:solidFill>
                <a:schemeClr val="tx1"/>
              </a:solidFill>
              <a:prstDash val="solid"/>
              <a:round/>
            </a:ln>
          </p:spPr>
          <p:txBody>
            <a:bodyPr rtlCol="0" anchor="ctr"/>
            <a:lstStyle/>
            <a:p>
              <a:endParaRPr lang="en-IN" dirty="0"/>
            </a:p>
          </p:txBody>
        </p:sp>
        <p:sp>
          <p:nvSpPr>
            <p:cNvPr id="56" name="Freeform: Shape 55">
              <a:extLst>
                <a:ext uri="{FF2B5EF4-FFF2-40B4-BE49-F238E27FC236}">
                  <a16:creationId xmlns:a16="http://schemas.microsoft.com/office/drawing/2014/main" id="{CD7401F8-D3BE-3D9A-57F1-8C1EBE5E46E2}"/>
                </a:ext>
              </a:extLst>
            </p:cNvPr>
            <p:cNvSpPr/>
            <p:nvPr/>
          </p:nvSpPr>
          <p:spPr>
            <a:xfrm>
              <a:off x="-912176" y="3405289"/>
              <a:ext cx="487108" cy="217646"/>
            </a:xfrm>
            <a:custGeom>
              <a:avLst/>
              <a:gdLst>
                <a:gd name="connsiteX0" fmla="*/ 487109 w 487108"/>
                <a:gd name="connsiteY0" fmla="*/ 0 h 217646"/>
                <a:gd name="connsiteX1" fmla="*/ 487109 w 487108"/>
                <a:gd name="connsiteY1" fmla="*/ 133445 h 217646"/>
                <a:gd name="connsiteX2" fmla="*/ 402907 w 487108"/>
                <a:gd name="connsiteY2" fmla="*/ 217646 h 217646"/>
                <a:gd name="connsiteX3" fmla="*/ 84201 w 487108"/>
                <a:gd name="connsiteY3" fmla="*/ 217646 h 217646"/>
                <a:gd name="connsiteX4" fmla="*/ 0 w 487108"/>
                <a:gd name="connsiteY4" fmla="*/ 133445 h 217646"/>
                <a:gd name="connsiteX5" fmla="*/ 0 w 487108"/>
                <a:gd name="connsiteY5" fmla="*/ 0 h 21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108" h="217646">
                  <a:moveTo>
                    <a:pt x="487109" y="0"/>
                  </a:moveTo>
                  <a:lnTo>
                    <a:pt x="487109" y="133445"/>
                  </a:lnTo>
                  <a:cubicBezTo>
                    <a:pt x="487109" y="179737"/>
                    <a:pt x="449199" y="217646"/>
                    <a:pt x="402907" y="217646"/>
                  </a:cubicBezTo>
                  <a:lnTo>
                    <a:pt x="84201" y="217646"/>
                  </a:lnTo>
                  <a:cubicBezTo>
                    <a:pt x="37909" y="217646"/>
                    <a:pt x="0" y="179737"/>
                    <a:pt x="0" y="133445"/>
                  </a:cubicBezTo>
                  <a:lnTo>
                    <a:pt x="0" y="0"/>
                  </a:lnTo>
                </a:path>
              </a:pathLst>
            </a:custGeom>
            <a:noFill/>
            <a:ln w="15875" cap="rnd">
              <a:solidFill>
                <a:schemeClr val="tx1"/>
              </a:solidFill>
              <a:prstDash val="solid"/>
              <a:round/>
            </a:ln>
          </p:spPr>
          <p:txBody>
            <a:bodyPr rtlCol="0" anchor="ctr"/>
            <a:lstStyle/>
            <a:p>
              <a:endParaRPr lang="en-IN" dirty="0"/>
            </a:p>
          </p:txBody>
        </p:sp>
        <p:sp>
          <p:nvSpPr>
            <p:cNvPr id="57" name="Freeform: Shape 56">
              <a:extLst>
                <a:ext uri="{FF2B5EF4-FFF2-40B4-BE49-F238E27FC236}">
                  <a16:creationId xmlns:a16="http://schemas.microsoft.com/office/drawing/2014/main" id="{F3B44B5A-3CD2-D8F0-E210-D7149CACA207}"/>
                </a:ext>
              </a:extLst>
            </p:cNvPr>
            <p:cNvSpPr/>
            <p:nvPr/>
          </p:nvSpPr>
          <p:spPr>
            <a:xfrm>
              <a:off x="-868933" y="3620935"/>
              <a:ext cx="400716" cy="184594"/>
            </a:xfrm>
            <a:custGeom>
              <a:avLst/>
              <a:gdLst>
                <a:gd name="connsiteX0" fmla="*/ 400717 w 400716"/>
                <a:gd name="connsiteY0" fmla="*/ 0 h 184594"/>
                <a:gd name="connsiteX1" fmla="*/ 400717 w 400716"/>
                <a:gd name="connsiteY1" fmla="*/ 127254 h 184594"/>
                <a:gd name="connsiteX2" fmla="*/ 343376 w 400716"/>
                <a:gd name="connsiteY2" fmla="*/ 184594 h 184594"/>
                <a:gd name="connsiteX3" fmla="*/ 57341 w 400716"/>
                <a:gd name="connsiteY3" fmla="*/ 184594 h 184594"/>
                <a:gd name="connsiteX4" fmla="*/ 0 w 400716"/>
                <a:gd name="connsiteY4" fmla="*/ 127254 h 184594"/>
                <a:gd name="connsiteX5" fmla="*/ 0 w 400716"/>
                <a:gd name="connsiteY5" fmla="*/ 0 h 184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716" h="184594">
                  <a:moveTo>
                    <a:pt x="400717" y="0"/>
                  </a:moveTo>
                  <a:lnTo>
                    <a:pt x="400717" y="127254"/>
                  </a:lnTo>
                  <a:cubicBezTo>
                    <a:pt x="400717" y="158782"/>
                    <a:pt x="374904" y="184594"/>
                    <a:pt x="343376" y="184594"/>
                  </a:cubicBezTo>
                  <a:lnTo>
                    <a:pt x="57341" y="184594"/>
                  </a:lnTo>
                  <a:cubicBezTo>
                    <a:pt x="25813" y="184594"/>
                    <a:pt x="0" y="158782"/>
                    <a:pt x="0" y="127254"/>
                  </a:cubicBezTo>
                  <a:lnTo>
                    <a:pt x="0" y="0"/>
                  </a:lnTo>
                </a:path>
              </a:pathLst>
            </a:custGeom>
            <a:noFill/>
            <a:ln w="15875" cap="rnd">
              <a:solidFill>
                <a:schemeClr val="tx1"/>
              </a:solidFill>
              <a:prstDash val="solid"/>
              <a:round/>
            </a:ln>
          </p:spPr>
          <p:txBody>
            <a:bodyPr rtlCol="0" anchor="ctr"/>
            <a:lstStyle/>
            <a:p>
              <a:endParaRPr lang="en-IN" dirty="0"/>
            </a:p>
          </p:txBody>
        </p:sp>
        <p:sp>
          <p:nvSpPr>
            <p:cNvPr id="58" name="Freeform: Shape 57">
              <a:extLst>
                <a:ext uri="{FF2B5EF4-FFF2-40B4-BE49-F238E27FC236}">
                  <a16:creationId xmlns:a16="http://schemas.microsoft.com/office/drawing/2014/main" id="{98A4A75B-A2BE-E864-C6E8-B6C4159801E9}"/>
                </a:ext>
              </a:extLst>
            </p:cNvPr>
            <p:cNvSpPr/>
            <p:nvPr/>
          </p:nvSpPr>
          <p:spPr>
            <a:xfrm>
              <a:off x="-779398" y="3807149"/>
              <a:ext cx="221456" cy="92583"/>
            </a:xfrm>
            <a:custGeom>
              <a:avLst/>
              <a:gdLst>
                <a:gd name="connsiteX0" fmla="*/ 0 w 221456"/>
                <a:gd name="connsiteY0" fmla="*/ 0 h 92583"/>
                <a:gd name="connsiteX1" fmla="*/ 0 w 221456"/>
                <a:gd name="connsiteY1" fmla="*/ 92583 h 92583"/>
                <a:gd name="connsiteX2" fmla="*/ 221456 w 221456"/>
                <a:gd name="connsiteY2" fmla="*/ 92583 h 92583"/>
                <a:gd name="connsiteX3" fmla="*/ 221456 w 221456"/>
                <a:gd name="connsiteY3" fmla="*/ 0 h 92583"/>
              </a:gdLst>
              <a:ahLst/>
              <a:cxnLst>
                <a:cxn ang="0">
                  <a:pos x="connsiteX0" y="connsiteY0"/>
                </a:cxn>
                <a:cxn ang="0">
                  <a:pos x="connsiteX1" y="connsiteY1"/>
                </a:cxn>
                <a:cxn ang="0">
                  <a:pos x="connsiteX2" y="connsiteY2"/>
                </a:cxn>
                <a:cxn ang="0">
                  <a:pos x="connsiteX3" y="connsiteY3"/>
                </a:cxn>
              </a:cxnLst>
              <a:rect l="l" t="t" r="r" b="b"/>
              <a:pathLst>
                <a:path w="221456" h="92583">
                  <a:moveTo>
                    <a:pt x="0" y="0"/>
                  </a:moveTo>
                  <a:lnTo>
                    <a:pt x="0" y="92583"/>
                  </a:lnTo>
                  <a:lnTo>
                    <a:pt x="221456" y="92583"/>
                  </a:lnTo>
                  <a:lnTo>
                    <a:pt x="221456" y="0"/>
                  </a:lnTo>
                </a:path>
              </a:pathLst>
            </a:custGeom>
            <a:noFill/>
            <a:ln w="15875" cap="rnd">
              <a:solidFill>
                <a:schemeClr val="tx1"/>
              </a:solidFill>
              <a:prstDash val="solid"/>
              <a:round/>
            </a:ln>
          </p:spPr>
          <p:txBody>
            <a:bodyPr rtlCol="0" anchor="ctr"/>
            <a:lstStyle/>
            <a:p>
              <a:endParaRPr lang="en-IN" dirty="0"/>
            </a:p>
          </p:txBody>
        </p:sp>
        <p:sp>
          <p:nvSpPr>
            <p:cNvPr id="59" name="Freeform: Shape 58">
              <a:extLst>
                <a:ext uri="{FF2B5EF4-FFF2-40B4-BE49-F238E27FC236}">
                  <a16:creationId xmlns:a16="http://schemas.microsoft.com/office/drawing/2014/main" id="{13B68850-6ADA-ECFE-1862-5E536FE9AAB7}"/>
                </a:ext>
              </a:extLst>
            </p:cNvPr>
            <p:cNvSpPr/>
            <p:nvPr/>
          </p:nvSpPr>
          <p:spPr>
            <a:xfrm>
              <a:off x="-779398" y="3224029"/>
              <a:ext cx="221456" cy="9525"/>
            </a:xfrm>
            <a:custGeom>
              <a:avLst/>
              <a:gdLst>
                <a:gd name="connsiteX0" fmla="*/ 0 w 221456"/>
                <a:gd name="connsiteY0" fmla="*/ 0 h 9525"/>
                <a:gd name="connsiteX1" fmla="*/ 221456 w 221456"/>
                <a:gd name="connsiteY1" fmla="*/ 0 h 9525"/>
              </a:gdLst>
              <a:ahLst/>
              <a:cxnLst>
                <a:cxn ang="0">
                  <a:pos x="connsiteX0" y="connsiteY0"/>
                </a:cxn>
                <a:cxn ang="0">
                  <a:pos x="connsiteX1" y="connsiteY1"/>
                </a:cxn>
              </a:cxnLst>
              <a:rect l="l" t="t" r="r" b="b"/>
              <a:pathLst>
                <a:path w="221456" h="9525">
                  <a:moveTo>
                    <a:pt x="0" y="0"/>
                  </a:moveTo>
                  <a:lnTo>
                    <a:pt x="221456" y="0"/>
                  </a:lnTo>
                </a:path>
              </a:pathLst>
            </a:custGeom>
            <a:ln w="15875" cap="rnd">
              <a:solidFill>
                <a:schemeClr val="tx1"/>
              </a:solidFill>
              <a:prstDash val="solid"/>
              <a:round/>
            </a:ln>
          </p:spPr>
          <p:txBody>
            <a:bodyPr rtlCol="0" anchor="ctr"/>
            <a:lstStyle/>
            <a:p>
              <a:endParaRPr lang="en-IN" dirty="0"/>
            </a:p>
          </p:txBody>
        </p:sp>
        <p:sp>
          <p:nvSpPr>
            <p:cNvPr id="60" name="Freeform: Shape 59">
              <a:extLst>
                <a:ext uri="{FF2B5EF4-FFF2-40B4-BE49-F238E27FC236}">
                  <a16:creationId xmlns:a16="http://schemas.microsoft.com/office/drawing/2014/main" id="{5E282877-62AD-61DD-E65F-30EDC180CBF1}"/>
                </a:ext>
              </a:extLst>
            </p:cNvPr>
            <p:cNvSpPr/>
            <p:nvPr/>
          </p:nvSpPr>
          <p:spPr>
            <a:xfrm>
              <a:off x="-668622" y="3224029"/>
              <a:ext cx="9525" cy="574833"/>
            </a:xfrm>
            <a:custGeom>
              <a:avLst/>
              <a:gdLst>
                <a:gd name="connsiteX0" fmla="*/ 0 w 9525"/>
                <a:gd name="connsiteY0" fmla="*/ 0 h 574833"/>
                <a:gd name="connsiteX1" fmla="*/ 0 w 9525"/>
                <a:gd name="connsiteY1" fmla="*/ 574834 h 574833"/>
              </a:gdLst>
              <a:ahLst/>
              <a:cxnLst>
                <a:cxn ang="0">
                  <a:pos x="connsiteX0" y="connsiteY0"/>
                </a:cxn>
                <a:cxn ang="0">
                  <a:pos x="connsiteX1" y="connsiteY1"/>
                </a:cxn>
              </a:cxnLst>
              <a:rect l="l" t="t" r="r" b="b"/>
              <a:pathLst>
                <a:path w="9525" h="574833">
                  <a:moveTo>
                    <a:pt x="0" y="0"/>
                  </a:moveTo>
                  <a:lnTo>
                    <a:pt x="0" y="574834"/>
                  </a:lnTo>
                </a:path>
              </a:pathLst>
            </a:custGeom>
            <a:ln w="15875" cap="rnd">
              <a:solidFill>
                <a:schemeClr val="tx1"/>
              </a:solidFill>
              <a:prstDash val="solid"/>
              <a:round/>
            </a:ln>
          </p:spPr>
          <p:txBody>
            <a:bodyPr rtlCol="0" anchor="ctr"/>
            <a:lstStyle/>
            <a:p>
              <a:endParaRPr lang="en-IN" dirty="0"/>
            </a:p>
          </p:txBody>
        </p:sp>
        <p:sp>
          <p:nvSpPr>
            <p:cNvPr id="61" name="Freeform: Shape 60">
              <a:extLst>
                <a:ext uri="{FF2B5EF4-FFF2-40B4-BE49-F238E27FC236}">
                  <a16:creationId xmlns:a16="http://schemas.microsoft.com/office/drawing/2014/main" id="{B8D149C7-0B7C-7203-9988-2D778A3A054E}"/>
                </a:ext>
              </a:extLst>
            </p:cNvPr>
            <p:cNvSpPr/>
            <p:nvPr/>
          </p:nvSpPr>
          <p:spPr>
            <a:xfrm>
              <a:off x="-1047431" y="2736253"/>
              <a:ext cx="757618" cy="684942"/>
            </a:xfrm>
            <a:custGeom>
              <a:avLst/>
              <a:gdLst>
                <a:gd name="connsiteX0" fmla="*/ 135160 w 757618"/>
                <a:gd name="connsiteY0" fmla="*/ 684943 h 684942"/>
                <a:gd name="connsiteX1" fmla="*/ 135160 w 757618"/>
                <a:gd name="connsiteY1" fmla="*/ 668941 h 684942"/>
                <a:gd name="connsiteX2" fmla="*/ 0 w 757618"/>
                <a:gd name="connsiteY2" fmla="*/ 378809 h 684942"/>
                <a:gd name="connsiteX3" fmla="*/ 378809 w 757618"/>
                <a:gd name="connsiteY3" fmla="*/ 0 h 684942"/>
                <a:gd name="connsiteX4" fmla="*/ 757619 w 757618"/>
                <a:gd name="connsiteY4" fmla="*/ 378809 h 684942"/>
                <a:gd name="connsiteX5" fmla="*/ 622459 w 757618"/>
                <a:gd name="connsiteY5" fmla="*/ 668941 h 684942"/>
                <a:gd name="connsiteX6" fmla="*/ 622459 w 757618"/>
                <a:gd name="connsiteY6" fmla="*/ 684943 h 68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618" h="684942">
                  <a:moveTo>
                    <a:pt x="135160" y="684943"/>
                  </a:moveTo>
                  <a:lnTo>
                    <a:pt x="135160" y="668941"/>
                  </a:lnTo>
                  <a:cubicBezTo>
                    <a:pt x="52483" y="599504"/>
                    <a:pt x="0" y="495300"/>
                    <a:pt x="0" y="378809"/>
                  </a:cubicBezTo>
                  <a:cubicBezTo>
                    <a:pt x="0" y="169640"/>
                    <a:pt x="169545" y="0"/>
                    <a:pt x="378809" y="0"/>
                  </a:cubicBezTo>
                  <a:cubicBezTo>
                    <a:pt x="588074" y="0"/>
                    <a:pt x="757619" y="169545"/>
                    <a:pt x="757619" y="378809"/>
                  </a:cubicBezTo>
                  <a:cubicBezTo>
                    <a:pt x="757619" y="495205"/>
                    <a:pt x="705041" y="599408"/>
                    <a:pt x="622459" y="668941"/>
                  </a:cubicBezTo>
                  <a:lnTo>
                    <a:pt x="622459" y="684943"/>
                  </a:lnTo>
                </a:path>
              </a:pathLst>
            </a:custGeom>
            <a:noFill/>
            <a:ln w="15875" cap="rnd">
              <a:solidFill>
                <a:schemeClr val="tx1"/>
              </a:solidFill>
              <a:prstDash val="solid"/>
              <a:round/>
            </a:ln>
          </p:spPr>
          <p:txBody>
            <a:bodyPr rtlCol="0" anchor="ctr"/>
            <a:lstStyle/>
            <a:p>
              <a:endParaRPr lang="en-IN" dirty="0"/>
            </a:p>
          </p:txBody>
        </p:sp>
      </p:grpSp>
      <p:grpSp>
        <p:nvGrpSpPr>
          <p:cNvPr id="72" name="Group 71">
            <a:extLst>
              <a:ext uri="{FF2B5EF4-FFF2-40B4-BE49-F238E27FC236}">
                <a16:creationId xmlns:a16="http://schemas.microsoft.com/office/drawing/2014/main" id="{2A6045D1-497C-A10F-D4AE-E1E9880180DF}"/>
              </a:ext>
            </a:extLst>
          </p:cNvPr>
          <p:cNvGrpSpPr/>
          <p:nvPr/>
        </p:nvGrpSpPr>
        <p:grpSpPr>
          <a:xfrm>
            <a:off x="3019129" y="2305051"/>
            <a:ext cx="361762" cy="334350"/>
            <a:chOff x="-1975793" y="1978007"/>
            <a:chExt cx="1356455" cy="1253680"/>
          </a:xfrm>
        </p:grpSpPr>
        <p:sp>
          <p:nvSpPr>
            <p:cNvPr id="66" name="Freeform: Shape 65">
              <a:extLst>
                <a:ext uri="{FF2B5EF4-FFF2-40B4-BE49-F238E27FC236}">
                  <a16:creationId xmlns:a16="http://schemas.microsoft.com/office/drawing/2014/main" id="{03ABA0D7-5CEA-7DA9-74E9-51409E530326}"/>
                </a:ext>
              </a:extLst>
            </p:cNvPr>
            <p:cNvSpPr/>
            <p:nvPr/>
          </p:nvSpPr>
          <p:spPr>
            <a:xfrm>
              <a:off x="-1975793" y="2032871"/>
              <a:ext cx="1356455" cy="1198816"/>
            </a:xfrm>
            <a:custGeom>
              <a:avLst/>
              <a:gdLst>
                <a:gd name="connsiteX0" fmla="*/ 0 w 1356455"/>
                <a:gd name="connsiteY0" fmla="*/ 0 h 1198816"/>
                <a:gd name="connsiteX1" fmla="*/ 0 w 1356455"/>
                <a:gd name="connsiteY1" fmla="*/ 1198817 h 1198816"/>
                <a:gd name="connsiteX2" fmla="*/ 1356455 w 1356455"/>
                <a:gd name="connsiteY2" fmla="*/ 1198817 h 1198816"/>
              </a:gdLst>
              <a:ahLst/>
              <a:cxnLst>
                <a:cxn ang="0">
                  <a:pos x="connsiteX0" y="connsiteY0"/>
                </a:cxn>
                <a:cxn ang="0">
                  <a:pos x="connsiteX1" y="connsiteY1"/>
                </a:cxn>
                <a:cxn ang="0">
                  <a:pos x="connsiteX2" y="connsiteY2"/>
                </a:cxn>
              </a:cxnLst>
              <a:rect l="l" t="t" r="r" b="b"/>
              <a:pathLst>
                <a:path w="1356455" h="1198816">
                  <a:moveTo>
                    <a:pt x="0" y="0"/>
                  </a:moveTo>
                  <a:lnTo>
                    <a:pt x="0" y="1198817"/>
                  </a:lnTo>
                  <a:lnTo>
                    <a:pt x="1356455" y="1198817"/>
                  </a:lnTo>
                </a:path>
              </a:pathLst>
            </a:cu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67" name="Freeform: Shape 66">
              <a:extLst>
                <a:ext uri="{FF2B5EF4-FFF2-40B4-BE49-F238E27FC236}">
                  <a16:creationId xmlns:a16="http://schemas.microsoft.com/office/drawing/2014/main" id="{C3FCD179-65CA-DD0A-27A4-90E79EE5CB9B}"/>
                </a:ext>
              </a:extLst>
            </p:cNvPr>
            <p:cNvSpPr/>
            <p:nvPr/>
          </p:nvSpPr>
          <p:spPr>
            <a:xfrm>
              <a:off x="-1831585" y="1991818"/>
              <a:ext cx="773906" cy="495585"/>
            </a:xfrm>
            <a:custGeom>
              <a:avLst/>
              <a:gdLst>
                <a:gd name="connsiteX0" fmla="*/ 773906 w 773906"/>
                <a:gd name="connsiteY0" fmla="*/ 0 h 495585"/>
                <a:gd name="connsiteX1" fmla="*/ 0 w 773906"/>
                <a:gd name="connsiteY1" fmla="*/ 495586 h 495585"/>
              </a:gdLst>
              <a:ahLst/>
              <a:cxnLst>
                <a:cxn ang="0">
                  <a:pos x="connsiteX0" y="connsiteY0"/>
                </a:cxn>
                <a:cxn ang="0">
                  <a:pos x="connsiteX1" y="connsiteY1"/>
                </a:cxn>
              </a:cxnLst>
              <a:rect l="l" t="t" r="r" b="b"/>
              <a:pathLst>
                <a:path w="773906" h="495585">
                  <a:moveTo>
                    <a:pt x="773906" y="0"/>
                  </a:moveTo>
                  <a:lnTo>
                    <a:pt x="0" y="495586"/>
                  </a:lnTo>
                </a:path>
              </a:pathLst>
            </a:cu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68" name="Freeform: Shape 67">
              <a:extLst>
                <a:ext uri="{FF2B5EF4-FFF2-40B4-BE49-F238E27FC236}">
                  <a16:creationId xmlns:a16="http://schemas.microsoft.com/office/drawing/2014/main" id="{E3204A2D-48F7-EB10-789C-6AD3E911A13F}"/>
                </a:ext>
              </a:extLst>
            </p:cNvPr>
            <p:cNvSpPr/>
            <p:nvPr/>
          </p:nvSpPr>
          <p:spPr>
            <a:xfrm>
              <a:off x="-1202268" y="1978007"/>
              <a:ext cx="144589" cy="149161"/>
            </a:xfrm>
            <a:custGeom>
              <a:avLst/>
              <a:gdLst>
                <a:gd name="connsiteX0" fmla="*/ 0 w 144589"/>
                <a:gd name="connsiteY0" fmla="*/ 0 h 149161"/>
                <a:gd name="connsiteX1" fmla="*/ 144590 w 144589"/>
                <a:gd name="connsiteY1" fmla="*/ 13621 h 149161"/>
                <a:gd name="connsiteX2" fmla="*/ 88583 w 144589"/>
                <a:gd name="connsiteY2" fmla="*/ 149162 h 149161"/>
              </a:gdLst>
              <a:ahLst/>
              <a:cxnLst>
                <a:cxn ang="0">
                  <a:pos x="connsiteX0" y="connsiteY0"/>
                </a:cxn>
                <a:cxn ang="0">
                  <a:pos x="connsiteX1" y="connsiteY1"/>
                </a:cxn>
                <a:cxn ang="0">
                  <a:pos x="connsiteX2" y="connsiteY2"/>
                </a:cxn>
              </a:cxnLst>
              <a:rect l="l" t="t" r="r" b="b"/>
              <a:pathLst>
                <a:path w="144589" h="149161">
                  <a:moveTo>
                    <a:pt x="0" y="0"/>
                  </a:moveTo>
                  <a:lnTo>
                    <a:pt x="144590" y="13621"/>
                  </a:lnTo>
                  <a:lnTo>
                    <a:pt x="88583" y="149162"/>
                  </a:lnTo>
                </a:path>
              </a:pathLst>
            </a:cu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69" name="Freeform: Shape 68">
              <a:extLst>
                <a:ext uri="{FF2B5EF4-FFF2-40B4-BE49-F238E27FC236}">
                  <a16:creationId xmlns:a16="http://schemas.microsoft.com/office/drawing/2014/main" id="{DFD2E975-924C-28C4-4B63-19097D6D522B}"/>
                </a:ext>
              </a:extLst>
            </p:cNvPr>
            <p:cNvSpPr/>
            <p:nvPr/>
          </p:nvSpPr>
          <p:spPr>
            <a:xfrm>
              <a:off x="-1854540" y="2645043"/>
              <a:ext cx="247745" cy="586644"/>
            </a:xfrm>
            <a:custGeom>
              <a:avLst/>
              <a:gdLst>
                <a:gd name="connsiteX0" fmla="*/ 8668 w 247745"/>
                <a:gd name="connsiteY0" fmla="*/ 0 h 586644"/>
                <a:gd name="connsiteX1" fmla="*/ 239078 w 247745"/>
                <a:gd name="connsiteY1" fmla="*/ 0 h 586644"/>
                <a:gd name="connsiteX2" fmla="*/ 247745 w 247745"/>
                <a:gd name="connsiteY2" fmla="*/ 8668 h 586644"/>
                <a:gd name="connsiteX3" fmla="*/ 247745 w 247745"/>
                <a:gd name="connsiteY3" fmla="*/ 586645 h 586644"/>
                <a:gd name="connsiteX4" fmla="*/ 0 w 247745"/>
                <a:gd name="connsiteY4" fmla="*/ 586645 h 586644"/>
                <a:gd name="connsiteX5" fmla="*/ 0 w 247745"/>
                <a:gd name="connsiteY5" fmla="*/ 8668 h 586644"/>
                <a:gd name="connsiteX6" fmla="*/ 8668 w 247745"/>
                <a:gd name="connsiteY6" fmla="*/ 0 h 58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45" h="586644">
                  <a:moveTo>
                    <a:pt x="8668" y="0"/>
                  </a:moveTo>
                  <a:lnTo>
                    <a:pt x="239078" y="0"/>
                  </a:lnTo>
                  <a:cubicBezTo>
                    <a:pt x="243840" y="0"/>
                    <a:pt x="247745" y="3905"/>
                    <a:pt x="247745" y="8668"/>
                  </a:cubicBezTo>
                  <a:lnTo>
                    <a:pt x="247745" y="586645"/>
                  </a:lnTo>
                  <a:lnTo>
                    <a:pt x="0" y="586645"/>
                  </a:lnTo>
                  <a:lnTo>
                    <a:pt x="0" y="8668"/>
                  </a:lnTo>
                  <a:cubicBezTo>
                    <a:pt x="0" y="3905"/>
                    <a:pt x="3905" y="0"/>
                    <a:pt x="8668" y="0"/>
                  </a:cubicBezTo>
                  <a:close/>
                </a:path>
              </a:pathLst>
            </a:cu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70" name="Freeform: Shape 69">
              <a:extLst>
                <a:ext uri="{FF2B5EF4-FFF2-40B4-BE49-F238E27FC236}">
                  <a16:creationId xmlns:a16="http://schemas.microsoft.com/office/drawing/2014/main" id="{EE099C00-6EFB-C7F1-E20F-613FFB315581}"/>
                </a:ext>
              </a:extLst>
            </p:cNvPr>
            <p:cNvSpPr/>
            <p:nvPr/>
          </p:nvSpPr>
          <p:spPr>
            <a:xfrm>
              <a:off x="-1421438" y="2435302"/>
              <a:ext cx="247745" cy="796385"/>
            </a:xfrm>
            <a:custGeom>
              <a:avLst/>
              <a:gdLst>
                <a:gd name="connsiteX0" fmla="*/ 8668 w 247745"/>
                <a:gd name="connsiteY0" fmla="*/ 0 h 796385"/>
                <a:gd name="connsiteX1" fmla="*/ 239078 w 247745"/>
                <a:gd name="connsiteY1" fmla="*/ 0 h 796385"/>
                <a:gd name="connsiteX2" fmla="*/ 247745 w 247745"/>
                <a:gd name="connsiteY2" fmla="*/ 8668 h 796385"/>
                <a:gd name="connsiteX3" fmla="*/ 247745 w 247745"/>
                <a:gd name="connsiteY3" fmla="*/ 796385 h 796385"/>
                <a:gd name="connsiteX4" fmla="*/ 0 w 247745"/>
                <a:gd name="connsiteY4" fmla="*/ 796385 h 796385"/>
                <a:gd name="connsiteX5" fmla="*/ 0 w 247745"/>
                <a:gd name="connsiteY5" fmla="*/ 8668 h 796385"/>
                <a:gd name="connsiteX6" fmla="*/ 8668 w 247745"/>
                <a:gd name="connsiteY6" fmla="*/ 0 h 79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45" h="796385">
                  <a:moveTo>
                    <a:pt x="8668" y="0"/>
                  </a:moveTo>
                  <a:lnTo>
                    <a:pt x="239078" y="0"/>
                  </a:lnTo>
                  <a:cubicBezTo>
                    <a:pt x="243840" y="0"/>
                    <a:pt x="247745" y="3905"/>
                    <a:pt x="247745" y="8668"/>
                  </a:cubicBezTo>
                  <a:lnTo>
                    <a:pt x="247745" y="796385"/>
                  </a:lnTo>
                  <a:lnTo>
                    <a:pt x="0" y="796385"/>
                  </a:lnTo>
                  <a:lnTo>
                    <a:pt x="0" y="8668"/>
                  </a:lnTo>
                  <a:cubicBezTo>
                    <a:pt x="0" y="3905"/>
                    <a:pt x="3905" y="0"/>
                    <a:pt x="8668" y="0"/>
                  </a:cubicBezTo>
                  <a:close/>
                </a:path>
              </a:pathLst>
            </a:cu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71" name="Freeform: Shape 70">
              <a:extLst>
                <a:ext uri="{FF2B5EF4-FFF2-40B4-BE49-F238E27FC236}">
                  <a16:creationId xmlns:a16="http://schemas.microsoft.com/office/drawing/2014/main" id="{62BEAFC4-590C-EA17-F7AD-7463D04A905B}"/>
                </a:ext>
              </a:extLst>
            </p:cNvPr>
            <p:cNvSpPr/>
            <p:nvPr/>
          </p:nvSpPr>
          <p:spPr>
            <a:xfrm>
              <a:off x="-988241" y="2244898"/>
              <a:ext cx="247745" cy="986789"/>
            </a:xfrm>
            <a:custGeom>
              <a:avLst/>
              <a:gdLst>
                <a:gd name="connsiteX0" fmla="*/ 8668 w 247745"/>
                <a:gd name="connsiteY0" fmla="*/ 95 h 986789"/>
                <a:gd name="connsiteX1" fmla="*/ 239077 w 247745"/>
                <a:gd name="connsiteY1" fmla="*/ 95 h 986789"/>
                <a:gd name="connsiteX2" fmla="*/ 247745 w 247745"/>
                <a:gd name="connsiteY2" fmla="*/ 8763 h 986789"/>
                <a:gd name="connsiteX3" fmla="*/ 247745 w 247745"/>
                <a:gd name="connsiteY3" fmla="*/ 986790 h 986789"/>
                <a:gd name="connsiteX4" fmla="*/ 0 w 247745"/>
                <a:gd name="connsiteY4" fmla="*/ 986790 h 986789"/>
                <a:gd name="connsiteX5" fmla="*/ 0 w 247745"/>
                <a:gd name="connsiteY5" fmla="*/ 8668 h 986789"/>
                <a:gd name="connsiteX6" fmla="*/ 8668 w 247745"/>
                <a:gd name="connsiteY6" fmla="*/ 0 h 98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45" h="986789">
                  <a:moveTo>
                    <a:pt x="8668" y="95"/>
                  </a:moveTo>
                  <a:lnTo>
                    <a:pt x="239077" y="95"/>
                  </a:lnTo>
                  <a:cubicBezTo>
                    <a:pt x="243840" y="95"/>
                    <a:pt x="247745" y="4001"/>
                    <a:pt x="247745" y="8763"/>
                  </a:cubicBezTo>
                  <a:lnTo>
                    <a:pt x="247745" y="986790"/>
                  </a:lnTo>
                  <a:lnTo>
                    <a:pt x="0" y="986790"/>
                  </a:lnTo>
                  <a:lnTo>
                    <a:pt x="0" y="8668"/>
                  </a:lnTo>
                  <a:cubicBezTo>
                    <a:pt x="0" y="3905"/>
                    <a:pt x="3905" y="0"/>
                    <a:pt x="8668" y="0"/>
                  </a:cubicBezTo>
                  <a:close/>
                </a:path>
              </a:pathLst>
            </a:cu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grpSp>
        <p:nvGrpSpPr>
          <p:cNvPr id="83" name="Group 82">
            <a:extLst>
              <a:ext uri="{FF2B5EF4-FFF2-40B4-BE49-F238E27FC236}">
                <a16:creationId xmlns:a16="http://schemas.microsoft.com/office/drawing/2014/main" id="{BDBD66D5-A9BE-543D-FE5E-A95298D85D3C}"/>
              </a:ext>
            </a:extLst>
          </p:cNvPr>
          <p:cNvGrpSpPr/>
          <p:nvPr/>
        </p:nvGrpSpPr>
        <p:grpSpPr>
          <a:xfrm>
            <a:off x="6839714" y="2305889"/>
            <a:ext cx="184974" cy="326424"/>
            <a:chOff x="-2925106" y="3547022"/>
            <a:chExt cx="198437" cy="350184"/>
          </a:xfrm>
        </p:grpSpPr>
        <p:sp>
          <p:nvSpPr>
            <p:cNvPr id="80" name="Freeform 6">
              <a:extLst>
                <a:ext uri="{FF2B5EF4-FFF2-40B4-BE49-F238E27FC236}">
                  <a16:creationId xmlns:a16="http://schemas.microsoft.com/office/drawing/2014/main" id="{CCCE057F-E018-5111-AB16-AAF1593ADF8F}"/>
                </a:ext>
              </a:extLst>
            </p:cNvPr>
            <p:cNvSpPr>
              <a:spLocks/>
            </p:cNvSpPr>
            <p:nvPr/>
          </p:nvSpPr>
          <p:spPr bwMode="auto">
            <a:xfrm>
              <a:off x="-2925106" y="3547022"/>
              <a:ext cx="198437" cy="265232"/>
            </a:xfrm>
            <a:custGeom>
              <a:avLst/>
              <a:gdLst>
                <a:gd name="T0" fmla="*/ 0 w 128"/>
                <a:gd name="T1" fmla="*/ 65 h 171"/>
                <a:gd name="T2" fmla="*/ 1 w 128"/>
                <a:gd name="T3" fmla="*/ 59 h 171"/>
                <a:gd name="T4" fmla="*/ 69 w 128"/>
                <a:gd name="T5" fmla="*/ 3 h 171"/>
                <a:gd name="T6" fmla="*/ 124 w 128"/>
                <a:gd name="T7" fmla="*/ 72 h 171"/>
                <a:gd name="T8" fmla="*/ 102 w 128"/>
                <a:gd name="T9" fmla="*/ 114 h 171"/>
                <a:gd name="T10" fmla="*/ 79 w 128"/>
                <a:gd name="T11" fmla="*/ 132 h 171"/>
                <a:gd name="T12" fmla="*/ 60 w 128"/>
                <a:gd name="T13" fmla="*/ 171 h 171"/>
              </a:gdLst>
              <a:ahLst/>
              <a:cxnLst>
                <a:cxn ang="0">
                  <a:pos x="T0" y="T1"/>
                </a:cxn>
                <a:cxn ang="0">
                  <a:pos x="T2" y="T3"/>
                </a:cxn>
                <a:cxn ang="0">
                  <a:pos x="T4" y="T5"/>
                </a:cxn>
                <a:cxn ang="0">
                  <a:pos x="T6" y="T7"/>
                </a:cxn>
                <a:cxn ang="0">
                  <a:pos x="T8" y="T9"/>
                </a:cxn>
                <a:cxn ang="0">
                  <a:pos x="T10" y="T11"/>
                </a:cxn>
                <a:cxn ang="0">
                  <a:pos x="T12" y="T13"/>
                </a:cxn>
              </a:cxnLst>
              <a:rect l="0" t="0" r="r" b="b"/>
              <a:pathLst>
                <a:path w="128" h="171">
                  <a:moveTo>
                    <a:pt x="0" y="65"/>
                  </a:moveTo>
                  <a:cubicBezTo>
                    <a:pt x="1" y="59"/>
                    <a:pt x="1" y="59"/>
                    <a:pt x="1" y="59"/>
                  </a:cubicBezTo>
                  <a:cubicBezTo>
                    <a:pt x="4" y="25"/>
                    <a:pt x="35" y="0"/>
                    <a:pt x="69" y="3"/>
                  </a:cubicBezTo>
                  <a:cubicBezTo>
                    <a:pt x="103" y="7"/>
                    <a:pt x="128" y="38"/>
                    <a:pt x="124" y="72"/>
                  </a:cubicBezTo>
                  <a:cubicBezTo>
                    <a:pt x="123" y="88"/>
                    <a:pt x="114" y="104"/>
                    <a:pt x="102" y="114"/>
                  </a:cubicBezTo>
                  <a:cubicBezTo>
                    <a:pt x="79" y="132"/>
                    <a:pt x="79" y="132"/>
                    <a:pt x="79" y="132"/>
                  </a:cubicBezTo>
                  <a:cubicBezTo>
                    <a:pt x="73" y="136"/>
                    <a:pt x="63" y="144"/>
                    <a:pt x="60" y="171"/>
                  </a:cubicBezTo>
                </a:path>
              </a:pathLst>
            </a:cu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81" name="Line 7">
              <a:extLst>
                <a:ext uri="{FF2B5EF4-FFF2-40B4-BE49-F238E27FC236}">
                  <a16:creationId xmlns:a16="http://schemas.microsoft.com/office/drawing/2014/main" id="{CA3FAECC-BCE0-958A-6988-A121E628BC09}"/>
                </a:ext>
              </a:extLst>
            </p:cNvPr>
            <p:cNvSpPr>
              <a:spLocks noChangeShapeType="1"/>
            </p:cNvSpPr>
            <p:nvPr/>
          </p:nvSpPr>
          <p:spPr bwMode="auto">
            <a:xfrm>
              <a:off x="-2834966" y="3852460"/>
              <a:ext cx="0" cy="44746"/>
            </a:xfrm>
            <a:prstGeom prst="line">
              <a:avLst/>
            </a:prstGeom>
            <a:noFill/>
            <a:ln w="15875" cap="rnd">
              <a:solidFill>
                <a:schemeClr val="tx1"/>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cxnSp>
        <p:nvCxnSpPr>
          <p:cNvPr id="84" name="Straight Connector 83">
            <a:extLst>
              <a:ext uri="{FF2B5EF4-FFF2-40B4-BE49-F238E27FC236}">
                <a16:creationId xmlns:a16="http://schemas.microsoft.com/office/drawing/2014/main" id="{5A3481C3-B2FB-512E-AF17-8216C288CFEF}"/>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19B2705-B01D-7615-5808-79E911B78085}"/>
              </a:ext>
            </a:extLst>
          </p:cNvPr>
          <p:cNvSpPr>
            <a:spLocks noGrp="1"/>
          </p:cNvSpPr>
          <p:nvPr>
            <p:ph type="sldNum" sz="quarter" idx="4"/>
          </p:nvPr>
        </p:nvSpPr>
        <p:spPr/>
        <p:txBody>
          <a:bodyPr/>
          <a:lstStyle/>
          <a:p>
            <a:fld id="{8855CCE4-D0BE-4DED-8941-E3B093153CBB}" type="slidenum">
              <a:rPr lang="en-GB" smtClean="0"/>
              <a:pPr/>
              <a:t>7</a:t>
            </a:fld>
            <a:endParaRPr lang="en-GB" dirty="0"/>
          </a:p>
        </p:txBody>
      </p:sp>
    </p:spTree>
    <p:extLst>
      <p:ext uri="{BB962C8B-B14F-4D97-AF65-F5344CB8AC3E}">
        <p14:creationId xmlns:p14="http://schemas.microsoft.com/office/powerpoint/2010/main" val="143543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E5B58-FF14-7B31-4E2F-2E26C81CC418}"/>
            </a:ext>
          </a:extLst>
        </p:cNvPr>
        <p:cNvGrpSpPr/>
        <p:nvPr/>
      </p:nvGrpSpPr>
      <p:grpSpPr>
        <a:xfrm>
          <a:off x="0" y="0"/>
          <a:ext cx="0" cy="0"/>
          <a:chOff x="0" y="0"/>
          <a:chExt cx="0" cy="0"/>
        </a:xfrm>
      </p:grpSpPr>
      <p:pic>
        <p:nvPicPr>
          <p:cNvPr id="15" name="Graphic 12">
            <a:extLst>
              <a:ext uri="{FF2B5EF4-FFF2-40B4-BE49-F238E27FC236}">
                <a16:creationId xmlns:a16="http://schemas.microsoft.com/office/drawing/2014/main" id="{F3EAB2B4-B615-2245-DA0C-3E39921DF2E9}"/>
              </a:ext>
            </a:extLst>
          </p:cNvPr>
          <p:cNvPicPr>
            <a:picLocks noChangeAspect="1"/>
          </p:cNvPicPr>
          <p:nvPr/>
        </p:nvPicPr>
        <p:blipFill rotWithShape="1">
          <a:blip r:embed="rId3"/>
          <a:srcRect l="12715" t="21791" r="12715" b="399"/>
          <a:stretch>
            <a:fillRect/>
          </a:stretch>
        </p:blipFill>
        <p:spPr>
          <a:xfrm>
            <a:off x="6096001" y="0"/>
            <a:ext cx="6096000" cy="6355079"/>
          </a:xfrm>
          <a:custGeom>
            <a:avLst/>
            <a:gdLst>
              <a:gd name="connsiteX0" fmla="*/ -167 w 6869061"/>
              <a:gd name="connsiteY0" fmla="*/ -167 h 6869061"/>
              <a:gd name="connsiteX1" fmla="*/ 6868894 w 6869061"/>
              <a:gd name="connsiteY1" fmla="*/ -167 h 6869061"/>
              <a:gd name="connsiteX2" fmla="*/ 6868894 w 6869061"/>
              <a:gd name="connsiteY2" fmla="*/ 6868894 h 6869061"/>
              <a:gd name="connsiteX3" fmla="*/ -167 w 6869061"/>
              <a:gd name="connsiteY3" fmla="*/ 6868894 h 6869061"/>
            </a:gdLst>
            <a:ahLst/>
            <a:cxnLst>
              <a:cxn ang="0">
                <a:pos x="connsiteX0" y="connsiteY0"/>
              </a:cxn>
              <a:cxn ang="0">
                <a:pos x="connsiteX1" y="connsiteY1"/>
              </a:cxn>
              <a:cxn ang="0">
                <a:pos x="connsiteX2" y="connsiteY2"/>
              </a:cxn>
              <a:cxn ang="0">
                <a:pos x="connsiteX3" y="connsiteY3"/>
              </a:cxn>
            </a:cxnLst>
            <a:rect l="l" t="t" r="r" b="b"/>
            <a:pathLst>
              <a:path w="6869061" h="6869061">
                <a:moveTo>
                  <a:pt x="-167" y="-167"/>
                </a:moveTo>
                <a:lnTo>
                  <a:pt x="6868894" y="-167"/>
                </a:lnTo>
                <a:lnTo>
                  <a:pt x="6868894" y="6868894"/>
                </a:lnTo>
                <a:lnTo>
                  <a:pt x="-167" y="6868894"/>
                </a:lnTo>
                <a:close/>
              </a:path>
            </a:pathLst>
          </a:custGeom>
        </p:spPr>
      </p:pic>
      <p:sp>
        <p:nvSpPr>
          <p:cNvPr id="16" name="Rectangle 15">
            <a:extLst>
              <a:ext uri="{FF2B5EF4-FFF2-40B4-BE49-F238E27FC236}">
                <a16:creationId xmlns:a16="http://schemas.microsoft.com/office/drawing/2014/main" id="{6BE79522-B883-D640-BA50-70F844340BE6}"/>
              </a:ext>
            </a:extLst>
          </p:cNvPr>
          <p:cNvSpPr/>
          <p:nvPr/>
        </p:nvSpPr>
        <p:spPr>
          <a:xfrm>
            <a:off x="1" y="0"/>
            <a:ext cx="12192000" cy="6858000"/>
          </a:xfrm>
          <a:prstGeom prst="rect">
            <a:avLst/>
          </a:prstGeom>
          <a:gradFill flip="none" rotWithShape="1">
            <a:gsLst>
              <a:gs pos="71000">
                <a:srgbClr val="202E39">
                  <a:alpha val="74000"/>
                </a:srgbClr>
              </a:gs>
              <a:gs pos="53000">
                <a:schemeClr val="tx1"/>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1331ACD2-1257-8D8B-BE91-77AA0C872DEB}"/>
              </a:ext>
            </a:extLst>
          </p:cNvPr>
          <p:cNvSpPr>
            <a:spLocks noGrp="1"/>
          </p:cNvSpPr>
          <p:nvPr>
            <p:ph type="title"/>
          </p:nvPr>
        </p:nvSpPr>
        <p:spPr>
          <a:xfrm>
            <a:off x="381000" y="351388"/>
            <a:ext cx="9032631" cy="457282"/>
          </a:xfrm>
        </p:spPr>
        <p:txBody>
          <a:bodyPr/>
          <a:lstStyle/>
          <a:p>
            <a:r>
              <a:rPr lang="en-IN" dirty="0"/>
              <a:t>Lorem Ipsum</a:t>
            </a:r>
          </a:p>
        </p:txBody>
      </p:sp>
      <p:sp>
        <p:nvSpPr>
          <p:cNvPr id="4" name="TextBox 3">
            <a:extLst>
              <a:ext uri="{FF2B5EF4-FFF2-40B4-BE49-F238E27FC236}">
                <a16:creationId xmlns:a16="http://schemas.microsoft.com/office/drawing/2014/main" id="{7C6903B5-2BE1-6579-3BE1-09CD35F21044}"/>
              </a:ext>
            </a:extLst>
          </p:cNvPr>
          <p:cNvSpPr txBox="1"/>
          <p:nvPr/>
        </p:nvSpPr>
        <p:spPr>
          <a:xfrm>
            <a:off x="381001" y="840716"/>
            <a:ext cx="9032630" cy="246221"/>
          </a:xfrm>
          <a:prstGeom prst="rect">
            <a:avLst/>
          </a:prstGeom>
          <a:noFill/>
        </p:spPr>
        <p:txBody>
          <a:bodyPr wrap="square" lIns="0" tIns="0" rIns="0" bIns="0" rtlCol="0">
            <a:spAutoFit/>
          </a:bodyPr>
          <a:lstStyle/>
          <a:p>
            <a:pPr>
              <a:spcAft>
                <a:spcPts val="600"/>
              </a:spcAft>
            </a:pPr>
            <a:r>
              <a:rPr lang="en-US" sz="1600" b="1" dirty="0">
                <a:solidFill>
                  <a:schemeClr val="accent2"/>
                </a:solidFill>
              </a:rPr>
              <a:t>Lorem Ipsum is simply dummy text</a:t>
            </a:r>
          </a:p>
        </p:txBody>
      </p:sp>
      <p:sp>
        <p:nvSpPr>
          <p:cNvPr id="55" name="Graphic 6">
            <a:extLst>
              <a:ext uri="{FF2B5EF4-FFF2-40B4-BE49-F238E27FC236}">
                <a16:creationId xmlns:a16="http://schemas.microsoft.com/office/drawing/2014/main" id="{F14482F2-2AB7-FBC2-ECF8-B4A05670AE25}"/>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72" name="Rectangle: Rounded Corners 71">
            <a:extLst>
              <a:ext uri="{FF2B5EF4-FFF2-40B4-BE49-F238E27FC236}">
                <a16:creationId xmlns:a16="http://schemas.microsoft.com/office/drawing/2014/main" id="{5028A54F-D559-F56E-9274-90210981ECD7}"/>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Slide Number Placeholder 2">
            <a:extLst>
              <a:ext uri="{FF2B5EF4-FFF2-40B4-BE49-F238E27FC236}">
                <a16:creationId xmlns:a16="http://schemas.microsoft.com/office/drawing/2014/main" id="{178F08AD-89A5-E179-E9AF-DB46320A73ED}"/>
              </a:ext>
            </a:extLst>
          </p:cNvPr>
          <p:cNvSpPr>
            <a:spLocks noGrp="1"/>
          </p:cNvSpPr>
          <p:nvPr>
            <p:ph type="sldNum" sz="quarter" idx="4"/>
          </p:nvPr>
        </p:nvSpPr>
        <p:spPr>
          <a:xfrm>
            <a:off x="11563748" y="6534603"/>
            <a:ext cx="228600" cy="137401"/>
          </a:xfrm>
        </p:spPr>
        <p:txBody>
          <a:bodyPr/>
          <a:lstStyle/>
          <a:p>
            <a:fld id="{8855CCE4-D0BE-4DED-8941-E3B093153CBB}" type="slidenum">
              <a:rPr lang="en-GB" smtClean="0"/>
              <a:pPr/>
              <a:t>8</a:t>
            </a:fld>
            <a:endParaRPr lang="en-GB" dirty="0"/>
          </a:p>
        </p:txBody>
      </p:sp>
      <p:sp>
        <p:nvSpPr>
          <p:cNvPr id="3" name="TextBox 2">
            <a:extLst>
              <a:ext uri="{FF2B5EF4-FFF2-40B4-BE49-F238E27FC236}">
                <a16:creationId xmlns:a16="http://schemas.microsoft.com/office/drawing/2014/main" id="{D9529AEE-9FED-4800-C40A-67B492DF2E40}"/>
              </a:ext>
            </a:extLst>
          </p:cNvPr>
          <p:cNvSpPr txBox="1"/>
          <p:nvPr/>
        </p:nvSpPr>
        <p:spPr>
          <a:xfrm>
            <a:off x="363537" y="4018725"/>
            <a:ext cx="3828453" cy="710884"/>
          </a:xfrm>
          <a:prstGeom prst="rect">
            <a:avLst/>
          </a:prstGeom>
          <a:noFill/>
        </p:spPr>
        <p:txBody>
          <a:bodyPr wrap="square" lIns="0" tIns="0" rIns="0" bIns="0" rtlCol="0">
            <a:noAutofit/>
          </a:bodyPr>
          <a:lstStyle/>
          <a:p>
            <a:pPr>
              <a:spcAft>
                <a:spcPts val="600"/>
              </a:spcAft>
            </a:pPr>
            <a:r>
              <a:rPr lang="en-US" sz="1200" b="1" dirty="0">
                <a:solidFill>
                  <a:schemeClr val="accent2"/>
                </a:solidFill>
              </a:rPr>
              <a:t>Lorem Ipsum is simply dummy text</a:t>
            </a:r>
          </a:p>
          <a:p>
            <a:pPr>
              <a:spcAft>
                <a:spcPts val="600"/>
              </a:spcAft>
            </a:pPr>
            <a:r>
              <a:rPr lang="en-US" sz="1000" dirty="0">
                <a:solidFill>
                  <a:schemeClr val="bg1"/>
                </a:solidFill>
              </a:rPr>
              <a:t>Lorem Ipsum is simply dummy text of the printing and typesetting industry. Lorem Ipsum has been the industry's standard dummy text ever since the 1500s.</a:t>
            </a:r>
          </a:p>
        </p:txBody>
      </p:sp>
      <p:sp>
        <p:nvSpPr>
          <p:cNvPr id="5" name="Rectangle: Rounded Corners 4">
            <a:extLst>
              <a:ext uri="{FF2B5EF4-FFF2-40B4-BE49-F238E27FC236}">
                <a16:creationId xmlns:a16="http://schemas.microsoft.com/office/drawing/2014/main" id="{7557FE64-E44F-5938-F378-C5BFD0FE7247}"/>
              </a:ext>
            </a:extLst>
          </p:cNvPr>
          <p:cNvSpPr/>
          <p:nvPr/>
        </p:nvSpPr>
        <p:spPr>
          <a:xfrm>
            <a:off x="418597" y="4874455"/>
            <a:ext cx="710884" cy="7108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b="1" dirty="0"/>
          </a:p>
        </p:txBody>
      </p:sp>
      <p:sp>
        <p:nvSpPr>
          <p:cNvPr id="19" name="Rectangle 18">
            <a:extLst>
              <a:ext uri="{FF2B5EF4-FFF2-40B4-BE49-F238E27FC236}">
                <a16:creationId xmlns:a16="http://schemas.microsoft.com/office/drawing/2014/main" id="{40355229-9691-1993-BCB9-B802B29D649E}"/>
              </a:ext>
            </a:extLst>
          </p:cNvPr>
          <p:cNvSpPr/>
          <p:nvPr/>
        </p:nvSpPr>
        <p:spPr>
          <a:xfrm>
            <a:off x="363537" y="5720840"/>
            <a:ext cx="821004" cy="502921"/>
          </a:xfrm>
          <a:prstGeom prst="rect">
            <a:avLst/>
          </a:prstGeom>
          <a:noFill/>
        </p:spPr>
        <p:txBody>
          <a:bodyPr wrap="square" lIns="0" tIns="0" rIns="0" bIns="0" rtlCol="0">
            <a:noAutofit/>
          </a:bodyPr>
          <a:lstStyle/>
          <a:p>
            <a:pPr algn="ctr">
              <a:spcAft>
                <a:spcPts val="400"/>
              </a:spcAft>
            </a:pPr>
            <a:r>
              <a:rPr lang="en-IN" sz="1000" b="1" dirty="0">
                <a:solidFill>
                  <a:schemeClr val="bg1"/>
                </a:solidFill>
              </a:rPr>
              <a:t>Lorem Ipsum is simply dummy text </a:t>
            </a:r>
          </a:p>
        </p:txBody>
      </p:sp>
      <p:sp>
        <p:nvSpPr>
          <p:cNvPr id="6" name="Rectangle: Rounded Corners 5">
            <a:extLst>
              <a:ext uri="{FF2B5EF4-FFF2-40B4-BE49-F238E27FC236}">
                <a16:creationId xmlns:a16="http://schemas.microsoft.com/office/drawing/2014/main" id="{46CE04E7-41D3-B09B-CE60-C106DDBFD924}"/>
              </a:ext>
            </a:extLst>
          </p:cNvPr>
          <p:cNvSpPr/>
          <p:nvPr/>
        </p:nvSpPr>
        <p:spPr>
          <a:xfrm>
            <a:off x="1421080" y="4874455"/>
            <a:ext cx="710884" cy="7108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b="1" dirty="0"/>
          </a:p>
        </p:txBody>
      </p:sp>
      <p:sp>
        <p:nvSpPr>
          <p:cNvPr id="20" name="Rectangle 19">
            <a:extLst>
              <a:ext uri="{FF2B5EF4-FFF2-40B4-BE49-F238E27FC236}">
                <a16:creationId xmlns:a16="http://schemas.microsoft.com/office/drawing/2014/main" id="{B38C913D-A9D8-3BF1-58CE-72B012E7B3B1}"/>
              </a:ext>
            </a:extLst>
          </p:cNvPr>
          <p:cNvSpPr/>
          <p:nvPr/>
        </p:nvSpPr>
        <p:spPr>
          <a:xfrm>
            <a:off x="1366020" y="5720841"/>
            <a:ext cx="821004" cy="502920"/>
          </a:xfrm>
          <a:prstGeom prst="rect">
            <a:avLst/>
          </a:prstGeom>
          <a:noFill/>
        </p:spPr>
        <p:txBody>
          <a:bodyPr wrap="square" lIns="0" tIns="0" rIns="0" bIns="0" rtlCol="0">
            <a:noAutofit/>
          </a:bodyPr>
          <a:lstStyle/>
          <a:p>
            <a:pPr algn="ctr">
              <a:spcAft>
                <a:spcPts val="400"/>
              </a:spcAft>
            </a:pPr>
            <a:r>
              <a:rPr lang="en-IN" sz="1000" b="1" dirty="0">
                <a:solidFill>
                  <a:schemeClr val="bg1"/>
                </a:solidFill>
              </a:rPr>
              <a:t>Lorem Ipsum is simply dummy text </a:t>
            </a:r>
          </a:p>
        </p:txBody>
      </p:sp>
      <p:sp>
        <p:nvSpPr>
          <p:cNvPr id="8" name="Rectangle: Rounded Corners 7">
            <a:extLst>
              <a:ext uri="{FF2B5EF4-FFF2-40B4-BE49-F238E27FC236}">
                <a16:creationId xmlns:a16="http://schemas.microsoft.com/office/drawing/2014/main" id="{743A178D-6D38-80DF-4432-A7529875F89B}"/>
              </a:ext>
            </a:extLst>
          </p:cNvPr>
          <p:cNvSpPr/>
          <p:nvPr/>
        </p:nvSpPr>
        <p:spPr>
          <a:xfrm>
            <a:off x="2423563" y="4874455"/>
            <a:ext cx="710884" cy="7108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b="1" dirty="0"/>
          </a:p>
        </p:txBody>
      </p:sp>
      <p:sp>
        <p:nvSpPr>
          <p:cNvPr id="21" name="Rectangle 20">
            <a:extLst>
              <a:ext uri="{FF2B5EF4-FFF2-40B4-BE49-F238E27FC236}">
                <a16:creationId xmlns:a16="http://schemas.microsoft.com/office/drawing/2014/main" id="{0F283249-9E8F-67CA-A5A1-1A6E3FB9611D}"/>
              </a:ext>
            </a:extLst>
          </p:cNvPr>
          <p:cNvSpPr/>
          <p:nvPr/>
        </p:nvSpPr>
        <p:spPr>
          <a:xfrm>
            <a:off x="2368503" y="5720840"/>
            <a:ext cx="821004" cy="502921"/>
          </a:xfrm>
          <a:prstGeom prst="rect">
            <a:avLst/>
          </a:prstGeom>
          <a:noFill/>
        </p:spPr>
        <p:txBody>
          <a:bodyPr wrap="square" lIns="0" tIns="0" rIns="0" bIns="0" rtlCol="0">
            <a:noAutofit/>
          </a:bodyPr>
          <a:lstStyle/>
          <a:p>
            <a:pPr algn="ctr">
              <a:spcAft>
                <a:spcPts val="400"/>
              </a:spcAft>
            </a:pPr>
            <a:r>
              <a:rPr lang="en-IN" sz="1000" b="1" dirty="0">
                <a:solidFill>
                  <a:schemeClr val="bg1"/>
                </a:solidFill>
              </a:rPr>
              <a:t>Lorem Ipsum is simply dummy text </a:t>
            </a:r>
          </a:p>
        </p:txBody>
      </p:sp>
      <p:sp>
        <p:nvSpPr>
          <p:cNvPr id="9" name="Rectangle: Rounded Corners 8">
            <a:extLst>
              <a:ext uri="{FF2B5EF4-FFF2-40B4-BE49-F238E27FC236}">
                <a16:creationId xmlns:a16="http://schemas.microsoft.com/office/drawing/2014/main" id="{DA4AEA24-7FFC-0483-F9FE-C6B2DFFCD8D2}"/>
              </a:ext>
            </a:extLst>
          </p:cNvPr>
          <p:cNvSpPr/>
          <p:nvPr/>
        </p:nvSpPr>
        <p:spPr>
          <a:xfrm>
            <a:off x="3426046" y="4874455"/>
            <a:ext cx="710884" cy="71088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b="1" dirty="0"/>
          </a:p>
        </p:txBody>
      </p:sp>
      <p:sp>
        <p:nvSpPr>
          <p:cNvPr id="23" name="Rectangle 22">
            <a:extLst>
              <a:ext uri="{FF2B5EF4-FFF2-40B4-BE49-F238E27FC236}">
                <a16:creationId xmlns:a16="http://schemas.microsoft.com/office/drawing/2014/main" id="{51B6908D-50C8-E2D1-6588-4FFF00EE6254}"/>
              </a:ext>
            </a:extLst>
          </p:cNvPr>
          <p:cNvSpPr/>
          <p:nvPr/>
        </p:nvSpPr>
        <p:spPr>
          <a:xfrm>
            <a:off x="3370986" y="5720840"/>
            <a:ext cx="821004" cy="502921"/>
          </a:xfrm>
          <a:prstGeom prst="rect">
            <a:avLst/>
          </a:prstGeom>
          <a:noFill/>
        </p:spPr>
        <p:txBody>
          <a:bodyPr wrap="square" lIns="0" tIns="0" rIns="0" bIns="0" rtlCol="0">
            <a:noAutofit/>
          </a:bodyPr>
          <a:lstStyle/>
          <a:p>
            <a:pPr algn="ctr">
              <a:spcAft>
                <a:spcPts val="400"/>
              </a:spcAft>
            </a:pPr>
            <a:r>
              <a:rPr lang="en-IN" sz="1000" b="1" dirty="0">
                <a:solidFill>
                  <a:schemeClr val="bg1"/>
                </a:solidFill>
              </a:rPr>
              <a:t>Lorem Ipsum is simply dummy text </a:t>
            </a:r>
          </a:p>
        </p:txBody>
      </p:sp>
      <p:sp>
        <p:nvSpPr>
          <p:cNvPr id="26" name="Rectangle: Top Corners Rounded 25">
            <a:extLst>
              <a:ext uri="{FF2B5EF4-FFF2-40B4-BE49-F238E27FC236}">
                <a16:creationId xmlns:a16="http://schemas.microsoft.com/office/drawing/2014/main" id="{0B8F08B1-21DF-089F-81FE-8D3565E6CED0}"/>
              </a:ext>
            </a:extLst>
          </p:cNvPr>
          <p:cNvSpPr/>
          <p:nvPr/>
        </p:nvSpPr>
        <p:spPr>
          <a:xfrm rot="5400000">
            <a:off x="776368" y="465692"/>
            <a:ext cx="2668744" cy="4221480"/>
          </a:xfrm>
          <a:prstGeom prst="round2SameRect">
            <a:avLst>
              <a:gd name="adj1" fmla="val 9036"/>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 name="TextBox 6">
            <a:extLst>
              <a:ext uri="{FF2B5EF4-FFF2-40B4-BE49-F238E27FC236}">
                <a16:creationId xmlns:a16="http://schemas.microsoft.com/office/drawing/2014/main" id="{14987E53-BCCB-53F0-BD00-0D6F31FD2B15}"/>
              </a:ext>
            </a:extLst>
          </p:cNvPr>
          <p:cNvSpPr txBox="1"/>
          <p:nvPr/>
        </p:nvSpPr>
        <p:spPr>
          <a:xfrm>
            <a:off x="380999" y="1527638"/>
            <a:ext cx="3668487" cy="2031325"/>
          </a:xfrm>
          <a:prstGeom prst="rect">
            <a:avLst/>
          </a:prstGeom>
          <a:noFill/>
        </p:spPr>
        <p:txBody>
          <a:bodyPr wrap="square" lIns="0" tIns="0" rIns="0" bIns="0" rtlCol="0" anchor="ctr">
            <a:spAutoFit/>
          </a:bodyPr>
          <a:lstStyle/>
          <a:p>
            <a:pPr>
              <a:spcAft>
                <a:spcPts val="3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27" name="TextBox 26">
            <a:extLst>
              <a:ext uri="{FF2B5EF4-FFF2-40B4-BE49-F238E27FC236}">
                <a16:creationId xmlns:a16="http://schemas.microsoft.com/office/drawing/2014/main" id="{8B4EB28F-F955-6AC2-55B3-B4A64B503CBC}"/>
              </a:ext>
            </a:extLst>
          </p:cNvPr>
          <p:cNvSpPr txBox="1"/>
          <p:nvPr/>
        </p:nvSpPr>
        <p:spPr>
          <a:xfrm>
            <a:off x="4376015" y="1269628"/>
            <a:ext cx="4681540" cy="2492990"/>
          </a:xfrm>
          <a:prstGeom prst="rect">
            <a:avLst/>
          </a:prstGeom>
          <a:noFill/>
        </p:spPr>
        <p:txBody>
          <a:bodyPr wrap="square" lIns="0" tIns="0" rIns="0" bIns="0" rtlCol="0">
            <a:spAutoFit/>
          </a:bodyPr>
          <a:lstStyle/>
          <a:p>
            <a:pPr>
              <a:spcAft>
                <a:spcPts val="600"/>
              </a:spcAft>
            </a:pPr>
            <a:r>
              <a:rPr lang="en-US" sz="1200" b="1" dirty="0">
                <a:solidFill>
                  <a:schemeClr val="accent2"/>
                </a:solidFill>
              </a:rPr>
              <a:t>Lorem Ipsum is simply dummy text</a:t>
            </a:r>
          </a:p>
          <a:p>
            <a:pPr>
              <a:spcAft>
                <a:spcPts val="600"/>
              </a:spcAft>
            </a:pPr>
            <a:r>
              <a:rPr lang="en-US" sz="1000" dirty="0">
                <a:solidFill>
                  <a:schemeClr val="bg1"/>
                </a:solidFill>
              </a:rPr>
              <a:t>Lorem Ipsum is simply dummy text of the printing and typesetting industry. Lorem Ipsum has been the industry's standard dummy text ever since the 1500s.</a:t>
            </a:r>
          </a:p>
          <a:p>
            <a:pPr>
              <a:spcAft>
                <a:spcPts val="600"/>
              </a:spcAft>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p:txBody>
      </p:sp>
      <p:sp>
        <p:nvSpPr>
          <p:cNvPr id="28" name="TextBox 27">
            <a:extLst>
              <a:ext uri="{FF2B5EF4-FFF2-40B4-BE49-F238E27FC236}">
                <a16:creationId xmlns:a16="http://schemas.microsoft.com/office/drawing/2014/main" id="{DB76C5F6-036A-7CDA-9F7E-B67B39F71EDD}"/>
              </a:ext>
            </a:extLst>
          </p:cNvPr>
          <p:cNvSpPr txBox="1"/>
          <p:nvPr/>
        </p:nvSpPr>
        <p:spPr>
          <a:xfrm>
            <a:off x="4376015" y="4018725"/>
            <a:ext cx="4681540" cy="2339102"/>
          </a:xfrm>
          <a:prstGeom prst="rect">
            <a:avLst/>
          </a:prstGeom>
          <a:noFill/>
        </p:spPr>
        <p:txBody>
          <a:bodyPr wrap="square" lIns="0" tIns="0" rIns="0" bIns="0" rtlCol="0">
            <a:spAutoFit/>
          </a:bodyPr>
          <a:lstStyle/>
          <a:p>
            <a:pPr>
              <a:spcAft>
                <a:spcPts val="600"/>
              </a:spcAft>
            </a:pPr>
            <a:r>
              <a:rPr lang="en-US" sz="1200" b="1" dirty="0">
                <a:solidFill>
                  <a:schemeClr val="accent2"/>
                </a:solidFill>
              </a:rPr>
              <a:t>Lorem Ipsum is simply dummy text</a:t>
            </a:r>
          </a:p>
          <a:p>
            <a:pPr>
              <a:spcAft>
                <a:spcPts val="600"/>
              </a:spcAft>
            </a:pPr>
            <a:r>
              <a:rPr lang="en-US" sz="1000" dirty="0">
                <a:solidFill>
                  <a:schemeClr val="bg1"/>
                </a:solidFill>
              </a:rPr>
              <a:t>Lorem Ipsum is simply dummy text of the printing and typesetting industry. </a:t>
            </a:r>
          </a:p>
          <a:p>
            <a:pPr>
              <a:spcAft>
                <a:spcPts val="600"/>
              </a:spcAft>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a:p>
            <a:pPr marL="171450" indent="-171450">
              <a:spcAft>
                <a:spcPts val="600"/>
              </a:spcAft>
              <a:buFont typeface="Arial" panose="020B0604020202020204" pitchFamily="34" charset="0"/>
              <a:buChar char="•"/>
            </a:pPr>
            <a:r>
              <a:rPr lang="en-US" sz="1000" b="1" dirty="0">
                <a:solidFill>
                  <a:schemeClr val="bg1"/>
                </a:solidFill>
              </a:rPr>
              <a:t>Lorem Ipsum: </a:t>
            </a:r>
            <a:r>
              <a:rPr lang="en-US" sz="1000" dirty="0">
                <a:solidFill>
                  <a:schemeClr val="bg1"/>
                </a:solidFill>
              </a:rPr>
              <a:t>Lorem Ipsum is simply dummy text of the printing and typesetting industry. Lorem Ipsum has been the industry's standard.</a:t>
            </a:r>
          </a:p>
        </p:txBody>
      </p:sp>
      <p:grpSp>
        <p:nvGrpSpPr>
          <p:cNvPr id="36" name="Group 4">
            <a:extLst>
              <a:ext uri="{FF2B5EF4-FFF2-40B4-BE49-F238E27FC236}">
                <a16:creationId xmlns:a16="http://schemas.microsoft.com/office/drawing/2014/main" id="{7C2C1F7F-FEF3-A1F9-2C85-1D42D7827EC8}"/>
              </a:ext>
            </a:extLst>
          </p:cNvPr>
          <p:cNvGrpSpPr>
            <a:grpSpLocks noChangeAspect="1"/>
          </p:cNvGrpSpPr>
          <p:nvPr/>
        </p:nvGrpSpPr>
        <p:grpSpPr bwMode="auto">
          <a:xfrm>
            <a:off x="521396" y="4983045"/>
            <a:ext cx="505287" cy="493705"/>
            <a:chOff x="2449" y="881"/>
            <a:chExt cx="2705" cy="2643"/>
          </a:xfrm>
        </p:grpSpPr>
        <p:sp>
          <p:nvSpPr>
            <p:cNvPr id="38" name="Freeform 5">
              <a:extLst>
                <a:ext uri="{FF2B5EF4-FFF2-40B4-BE49-F238E27FC236}">
                  <a16:creationId xmlns:a16="http://schemas.microsoft.com/office/drawing/2014/main" id="{D2F5B925-632F-A41D-08A1-144E079A08F9}"/>
                </a:ext>
              </a:extLst>
            </p:cNvPr>
            <p:cNvSpPr>
              <a:spLocks/>
            </p:cNvSpPr>
            <p:nvPr/>
          </p:nvSpPr>
          <p:spPr bwMode="auto">
            <a:xfrm>
              <a:off x="2930" y="881"/>
              <a:ext cx="865" cy="865"/>
            </a:xfrm>
            <a:custGeom>
              <a:avLst/>
              <a:gdLst>
                <a:gd name="T0" fmla="*/ 222 w 364"/>
                <a:gd name="T1" fmla="*/ 362 h 364"/>
                <a:gd name="T2" fmla="*/ 217 w 364"/>
                <a:gd name="T3" fmla="*/ 364 h 364"/>
                <a:gd name="T4" fmla="*/ 217 w 364"/>
                <a:gd name="T5" fmla="*/ 364 h 364"/>
                <a:gd name="T6" fmla="*/ 212 w 364"/>
                <a:gd name="T7" fmla="*/ 362 h 364"/>
                <a:gd name="T8" fmla="*/ 2 w 364"/>
                <a:gd name="T9" fmla="*/ 151 h 364"/>
                <a:gd name="T10" fmla="*/ 0 w 364"/>
                <a:gd name="T11" fmla="*/ 146 h 364"/>
                <a:gd name="T12" fmla="*/ 2 w 364"/>
                <a:gd name="T13" fmla="*/ 141 h 364"/>
                <a:gd name="T14" fmla="*/ 141 w 364"/>
                <a:gd name="T15" fmla="*/ 2 h 364"/>
                <a:gd name="T16" fmla="*/ 146 w 364"/>
                <a:gd name="T17" fmla="*/ 0 h 364"/>
                <a:gd name="T18" fmla="*/ 151 w 364"/>
                <a:gd name="T19" fmla="*/ 2 h 364"/>
                <a:gd name="T20" fmla="*/ 361 w 364"/>
                <a:gd name="T21" fmla="*/ 212 h 364"/>
                <a:gd name="T22" fmla="*/ 361 w 364"/>
                <a:gd name="T23" fmla="*/ 222 h 364"/>
                <a:gd name="T24" fmla="*/ 361 w 364"/>
                <a:gd name="T25" fmla="*/ 222 h 364"/>
                <a:gd name="T26" fmla="*/ 292 w 364"/>
                <a:gd name="T27" fmla="*/ 292 h 364"/>
                <a:gd name="T28" fmla="*/ 292 w 364"/>
                <a:gd name="T29" fmla="*/ 292 h 364"/>
                <a:gd name="T30" fmla="*/ 292 w 364"/>
                <a:gd name="T31" fmla="*/ 292 h 364"/>
                <a:gd name="T32" fmla="*/ 222 w 364"/>
                <a:gd name="T33" fmla="*/ 362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4" h="364">
                  <a:moveTo>
                    <a:pt x="222" y="362"/>
                  </a:moveTo>
                  <a:cubicBezTo>
                    <a:pt x="220" y="363"/>
                    <a:pt x="218" y="364"/>
                    <a:pt x="217" y="364"/>
                  </a:cubicBezTo>
                  <a:cubicBezTo>
                    <a:pt x="217" y="364"/>
                    <a:pt x="217" y="364"/>
                    <a:pt x="217" y="364"/>
                  </a:cubicBezTo>
                  <a:cubicBezTo>
                    <a:pt x="216" y="364"/>
                    <a:pt x="214" y="363"/>
                    <a:pt x="212" y="362"/>
                  </a:cubicBezTo>
                  <a:cubicBezTo>
                    <a:pt x="2" y="151"/>
                    <a:pt x="2" y="151"/>
                    <a:pt x="2" y="151"/>
                  </a:cubicBezTo>
                  <a:cubicBezTo>
                    <a:pt x="0" y="149"/>
                    <a:pt x="0" y="147"/>
                    <a:pt x="0" y="146"/>
                  </a:cubicBezTo>
                  <a:cubicBezTo>
                    <a:pt x="0" y="145"/>
                    <a:pt x="0" y="143"/>
                    <a:pt x="2" y="141"/>
                  </a:cubicBezTo>
                  <a:cubicBezTo>
                    <a:pt x="141" y="2"/>
                    <a:pt x="141" y="2"/>
                    <a:pt x="141" y="2"/>
                  </a:cubicBezTo>
                  <a:cubicBezTo>
                    <a:pt x="142" y="1"/>
                    <a:pt x="144" y="0"/>
                    <a:pt x="146" y="0"/>
                  </a:cubicBezTo>
                  <a:cubicBezTo>
                    <a:pt x="148" y="0"/>
                    <a:pt x="150" y="1"/>
                    <a:pt x="151" y="2"/>
                  </a:cubicBezTo>
                  <a:cubicBezTo>
                    <a:pt x="361" y="212"/>
                    <a:pt x="361" y="212"/>
                    <a:pt x="361" y="212"/>
                  </a:cubicBezTo>
                  <a:cubicBezTo>
                    <a:pt x="364" y="215"/>
                    <a:pt x="364" y="220"/>
                    <a:pt x="361" y="222"/>
                  </a:cubicBezTo>
                  <a:cubicBezTo>
                    <a:pt x="361" y="222"/>
                    <a:pt x="361" y="222"/>
                    <a:pt x="361" y="222"/>
                  </a:cubicBezTo>
                  <a:cubicBezTo>
                    <a:pt x="292" y="292"/>
                    <a:pt x="292" y="292"/>
                    <a:pt x="292" y="292"/>
                  </a:cubicBezTo>
                  <a:cubicBezTo>
                    <a:pt x="292" y="292"/>
                    <a:pt x="292" y="292"/>
                    <a:pt x="292" y="292"/>
                  </a:cubicBezTo>
                  <a:cubicBezTo>
                    <a:pt x="292" y="292"/>
                    <a:pt x="292" y="292"/>
                    <a:pt x="292" y="292"/>
                  </a:cubicBezTo>
                  <a:lnTo>
                    <a:pt x="222" y="362"/>
                  </a:lnTo>
                  <a:close/>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39" name="Freeform 6">
              <a:extLst>
                <a:ext uri="{FF2B5EF4-FFF2-40B4-BE49-F238E27FC236}">
                  <a16:creationId xmlns:a16="http://schemas.microsoft.com/office/drawing/2014/main" id="{A87A3077-7726-3FCF-06E4-88945B9E5E6F}"/>
                </a:ext>
              </a:extLst>
            </p:cNvPr>
            <p:cNvSpPr>
              <a:spLocks/>
            </p:cNvSpPr>
            <p:nvPr/>
          </p:nvSpPr>
          <p:spPr bwMode="auto">
            <a:xfrm>
              <a:off x="4534" y="1309"/>
              <a:ext cx="197" cy="195"/>
            </a:xfrm>
            <a:custGeom>
              <a:avLst/>
              <a:gdLst>
                <a:gd name="T0" fmla="*/ 40 w 83"/>
                <a:gd name="T1" fmla="*/ 7 h 82"/>
                <a:gd name="T2" fmla="*/ 57 w 83"/>
                <a:gd name="T3" fmla="*/ 0 h 82"/>
                <a:gd name="T4" fmla="*/ 57 w 83"/>
                <a:gd name="T5" fmla="*/ 0 h 82"/>
                <a:gd name="T6" fmla="*/ 74 w 83"/>
                <a:gd name="T7" fmla="*/ 7 h 82"/>
                <a:gd name="T8" fmla="*/ 74 w 83"/>
                <a:gd name="T9" fmla="*/ 42 h 82"/>
                <a:gd name="T10" fmla="*/ 34 w 83"/>
                <a:gd name="T11" fmla="*/ 82 h 82"/>
                <a:gd name="T12" fmla="*/ 0 w 83"/>
                <a:gd name="T13" fmla="*/ 48 h 82"/>
                <a:gd name="T14" fmla="*/ 40 w 83"/>
                <a:gd name="T15" fmla="*/ 7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82">
                  <a:moveTo>
                    <a:pt x="40" y="7"/>
                  </a:moveTo>
                  <a:cubicBezTo>
                    <a:pt x="44" y="3"/>
                    <a:pt x="50" y="0"/>
                    <a:pt x="57" y="0"/>
                  </a:cubicBezTo>
                  <a:cubicBezTo>
                    <a:pt x="57" y="0"/>
                    <a:pt x="57" y="0"/>
                    <a:pt x="57" y="0"/>
                  </a:cubicBezTo>
                  <a:cubicBezTo>
                    <a:pt x="63" y="0"/>
                    <a:pt x="69" y="3"/>
                    <a:pt x="74" y="7"/>
                  </a:cubicBezTo>
                  <a:cubicBezTo>
                    <a:pt x="83" y="17"/>
                    <a:pt x="83" y="32"/>
                    <a:pt x="74" y="42"/>
                  </a:cubicBezTo>
                  <a:cubicBezTo>
                    <a:pt x="34" y="82"/>
                    <a:pt x="34" y="82"/>
                    <a:pt x="34" y="82"/>
                  </a:cubicBezTo>
                  <a:cubicBezTo>
                    <a:pt x="0" y="48"/>
                    <a:pt x="0" y="48"/>
                    <a:pt x="0" y="48"/>
                  </a:cubicBezTo>
                  <a:lnTo>
                    <a:pt x="40" y="7"/>
                  </a:lnTo>
                  <a:close/>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0" name="Freeform 7">
              <a:extLst>
                <a:ext uri="{FF2B5EF4-FFF2-40B4-BE49-F238E27FC236}">
                  <a16:creationId xmlns:a16="http://schemas.microsoft.com/office/drawing/2014/main" id="{3A381E4C-ABC2-61A8-70EE-F37D8ADEA9E3}"/>
                </a:ext>
              </a:extLst>
            </p:cNvPr>
            <p:cNvSpPr>
              <a:spLocks/>
            </p:cNvSpPr>
            <p:nvPr/>
          </p:nvSpPr>
          <p:spPr bwMode="auto">
            <a:xfrm>
              <a:off x="4270" y="1432"/>
              <a:ext cx="328" cy="333"/>
            </a:xfrm>
            <a:custGeom>
              <a:avLst/>
              <a:gdLst>
                <a:gd name="T0" fmla="*/ 47 w 138"/>
                <a:gd name="T1" fmla="*/ 5 h 140"/>
                <a:gd name="T2" fmla="*/ 65 w 138"/>
                <a:gd name="T3" fmla="*/ 6 h 140"/>
                <a:gd name="T4" fmla="*/ 68 w 138"/>
                <a:gd name="T5" fmla="*/ 8 h 140"/>
                <a:gd name="T6" fmla="*/ 69 w 138"/>
                <a:gd name="T7" fmla="*/ 9 h 140"/>
                <a:gd name="T8" fmla="*/ 85 w 138"/>
                <a:gd name="T9" fmla="*/ 25 h 140"/>
                <a:gd name="T10" fmla="*/ 127 w 138"/>
                <a:gd name="T11" fmla="*/ 67 h 140"/>
                <a:gd name="T12" fmla="*/ 129 w 138"/>
                <a:gd name="T13" fmla="*/ 70 h 140"/>
                <a:gd name="T14" fmla="*/ 130 w 138"/>
                <a:gd name="T15" fmla="*/ 71 h 140"/>
                <a:gd name="T16" fmla="*/ 132 w 138"/>
                <a:gd name="T17" fmla="*/ 72 h 140"/>
                <a:gd name="T18" fmla="*/ 134 w 138"/>
                <a:gd name="T19" fmla="*/ 75 h 140"/>
                <a:gd name="T20" fmla="*/ 138 w 138"/>
                <a:gd name="T21" fmla="*/ 84 h 140"/>
                <a:gd name="T22" fmla="*/ 135 w 138"/>
                <a:gd name="T23" fmla="*/ 93 h 140"/>
                <a:gd name="T24" fmla="*/ 134 w 138"/>
                <a:gd name="T25" fmla="*/ 93 h 140"/>
                <a:gd name="T26" fmla="*/ 88 w 138"/>
                <a:gd name="T27" fmla="*/ 140 h 140"/>
                <a:gd name="T28" fmla="*/ 43 w 138"/>
                <a:gd name="T29" fmla="*/ 95 h 140"/>
                <a:gd name="T30" fmla="*/ 0 w 138"/>
                <a:gd name="T31" fmla="*/ 52 h 140"/>
                <a:gd name="T32" fmla="*/ 47 w 138"/>
                <a:gd name="T33" fmla="*/ 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8" h="140">
                  <a:moveTo>
                    <a:pt x="47" y="5"/>
                  </a:moveTo>
                  <a:cubicBezTo>
                    <a:pt x="52" y="0"/>
                    <a:pt x="60" y="0"/>
                    <a:pt x="65" y="6"/>
                  </a:cubicBezTo>
                  <a:cubicBezTo>
                    <a:pt x="68" y="8"/>
                    <a:pt x="68" y="8"/>
                    <a:pt x="68" y="8"/>
                  </a:cubicBezTo>
                  <a:cubicBezTo>
                    <a:pt x="68" y="8"/>
                    <a:pt x="69" y="9"/>
                    <a:pt x="69" y="9"/>
                  </a:cubicBezTo>
                  <a:cubicBezTo>
                    <a:pt x="85" y="25"/>
                    <a:pt x="85" y="25"/>
                    <a:pt x="85" y="25"/>
                  </a:cubicBezTo>
                  <a:cubicBezTo>
                    <a:pt x="127" y="67"/>
                    <a:pt x="127" y="67"/>
                    <a:pt x="127" y="67"/>
                  </a:cubicBezTo>
                  <a:cubicBezTo>
                    <a:pt x="129" y="70"/>
                    <a:pt x="129" y="70"/>
                    <a:pt x="129" y="70"/>
                  </a:cubicBezTo>
                  <a:cubicBezTo>
                    <a:pt x="130" y="71"/>
                    <a:pt x="130" y="71"/>
                    <a:pt x="130" y="71"/>
                  </a:cubicBezTo>
                  <a:cubicBezTo>
                    <a:pt x="131" y="71"/>
                    <a:pt x="131" y="72"/>
                    <a:pt x="132" y="72"/>
                  </a:cubicBezTo>
                  <a:cubicBezTo>
                    <a:pt x="134" y="75"/>
                    <a:pt x="134" y="75"/>
                    <a:pt x="134" y="75"/>
                  </a:cubicBezTo>
                  <a:cubicBezTo>
                    <a:pt x="137" y="77"/>
                    <a:pt x="138" y="80"/>
                    <a:pt x="138" y="84"/>
                  </a:cubicBezTo>
                  <a:cubicBezTo>
                    <a:pt x="138" y="86"/>
                    <a:pt x="138" y="90"/>
                    <a:pt x="135" y="93"/>
                  </a:cubicBezTo>
                  <a:cubicBezTo>
                    <a:pt x="135" y="93"/>
                    <a:pt x="134" y="93"/>
                    <a:pt x="134" y="93"/>
                  </a:cubicBezTo>
                  <a:cubicBezTo>
                    <a:pt x="88" y="140"/>
                    <a:pt x="88" y="140"/>
                    <a:pt x="88" y="140"/>
                  </a:cubicBezTo>
                  <a:cubicBezTo>
                    <a:pt x="43" y="95"/>
                    <a:pt x="43" y="95"/>
                    <a:pt x="43" y="95"/>
                  </a:cubicBezTo>
                  <a:cubicBezTo>
                    <a:pt x="0" y="52"/>
                    <a:pt x="0" y="52"/>
                    <a:pt x="0" y="52"/>
                  </a:cubicBezTo>
                  <a:lnTo>
                    <a:pt x="47" y="5"/>
                  </a:lnTo>
                  <a:close/>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1" name="Freeform 8">
              <a:extLst>
                <a:ext uri="{FF2B5EF4-FFF2-40B4-BE49-F238E27FC236}">
                  <a16:creationId xmlns:a16="http://schemas.microsoft.com/office/drawing/2014/main" id="{8573496A-9B44-85AC-6B48-4796069FF9BA}"/>
                </a:ext>
              </a:extLst>
            </p:cNvPr>
            <p:cNvSpPr>
              <a:spLocks/>
            </p:cNvSpPr>
            <p:nvPr/>
          </p:nvSpPr>
          <p:spPr bwMode="auto">
            <a:xfrm>
              <a:off x="3624" y="1563"/>
              <a:ext cx="848" cy="849"/>
            </a:xfrm>
            <a:custGeom>
              <a:avLst/>
              <a:gdLst>
                <a:gd name="T0" fmla="*/ 173 w 357"/>
                <a:gd name="T1" fmla="*/ 18 h 357"/>
                <a:gd name="T2" fmla="*/ 232 w 357"/>
                <a:gd name="T3" fmla="*/ 13 h 357"/>
                <a:gd name="T4" fmla="*/ 233 w 357"/>
                <a:gd name="T5" fmla="*/ 15 h 357"/>
                <a:gd name="T6" fmla="*/ 235 w 357"/>
                <a:gd name="T7" fmla="*/ 15 h 357"/>
                <a:gd name="T8" fmla="*/ 237 w 357"/>
                <a:gd name="T9" fmla="*/ 18 h 357"/>
                <a:gd name="T10" fmla="*/ 339 w 357"/>
                <a:gd name="T11" fmla="*/ 120 h 357"/>
                <a:gd name="T12" fmla="*/ 344 w 357"/>
                <a:gd name="T13" fmla="*/ 125 h 357"/>
                <a:gd name="T14" fmla="*/ 346 w 357"/>
                <a:gd name="T15" fmla="*/ 129 h 357"/>
                <a:gd name="T16" fmla="*/ 339 w 357"/>
                <a:gd name="T17" fmla="*/ 184 h 357"/>
                <a:gd name="T18" fmla="*/ 339 w 357"/>
                <a:gd name="T19" fmla="*/ 184 h 357"/>
                <a:gd name="T20" fmla="*/ 260 w 357"/>
                <a:gd name="T21" fmla="*/ 263 h 357"/>
                <a:gd name="T22" fmla="*/ 259 w 357"/>
                <a:gd name="T23" fmla="*/ 264 h 357"/>
                <a:gd name="T24" fmla="*/ 258 w 357"/>
                <a:gd name="T25" fmla="*/ 265 h 357"/>
                <a:gd name="T26" fmla="*/ 166 w 357"/>
                <a:gd name="T27" fmla="*/ 357 h 357"/>
                <a:gd name="T28" fmla="*/ 165 w 357"/>
                <a:gd name="T29" fmla="*/ 355 h 357"/>
                <a:gd name="T30" fmla="*/ 157 w 357"/>
                <a:gd name="T31" fmla="*/ 335 h 357"/>
                <a:gd name="T32" fmla="*/ 153 w 357"/>
                <a:gd name="T33" fmla="*/ 326 h 357"/>
                <a:gd name="T34" fmla="*/ 145 w 357"/>
                <a:gd name="T35" fmla="*/ 311 h 357"/>
                <a:gd name="T36" fmla="*/ 141 w 357"/>
                <a:gd name="T37" fmla="*/ 305 h 357"/>
                <a:gd name="T38" fmla="*/ 128 w 357"/>
                <a:gd name="T39" fmla="*/ 286 h 357"/>
                <a:gd name="T40" fmla="*/ 123 w 357"/>
                <a:gd name="T41" fmla="*/ 280 h 357"/>
                <a:gd name="T42" fmla="*/ 108 w 357"/>
                <a:gd name="T43" fmla="*/ 262 h 357"/>
                <a:gd name="T44" fmla="*/ 107 w 357"/>
                <a:gd name="T45" fmla="*/ 261 h 357"/>
                <a:gd name="T46" fmla="*/ 95 w 357"/>
                <a:gd name="T47" fmla="*/ 250 h 357"/>
                <a:gd name="T48" fmla="*/ 95 w 357"/>
                <a:gd name="T49" fmla="*/ 249 h 357"/>
                <a:gd name="T50" fmla="*/ 77 w 357"/>
                <a:gd name="T51" fmla="*/ 233 h 357"/>
                <a:gd name="T52" fmla="*/ 71 w 357"/>
                <a:gd name="T53" fmla="*/ 229 h 357"/>
                <a:gd name="T54" fmla="*/ 52 w 357"/>
                <a:gd name="T55" fmla="*/ 215 h 357"/>
                <a:gd name="T56" fmla="*/ 47 w 357"/>
                <a:gd name="T57" fmla="*/ 213 h 357"/>
                <a:gd name="T58" fmla="*/ 30 w 357"/>
                <a:gd name="T59" fmla="*/ 204 h 357"/>
                <a:gd name="T60" fmla="*/ 23 w 357"/>
                <a:gd name="T61" fmla="*/ 200 h 357"/>
                <a:gd name="T62" fmla="*/ 2 w 357"/>
                <a:gd name="T63" fmla="*/ 192 h 357"/>
                <a:gd name="T64" fmla="*/ 0 w 357"/>
                <a:gd name="T65" fmla="*/ 191 h 357"/>
                <a:gd name="T66" fmla="*/ 173 w 357"/>
                <a:gd name="T67" fmla="*/ 18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357">
                  <a:moveTo>
                    <a:pt x="173" y="18"/>
                  </a:moveTo>
                  <a:cubicBezTo>
                    <a:pt x="189" y="2"/>
                    <a:pt x="214" y="0"/>
                    <a:pt x="232" y="13"/>
                  </a:cubicBezTo>
                  <a:cubicBezTo>
                    <a:pt x="232" y="14"/>
                    <a:pt x="233" y="14"/>
                    <a:pt x="233" y="15"/>
                  </a:cubicBezTo>
                  <a:cubicBezTo>
                    <a:pt x="234" y="15"/>
                    <a:pt x="234" y="15"/>
                    <a:pt x="235" y="15"/>
                  </a:cubicBezTo>
                  <a:cubicBezTo>
                    <a:pt x="235" y="15"/>
                    <a:pt x="236" y="16"/>
                    <a:pt x="237" y="18"/>
                  </a:cubicBezTo>
                  <a:cubicBezTo>
                    <a:pt x="339" y="120"/>
                    <a:pt x="339" y="120"/>
                    <a:pt x="339" y="120"/>
                  </a:cubicBezTo>
                  <a:cubicBezTo>
                    <a:pt x="341" y="121"/>
                    <a:pt x="342" y="123"/>
                    <a:pt x="344" y="125"/>
                  </a:cubicBezTo>
                  <a:cubicBezTo>
                    <a:pt x="345" y="126"/>
                    <a:pt x="346" y="128"/>
                    <a:pt x="346" y="129"/>
                  </a:cubicBezTo>
                  <a:cubicBezTo>
                    <a:pt x="357" y="147"/>
                    <a:pt x="354" y="169"/>
                    <a:pt x="339" y="184"/>
                  </a:cubicBezTo>
                  <a:cubicBezTo>
                    <a:pt x="339" y="184"/>
                    <a:pt x="339" y="184"/>
                    <a:pt x="339" y="184"/>
                  </a:cubicBezTo>
                  <a:cubicBezTo>
                    <a:pt x="260" y="263"/>
                    <a:pt x="260" y="263"/>
                    <a:pt x="260" y="263"/>
                  </a:cubicBezTo>
                  <a:cubicBezTo>
                    <a:pt x="259" y="264"/>
                    <a:pt x="259" y="264"/>
                    <a:pt x="259" y="264"/>
                  </a:cubicBezTo>
                  <a:cubicBezTo>
                    <a:pt x="259" y="264"/>
                    <a:pt x="258" y="265"/>
                    <a:pt x="258" y="265"/>
                  </a:cubicBezTo>
                  <a:cubicBezTo>
                    <a:pt x="166" y="357"/>
                    <a:pt x="166" y="357"/>
                    <a:pt x="166" y="357"/>
                  </a:cubicBezTo>
                  <a:cubicBezTo>
                    <a:pt x="165" y="356"/>
                    <a:pt x="165" y="356"/>
                    <a:pt x="165" y="355"/>
                  </a:cubicBezTo>
                  <a:cubicBezTo>
                    <a:pt x="162" y="348"/>
                    <a:pt x="160" y="341"/>
                    <a:pt x="157" y="335"/>
                  </a:cubicBezTo>
                  <a:cubicBezTo>
                    <a:pt x="156" y="332"/>
                    <a:pt x="154" y="329"/>
                    <a:pt x="153" y="326"/>
                  </a:cubicBezTo>
                  <a:cubicBezTo>
                    <a:pt x="150" y="321"/>
                    <a:pt x="148" y="316"/>
                    <a:pt x="145" y="311"/>
                  </a:cubicBezTo>
                  <a:cubicBezTo>
                    <a:pt x="144" y="309"/>
                    <a:pt x="143" y="307"/>
                    <a:pt x="141" y="305"/>
                  </a:cubicBezTo>
                  <a:cubicBezTo>
                    <a:pt x="137" y="298"/>
                    <a:pt x="133" y="292"/>
                    <a:pt x="128" y="286"/>
                  </a:cubicBezTo>
                  <a:cubicBezTo>
                    <a:pt x="127" y="284"/>
                    <a:pt x="125" y="282"/>
                    <a:pt x="123" y="280"/>
                  </a:cubicBezTo>
                  <a:cubicBezTo>
                    <a:pt x="118" y="274"/>
                    <a:pt x="113" y="268"/>
                    <a:pt x="108" y="262"/>
                  </a:cubicBezTo>
                  <a:cubicBezTo>
                    <a:pt x="107" y="262"/>
                    <a:pt x="107" y="262"/>
                    <a:pt x="107" y="261"/>
                  </a:cubicBezTo>
                  <a:cubicBezTo>
                    <a:pt x="95" y="250"/>
                    <a:pt x="95" y="250"/>
                    <a:pt x="95" y="250"/>
                  </a:cubicBezTo>
                  <a:cubicBezTo>
                    <a:pt x="95" y="250"/>
                    <a:pt x="95" y="250"/>
                    <a:pt x="95" y="249"/>
                  </a:cubicBezTo>
                  <a:cubicBezTo>
                    <a:pt x="89" y="244"/>
                    <a:pt x="83" y="238"/>
                    <a:pt x="77" y="233"/>
                  </a:cubicBezTo>
                  <a:cubicBezTo>
                    <a:pt x="75" y="232"/>
                    <a:pt x="73" y="230"/>
                    <a:pt x="71" y="229"/>
                  </a:cubicBezTo>
                  <a:cubicBezTo>
                    <a:pt x="65" y="224"/>
                    <a:pt x="59" y="220"/>
                    <a:pt x="52" y="215"/>
                  </a:cubicBezTo>
                  <a:cubicBezTo>
                    <a:pt x="50" y="214"/>
                    <a:pt x="49" y="214"/>
                    <a:pt x="47" y="213"/>
                  </a:cubicBezTo>
                  <a:cubicBezTo>
                    <a:pt x="42" y="210"/>
                    <a:pt x="36" y="206"/>
                    <a:pt x="30" y="204"/>
                  </a:cubicBezTo>
                  <a:cubicBezTo>
                    <a:pt x="28" y="202"/>
                    <a:pt x="25" y="201"/>
                    <a:pt x="23" y="200"/>
                  </a:cubicBezTo>
                  <a:cubicBezTo>
                    <a:pt x="16" y="197"/>
                    <a:pt x="9" y="194"/>
                    <a:pt x="2" y="192"/>
                  </a:cubicBezTo>
                  <a:cubicBezTo>
                    <a:pt x="1" y="192"/>
                    <a:pt x="0" y="191"/>
                    <a:pt x="0" y="191"/>
                  </a:cubicBezTo>
                  <a:lnTo>
                    <a:pt x="173" y="18"/>
                  </a:lnTo>
                  <a:close/>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2" name="Freeform 9">
              <a:extLst>
                <a:ext uri="{FF2B5EF4-FFF2-40B4-BE49-F238E27FC236}">
                  <a16:creationId xmlns:a16="http://schemas.microsoft.com/office/drawing/2014/main" id="{E56D59FF-F4DE-2FB7-5E26-5738B4DF4EC3}"/>
                </a:ext>
              </a:extLst>
            </p:cNvPr>
            <p:cNvSpPr>
              <a:spLocks/>
            </p:cNvSpPr>
            <p:nvPr/>
          </p:nvSpPr>
          <p:spPr bwMode="auto">
            <a:xfrm>
              <a:off x="3042" y="2070"/>
              <a:ext cx="926" cy="910"/>
            </a:xfrm>
            <a:custGeom>
              <a:avLst/>
              <a:gdLst>
                <a:gd name="T0" fmla="*/ 340 w 390"/>
                <a:gd name="T1" fmla="*/ 344 h 383"/>
                <a:gd name="T2" fmla="*/ 212 w 390"/>
                <a:gd name="T3" fmla="*/ 193 h 383"/>
                <a:gd name="T4" fmla="*/ 172 w 390"/>
                <a:gd name="T5" fmla="*/ 236 h 383"/>
                <a:gd name="T6" fmla="*/ 188 w 390"/>
                <a:gd name="T7" fmla="*/ 286 h 383"/>
                <a:gd name="T8" fmla="*/ 163 w 390"/>
                <a:gd name="T9" fmla="*/ 353 h 383"/>
                <a:gd name="T10" fmla="*/ 95 w 390"/>
                <a:gd name="T11" fmla="*/ 383 h 383"/>
                <a:gd name="T12" fmla="*/ 31 w 390"/>
                <a:gd name="T13" fmla="*/ 358 h 383"/>
                <a:gd name="T14" fmla="*/ 1 w 390"/>
                <a:gd name="T15" fmla="*/ 292 h 383"/>
                <a:gd name="T16" fmla="*/ 26 w 390"/>
                <a:gd name="T17" fmla="*/ 225 h 383"/>
                <a:gd name="T18" fmla="*/ 95 w 390"/>
                <a:gd name="T19" fmla="*/ 196 h 383"/>
                <a:gd name="T20" fmla="*/ 143 w 390"/>
                <a:gd name="T21" fmla="*/ 209 h 383"/>
                <a:gd name="T22" fmla="*/ 184 w 390"/>
                <a:gd name="T23" fmla="*/ 165 h 383"/>
                <a:gd name="T24" fmla="*/ 45 w 390"/>
                <a:gd name="T25" fmla="*/ 49 h 383"/>
                <a:gd name="T26" fmla="*/ 68 w 390"/>
                <a:gd name="T27" fmla="*/ 33 h 383"/>
                <a:gd name="T28" fmla="*/ 205 w 390"/>
                <a:gd name="T29" fmla="*/ 9 h 383"/>
                <a:gd name="T30" fmla="*/ 313 w 390"/>
                <a:gd name="T31" fmla="*/ 65 h 383"/>
                <a:gd name="T32" fmla="*/ 324 w 390"/>
                <a:gd name="T33" fmla="*/ 76 h 383"/>
                <a:gd name="T34" fmla="*/ 380 w 390"/>
                <a:gd name="T35" fmla="*/ 184 h 383"/>
                <a:gd name="T36" fmla="*/ 340 w 390"/>
                <a:gd name="T37" fmla="*/ 344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 h="383">
                  <a:moveTo>
                    <a:pt x="340" y="344"/>
                  </a:moveTo>
                  <a:cubicBezTo>
                    <a:pt x="301" y="290"/>
                    <a:pt x="258" y="240"/>
                    <a:pt x="212" y="193"/>
                  </a:cubicBezTo>
                  <a:cubicBezTo>
                    <a:pt x="172" y="236"/>
                    <a:pt x="172" y="236"/>
                    <a:pt x="172" y="236"/>
                  </a:cubicBezTo>
                  <a:cubicBezTo>
                    <a:pt x="182" y="251"/>
                    <a:pt x="187" y="268"/>
                    <a:pt x="188" y="286"/>
                  </a:cubicBezTo>
                  <a:cubicBezTo>
                    <a:pt x="189" y="311"/>
                    <a:pt x="180" y="335"/>
                    <a:pt x="163" y="353"/>
                  </a:cubicBezTo>
                  <a:cubicBezTo>
                    <a:pt x="145" y="373"/>
                    <a:pt x="120" y="383"/>
                    <a:pt x="95" y="383"/>
                  </a:cubicBezTo>
                  <a:cubicBezTo>
                    <a:pt x="72" y="383"/>
                    <a:pt x="49" y="374"/>
                    <a:pt x="31" y="358"/>
                  </a:cubicBezTo>
                  <a:cubicBezTo>
                    <a:pt x="12" y="341"/>
                    <a:pt x="2" y="317"/>
                    <a:pt x="1" y="292"/>
                  </a:cubicBezTo>
                  <a:cubicBezTo>
                    <a:pt x="0" y="267"/>
                    <a:pt x="9" y="244"/>
                    <a:pt x="26" y="225"/>
                  </a:cubicBezTo>
                  <a:cubicBezTo>
                    <a:pt x="45" y="206"/>
                    <a:pt x="70" y="196"/>
                    <a:pt x="95" y="196"/>
                  </a:cubicBezTo>
                  <a:cubicBezTo>
                    <a:pt x="111" y="196"/>
                    <a:pt x="128" y="200"/>
                    <a:pt x="143" y="209"/>
                  </a:cubicBezTo>
                  <a:cubicBezTo>
                    <a:pt x="184" y="165"/>
                    <a:pt x="184" y="165"/>
                    <a:pt x="184" y="165"/>
                  </a:cubicBezTo>
                  <a:cubicBezTo>
                    <a:pt x="141" y="124"/>
                    <a:pt x="94" y="85"/>
                    <a:pt x="45" y="49"/>
                  </a:cubicBezTo>
                  <a:cubicBezTo>
                    <a:pt x="52" y="43"/>
                    <a:pt x="60" y="38"/>
                    <a:pt x="68" y="33"/>
                  </a:cubicBezTo>
                  <a:cubicBezTo>
                    <a:pt x="109" y="9"/>
                    <a:pt x="158" y="0"/>
                    <a:pt x="205" y="9"/>
                  </a:cubicBezTo>
                  <a:cubicBezTo>
                    <a:pt x="246" y="16"/>
                    <a:pt x="283" y="35"/>
                    <a:pt x="313" y="65"/>
                  </a:cubicBezTo>
                  <a:cubicBezTo>
                    <a:pt x="324" y="76"/>
                    <a:pt x="324" y="76"/>
                    <a:pt x="324" y="76"/>
                  </a:cubicBezTo>
                  <a:cubicBezTo>
                    <a:pt x="353" y="105"/>
                    <a:pt x="373" y="143"/>
                    <a:pt x="380" y="184"/>
                  </a:cubicBezTo>
                  <a:cubicBezTo>
                    <a:pt x="390" y="241"/>
                    <a:pt x="375" y="299"/>
                    <a:pt x="340" y="344"/>
                  </a:cubicBezTo>
                  <a:close/>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3" name="Freeform 10">
              <a:extLst>
                <a:ext uri="{FF2B5EF4-FFF2-40B4-BE49-F238E27FC236}">
                  <a16:creationId xmlns:a16="http://schemas.microsoft.com/office/drawing/2014/main" id="{9E197897-81B5-F477-8998-02543F7A0961}"/>
                </a:ext>
              </a:extLst>
            </p:cNvPr>
            <p:cNvSpPr>
              <a:spLocks/>
            </p:cNvSpPr>
            <p:nvPr/>
          </p:nvSpPr>
          <p:spPr bwMode="auto">
            <a:xfrm>
              <a:off x="4287" y="2241"/>
              <a:ext cx="867" cy="868"/>
            </a:xfrm>
            <a:custGeom>
              <a:avLst/>
              <a:gdLst>
                <a:gd name="T0" fmla="*/ 363 w 365"/>
                <a:gd name="T1" fmla="*/ 222 h 365"/>
                <a:gd name="T2" fmla="*/ 223 w 365"/>
                <a:gd name="T3" fmla="*/ 362 h 365"/>
                <a:gd name="T4" fmla="*/ 214 w 365"/>
                <a:gd name="T5" fmla="*/ 362 h 365"/>
                <a:gd name="T6" fmla="*/ 3 w 365"/>
                <a:gd name="T7" fmla="*/ 151 h 365"/>
                <a:gd name="T8" fmla="*/ 3 w 365"/>
                <a:gd name="T9" fmla="*/ 142 h 365"/>
                <a:gd name="T10" fmla="*/ 143 w 365"/>
                <a:gd name="T11" fmla="*/ 2 h 365"/>
                <a:gd name="T12" fmla="*/ 147 w 365"/>
                <a:gd name="T13" fmla="*/ 0 h 365"/>
                <a:gd name="T14" fmla="*/ 152 w 365"/>
                <a:gd name="T15" fmla="*/ 2 h 365"/>
                <a:gd name="T16" fmla="*/ 363 w 365"/>
                <a:gd name="T17" fmla="*/ 213 h 365"/>
                <a:gd name="T18" fmla="*/ 365 w 365"/>
                <a:gd name="T19" fmla="*/ 218 h 365"/>
                <a:gd name="T20" fmla="*/ 363 w 365"/>
                <a:gd name="T21" fmla="*/ 222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365">
                  <a:moveTo>
                    <a:pt x="363" y="222"/>
                  </a:moveTo>
                  <a:cubicBezTo>
                    <a:pt x="223" y="362"/>
                    <a:pt x="223" y="362"/>
                    <a:pt x="223" y="362"/>
                  </a:cubicBezTo>
                  <a:cubicBezTo>
                    <a:pt x="221" y="365"/>
                    <a:pt x="216" y="365"/>
                    <a:pt x="214" y="362"/>
                  </a:cubicBezTo>
                  <a:cubicBezTo>
                    <a:pt x="3" y="151"/>
                    <a:pt x="3" y="151"/>
                    <a:pt x="3" y="151"/>
                  </a:cubicBezTo>
                  <a:cubicBezTo>
                    <a:pt x="0" y="149"/>
                    <a:pt x="0" y="144"/>
                    <a:pt x="3" y="142"/>
                  </a:cubicBezTo>
                  <a:cubicBezTo>
                    <a:pt x="143" y="2"/>
                    <a:pt x="143" y="2"/>
                    <a:pt x="143" y="2"/>
                  </a:cubicBezTo>
                  <a:cubicBezTo>
                    <a:pt x="144" y="0"/>
                    <a:pt x="146" y="0"/>
                    <a:pt x="147" y="0"/>
                  </a:cubicBezTo>
                  <a:cubicBezTo>
                    <a:pt x="148" y="0"/>
                    <a:pt x="150" y="0"/>
                    <a:pt x="152" y="2"/>
                  </a:cubicBezTo>
                  <a:cubicBezTo>
                    <a:pt x="363" y="213"/>
                    <a:pt x="363" y="213"/>
                    <a:pt x="363" y="213"/>
                  </a:cubicBezTo>
                  <a:cubicBezTo>
                    <a:pt x="365" y="215"/>
                    <a:pt x="365" y="217"/>
                    <a:pt x="365" y="218"/>
                  </a:cubicBezTo>
                  <a:cubicBezTo>
                    <a:pt x="365" y="219"/>
                    <a:pt x="365" y="221"/>
                    <a:pt x="363" y="222"/>
                  </a:cubicBezTo>
                  <a:close/>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4" name="Freeform 11">
              <a:extLst>
                <a:ext uri="{FF2B5EF4-FFF2-40B4-BE49-F238E27FC236}">
                  <a16:creationId xmlns:a16="http://schemas.microsoft.com/office/drawing/2014/main" id="{AE16993C-748A-8CC2-B2B1-42906310EC3A}"/>
                </a:ext>
              </a:extLst>
            </p:cNvPr>
            <p:cNvSpPr>
              <a:spLocks/>
            </p:cNvSpPr>
            <p:nvPr/>
          </p:nvSpPr>
          <p:spPr bwMode="auto">
            <a:xfrm>
              <a:off x="2449" y="2877"/>
              <a:ext cx="677" cy="647"/>
            </a:xfrm>
            <a:custGeom>
              <a:avLst/>
              <a:gdLst>
                <a:gd name="T0" fmla="*/ 285 w 285"/>
                <a:gd name="T1" fmla="*/ 266 h 272"/>
                <a:gd name="T2" fmla="*/ 106 w 285"/>
                <a:gd name="T3" fmla="*/ 220 h 272"/>
                <a:gd name="T4" fmla="*/ 6 w 285"/>
                <a:gd name="T5" fmla="*/ 0 h 272"/>
              </a:gdLst>
              <a:ahLst/>
              <a:cxnLst>
                <a:cxn ang="0">
                  <a:pos x="T0" y="T1"/>
                </a:cxn>
                <a:cxn ang="0">
                  <a:pos x="T2" y="T3"/>
                </a:cxn>
                <a:cxn ang="0">
                  <a:pos x="T4" y="T5"/>
                </a:cxn>
              </a:cxnLst>
              <a:rect l="0" t="0" r="r" b="b"/>
              <a:pathLst>
                <a:path w="285" h="272">
                  <a:moveTo>
                    <a:pt x="285" y="266"/>
                  </a:moveTo>
                  <a:cubicBezTo>
                    <a:pt x="254" y="270"/>
                    <a:pt x="177" y="272"/>
                    <a:pt x="106" y="220"/>
                  </a:cubicBezTo>
                  <a:cubicBezTo>
                    <a:pt x="0" y="142"/>
                    <a:pt x="6" y="5"/>
                    <a:pt x="6" y="0"/>
                  </a:cubicBez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5" name="Freeform 12">
              <a:extLst>
                <a:ext uri="{FF2B5EF4-FFF2-40B4-BE49-F238E27FC236}">
                  <a16:creationId xmlns:a16="http://schemas.microsoft.com/office/drawing/2014/main" id="{4974390F-8BEA-EE26-BBFC-0AF0D14A670A}"/>
                </a:ext>
              </a:extLst>
            </p:cNvPr>
            <p:cNvSpPr>
              <a:spLocks/>
            </p:cNvSpPr>
            <p:nvPr/>
          </p:nvSpPr>
          <p:spPr bwMode="auto">
            <a:xfrm>
              <a:off x="2772" y="2710"/>
              <a:ext cx="470" cy="452"/>
            </a:xfrm>
            <a:custGeom>
              <a:avLst/>
              <a:gdLst>
                <a:gd name="T0" fmla="*/ 198 w 198"/>
                <a:gd name="T1" fmla="*/ 186 h 190"/>
                <a:gd name="T2" fmla="*/ 74 w 198"/>
                <a:gd name="T3" fmla="*/ 154 h 190"/>
                <a:gd name="T4" fmla="*/ 5 w 198"/>
                <a:gd name="T5" fmla="*/ 0 h 190"/>
              </a:gdLst>
              <a:ahLst/>
              <a:cxnLst>
                <a:cxn ang="0">
                  <a:pos x="T0" y="T1"/>
                </a:cxn>
                <a:cxn ang="0">
                  <a:pos x="T2" y="T3"/>
                </a:cxn>
                <a:cxn ang="0">
                  <a:pos x="T4" y="T5"/>
                </a:cxn>
              </a:cxnLst>
              <a:rect l="0" t="0" r="r" b="b"/>
              <a:pathLst>
                <a:path w="198" h="190">
                  <a:moveTo>
                    <a:pt x="198" y="186"/>
                  </a:moveTo>
                  <a:cubicBezTo>
                    <a:pt x="177" y="188"/>
                    <a:pt x="123" y="190"/>
                    <a:pt x="74" y="154"/>
                  </a:cubicBezTo>
                  <a:cubicBezTo>
                    <a:pt x="0" y="99"/>
                    <a:pt x="4" y="4"/>
                    <a:pt x="5" y="0"/>
                  </a:cubicBez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6" name="Freeform 13">
              <a:extLst>
                <a:ext uri="{FF2B5EF4-FFF2-40B4-BE49-F238E27FC236}">
                  <a16:creationId xmlns:a16="http://schemas.microsoft.com/office/drawing/2014/main" id="{631844A2-BEDF-ACE8-4815-1259D266C6F6}"/>
                </a:ext>
              </a:extLst>
            </p:cNvPr>
            <p:cNvSpPr>
              <a:spLocks/>
            </p:cNvSpPr>
            <p:nvPr/>
          </p:nvSpPr>
          <p:spPr bwMode="auto">
            <a:xfrm>
              <a:off x="2626" y="2800"/>
              <a:ext cx="572" cy="539"/>
            </a:xfrm>
            <a:custGeom>
              <a:avLst/>
              <a:gdLst>
                <a:gd name="T0" fmla="*/ 3 w 241"/>
                <a:gd name="T1" fmla="*/ 0 h 227"/>
                <a:gd name="T2" fmla="*/ 89 w 241"/>
                <a:gd name="T3" fmla="*/ 187 h 227"/>
                <a:gd name="T4" fmla="*/ 216 w 241"/>
                <a:gd name="T5" fmla="*/ 227 h 227"/>
                <a:gd name="T6" fmla="*/ 241 w 241"/>
                <a:gd name="T7" fmla="*/ 226 h 227"/>
              </a:gdLst>
              <a:ahLst/>
              <a:cxnLst>
                <a:cxn ang="0">
                  <a:pos x="T0" y="T1"/>
                </a:cxn>
                <a:cxn ang="0">
                  <a:pos x="T2" y="T3"/>
                </a:cxn>
                <a:cxn ang="0">
                  <a:pos x="T4" y="T5"/>
                </a:cxn>
                <a:cxn ang="0">
                  <a:pos x="T6" y="T7"/>
                </a:cxn>
              </a:cxnLst>
              <a:rect l="0" t="0" r="r" b="b"/>
              <a:pathLst>
                <a:path w="241" h="227">
                  <a:moveTo>
                    <a:pt x="3" y="0"/>
                  </a:moveTo>
                  <a:cubicBezTo>
                    <a:pt x="3" y="12"/>
                    <a:pt x="0" y="121"/>
                    <a:pt x="89" y="187"/>
                  </a:cubicBezTo>
                  <a:cubicBezTo>
                    <a:pt x="135" y="221"/>
                    <a:pt x="184" y="227"/>
                    <a:pt x="216" y="227"/>
                  </a:cubicBezTo>
                  <a:cubicBezTo>
                    <a:pt x="226" y="227"/>
                    <a:pt x="235" y="227"/>
                    <a:pt x="241" y="226"/>
                  </a:cubicBez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grpSp>
        <p:nvGrpSpPr>
          <p:cNvPr id="81" name="Group 29">
            <a:extLst>
              <a:ext uri="{FF2B5EF4-FFF2-40B4-BE49-F238E27FC236}">
                <a16:creationId xmlns:a16="http://schemas.microsoft.com/office/drawing/2014/main" id="{E4E5E4F3-50AC-B287-5218-E0D50CF91290}"/>
              </a:ext>
            </a:extLst>
          </p:cNvPr>
          <p:cNvGrpSpPr>
            <a:grpSpLocks noChangeAspect="1"/>
          </p:cNvGrpSpPr>
          <p:nvPr/>
        </p:nvGrpSpPr>
        <p:grpSpPr bwMode="auto">
          <a:xfrm>
            <a:off x="1561395" y="5081386"/>
            <a:ext cx="430254" cy="297024"/>
            <a:chOff x="3664" y="2038"/>
            <a:chExt cx="352" cy="243"/>
          </a:xfrm>
        </p:grpSpPr>
        <p:sp>
          <p:nvSpPr>
            <p:cNvPr id="83" name="Freeform 30">
              <a:extLst>
                <a:ext uri="{FF2B5EF4-FFF2-40B4-BE49-F238E27FC236}">
                  <a16:creationId xmlns:a16="http://schemas.microsoft.com/office/drawing/2014/main" id="{F4BB7246-1B4C-7DF2-2E93-CF97A69C33D3}"/>
                </a:ext>
              </a:extLst>
            </p:cNvPr>
            <p:cNvSpPr>
              <a:spLocks/>
            </p:cNvSpPr>
            <p:nvPr/>
          </p:nvSpPr>
          <p:spPr bwMode="auto">
            <a:xfrm>
              <a:off x="3970" y="2038"/>
              <a:ext cx="41" cy="93"/>
            </a:xfrm>
            <a:custGeom>
              <a:avLst/>
              <a:gdLst>
                <a:gd name="T0" fmla="*/ 0 w 41"/>
                <a:gd name="T1" fmla="*/ 0 h 93"/>
                <a:gd name="T2" fmla="*/ 41 w 41"/>
                <a:gd name="T3" fmla="*/ 47 h 93"/>
                <a:gd name="T4" fmla="*/ 0 w 41"/>
                <a:gd name="T5" fmla="*/ 93 h 93"/>
              </a:gdLst>
              <a:ahLst/>
              <a:cxnLst>
                <a:cxn ang="0">
                  <a:pos x="T0" y="T1"/>
                </a:cxn>
                <a:cxn ang="0">
                  <a:pos x="T2" y="T3"/>
                </a:cxn>
                <a:cxn ang="0">
                  <a:pos x="T4" y="T5"/>
                </a:cxn>
              </a:cxnLst>
              <a:rect l="0" t="0" r="r" b="b"/>
              <a:pathLst>
                <a:path w="41" h="93">
                  <a:moveTo>
                    <a:pt x="0" y="0"/>
                  </a:moveTo>
                  <a:lnTo>
                    <a:pt x="41" y="47"/>
                  </a:lnTo>
                  <a:lnTo>
                    <a:pt x="0" y="93"/>
                  </a:lnTo>
                </a:path>
              </a:pathLst>
            </a:custGeom>
            <a:noFill/>
            <a:ln w="15875" cap="rnd">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4" name="Freeform 31">
              <a:extLst>
                <a:ext uri="{FF2B5EF4-FFF2-40B4-BE49-F238E27FC236}">
                  <a16:creationId xmlns:a16="http://schemas.microsoft.com/office/drawing/2014/main" id="{D65A8C1E-8E28-7001-F918-1BD0F13AD8F0}"/>
                </a:ext>
              </a:extLst>
            </p:cNvPr>
            <p:cNvSpPr>
              <a:spLocks/>
            </p:cNvSpPr>
            <p:nvPr/>
          </p:nvSpPr>
          <p:spPr bwMode="auto">
            <a:xfrm>
              <a:off x="3865" y="2082"/>
              <a:ext cx="146" cy="71"/>
            </a:xfrm>
            <a:custGeom>
              <a:avLst/>
              <a:gdLst>
                <a:gd name="T0" fmla="*/ 0 w 60"/>
                <a:gd name="T1" fmla="*/ 29 h 29"/>
                <a:gd name="T2" fmla="*/ 19 w 60"/>
                <a:gd name="T3" fmla="*/ 6 h 29"/>
                <a:gd name="T4" fmla="*/ 44 w 60"/>
                <a:gd name="T5" fmla="*/ 1 h 29"/>
                <a:gd name="T6" fmla="*/ 60 w 60"/>
                <a:gd name="T7" fmla="*/ 1 h 29"/>
              </a:gdLst>
              <a:ahLst/>
              <a:cxnLst>
                <a:cxn ang="0">
                  <a:pos x="T0" y="T1"/>
                </a:cxn>
                <a:cxn ang="0">
                  <a:pos x="T2" y="T3"/>
                </a:cxn>
                <a:cxn ang="0">
                  <a:pos x="T4" y="T5"/>
                </a:cxn>
                <a:cxn ang="0">
                  <a:pos x="T6" y="T7"/>
                </a:cxn>
              </a:cxnLst>
              <a:rect l="0" t="0" r="r" b="b"/>
              <a:pathLst>
                <a:path w="60" h="29">
                  <a:moveTo>
                    <a:pt x="0" y="29"/>
                  </a:moveTo>
                  <a:cubicBezTo>
                    <a:pt x="7" y="21"/>
                    <a:pt x="14" y="11"/>
                    <a:pt x="19" y="6"/>
                  </a:cubicBezTo>
                  <a:cubicBezTo>
                    <a:pt x="26" y="0"/>
                    <a:pt x="44" y="1"/>
                    <a:pt x="44" y="1"/>
                  </a:cubicBezTo>
                  <a:cubicBezTo>
                    <a:pt x="60" y="1"/>
                    <a:pt x="60" y="1"/>
                    <a:pt x="60" y="1"/>
                  </a:cubicBezTo>
                </a:path>
              </a:pathLst>
            </a:custGeom>
            <a:noFill/>
            <a:ln w="15875" cap="rnd">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5" name="Freeform 32">
              <a:extLst>
                <a:ext uri="{FF2B5EF4-FFF2-40B4-BE49-F238E27FC236}">
                  <a16:creationId xmlns:a16="http://schemas.microsoft.com/office/drawing/2014/main" id="{05FF7DA6-CDA3-E42A-5584-AEB8A35D9112}"/>
                </a:ext>
              </a:extLst>
            </p:cNvPr>
            <p:cNvSpPr>
              <a:spLocks/>
            </p:cNvSpPr>
            <p:nvPr/>
          </p:nvSpPr>
          <p:spPr bwMode="auto">
            <a:xfrm>
              <a:off x="3664" y="2221"/>
              <a:ext cx="153" cy="60"/>
            </a:xfrm>
            <a:custGeom>
              <a:avLst/>
              <a:gdLst>
                <a:gd name="T0" fmla="*/ 0 w 63"/>
                <a:gd name="T1" fmla="*/ 24 h 25"/>
                <a:gd name="T2" fmla="*/ 22 w 63"/>
                <a:gd name="T3" fmla="*/ 24 h 25"/>
                <a:gd name="T4" fmla="*/ 47 w 63"/>
                <a:gd name="T5" fmla="*/ 18 h 25"/>
                <a:gd name="T6" fmla="*/ 63 w 63"/>
                <a:gd name="T7" fmla="*/ 0 h 25"/>
              </a:gdLst>
              <a:ahLst/>
              <a:cxnLst>
                <a:cxn ang="0">
                  <a:pos x="T0" y="T1"/>
                </a:cxn>
                <a:cxn ang="0">
                  <a:pos x="T2" y="T3"/>
                </a:cxn>
                <a:cxn ang="0">
                  <a:pos x="T4" y="T5"/>
                </a:cxn>
                <a:cxn ang="0">
                  <a:pos x="T6" y="T7"/>
                </a:cxn>
              </a:cxnLst>
              <a:rect l="0" t="0" r="r" b="b"/>
              <a:pathLst>
                <a:path w="63" h="25">
                  <a:moveTo>
                    <a:pt x="0" y="24"/>
                  </a:moveTo>
                  <a:cubicBezTo>
                    <a:pt x="22" y="24"/>
                    <a:pt x="22" y="24"/>
                    <a:pt x="22" y="24"/>
                  </a:cubicBezTo>
                  <a:cubicBezTo>
                    <a:pt x="22" y="24"/>
                    <a:pt x="40" y="25"/>
                    <a:pt x="47" y="18"/>
                  </a:cubicBezTo>
                  <a:cubicBezTo>
                    <a:pt x="51" y="15"/>
                    <a:pt x="56" y="8"/>
                    <a:pt x="63" y="0"/>
                  </a:cubicBezTo>
                </a:path>
              </a:pathLst>
            </a:custGeom>
            <a:noFill/>
            <a:ln w="15875" cap="rnd">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6" name="Freeform 33">
              <a:extLst>
                <a:ext uri="{FF2B5EF4-FFF2-40B4-BE49-F238E27FC236}">
                  <a16:creationId xmlns:a16="http://schemas.microsoft.com/office/drawing/2014/main" id="{B85AED68-366F-8DF4-7982-E693B15D9C27}"/>
                </a:ext>
              </a:extLst>
            </p:cNvPr>
            <p:cNvSpPr>
              <a:spLocks/>
            </p:cNvSpPr>
            <p:nvPr/>
          </p:nvSpPr>
          <p:spPr bwMode="auto">
            <a:xfrm>
              <a:off x="3669" y="2038"/>
              <a:ext cx="44" cy="93"/>
            </a:xfrm>
            <a:custGeom>
              <a:avLst/>
              <a:gdLst>
                <a:gd name="T0" fmla="*/ 44 w 44"/>
                <a:gd name="T1" fmla="*/ 0 h 93"/>
                <a:gd name="T2" fmla="*/ 0 w 44"/>
                <a:gd name="T3" fmla="*/ 47 h 93"/>
                <a:gd name="T4" fmla="*/ 44 w 44"/>
                <a:gd name="T5" fmla="*/ 93 h 93"/>
              </a:gdLst>
              <a:ahLst/>
              <a:cxnLst>
                <a:cxn ang="0">
                  <a:pos x="T0" y="T1"/>
                </a:cxn>
                <a:cxn ang="0">
                  <a:pos x="T2" y="T3"/>
                </a:cxn>
                <a:cxn ang="0">
                  <a:pos x="T4" y="T5"/>
                </a:cxn>
              </a:cxnLst>
              <a:rect l="0" t="0" r="r" b="b"/>
              <a:pathLst>
                <a:path w="44" h="93">
                  <a:moveTo>
                    <a:pt x="44" y="0"/>
                  </a:moveTo>
                  <a:lnTo>
                    <a:pt x="0" y="47"/>
                  </a:lnTo>
                  <a:lnTo>
                    <a:pt x="44" y="93"/>
                  </a:lnTo>
                </a:path>
              </a:pathLst>
            </a:custGeom>
            <a:noFill/>
            <a:ln w="15875" cap="rnd">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7" name="Freeform 34">
              <a:extLst>
                <a:ext uri="{FF2B5EF4-FFF2-40B4-BE49-F238E27FC236}">
                  <a16:creationId xmlns:a16="http://schemas.microsoft.com/office/drawing/2014/main" id="{8164C3AB-7181-9676-9798-878A2E28305C}"/>
                </a:ext>
              </a:extLst>
            </p:cNvPr>
            <p:cNvSpPr>
              <a:spLocks/>
            </p:cNvSpPr>
            <p:nvPr/>
          </p:nvSpPr>
          <p:spPr bwMode="auto">
            <a:xfrm>
              <a:off x="3669" y="2082"/>
              <a:ext cx="347" cy="199"/>
            </a:xfrm>
            <a:custGeom>
              <a:avLst/>
              <a:gdLst>
                <a:gd name="T0" fmla="*/ 143 w 143"/>
                <a:gd name="T1" fmla="*/ 81 h 82"/>
                <a:gd name="T2" fmla="*/ 121 w 143"/>
                <a:gd name="T3" fmla="*/ 81 h 82"/>
                <a:gd name="T4" fmla="*/ 97 w 143"/>
                <a:gd name="T5" fmla="*/ 75 h 82"/>
                <a:gd name="T6" fmla="*/ 68 w 143"/>
                <a:gd name="T7" fmla="*/ 40 h 82"/>
                <a:gd name="T8" fmla="*/ 42 w 143"/>
                <a:gd name="T9" fmla="*/ 6 h 82"/>
                <a:gd name="T10" fmla="*/ 17 w 143"/>
                <a:gd name="T11" fmla="*/ 1 h 82"/>
                <a:gd name="T12" fmla="*/ 0 w 143"/>
                <a:gd name="T13" fmla="*/ 1 h 82"/>
              </a:gdLst>
              <a:ahLst/>
              <a:cxnLst>
                <a:cxn ang="0">
                  <a:pos x="T0" y="T1"/>
                </a:cxn>
                <a:cxn ang="0">
                  <a:pos x="T2" y="T3"/>
                </a:cxn>
                <a:cxn ang="0">
                  <a:pos x="T4" y="T5"/>
                </a:cxn>
                <a:cxn ang="0">
                  <a:pos x="T6" y="T7"/>
                </a:cxn>
                <a:cxn ang="0">
                  <a:pos x="T8" y="T9"/>
                </a:cxn>
                <a:cxn ang="0">
                  <a:pos x="T10" y="T11"/>
                </a:cxn>
                <a:cxn ang="0">
                  <a:pos x="T12" y="T13"/>
                </a:cxn>
              </a:cxnLst>
              <a:rect l="0" t="0" r="r" b="b"/>
              <a:pathLst>
                <a:path w="143" h="82">
                  <a:moveTo>
                    <a:pt x="143" y="81"/>
                  </a:moveTo>
                  <a:cubicBezTo>
                    <a:pt x="121" y="81"/>
                    <a:pt x="121" y="81"/>
                    <a:pt x="121" y="81"/>
                  </a:cubicBezTo>
                  <a:cubicBezTo>
                    <a:pt x="121" y="81"/>
                    <a:pt x="103" y="82"/>
                    <a:pt x="97" y="75"/>
                  </a:cubicBezTo>
                  <a:cubicBezTo>
                    <a:pt x="90" y="68"/>
                    <a:pt x="68" y="40"/>
                    <a:pt x="68" y="40"/>
                  </a:cubicBezTo>
                  <a:cubicBezTo>
                    <a:pt x="68" y="40"/>
                    <a:pt x="49" y="13"/>
                    <a:pt x="42" y="6"/>
                  </a:cubicBezTo>
                  <a:cubicBezTo>
                    <a:pt x="35" y="0"/>
                    <a:pt x="17" y="1"/>
                    <a:pt x="17" y="1"/>
                  </a:cubicBezTo>
                  <a:cubicBezTo>
                    <a:pt x="0" y="1"/>
                    <a:pt x="0" y="1"/>
                    <a:pt x="0" y="1"/>
                  </a:cubicBez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grpSp>
        <p:nvGrpSpPr>
          <p:cNvPr id="90" name="Group 37">
            <a:extLst>
              <a:ext uri="{FF2B5EF4-FFF2-40B4-BE49-F238E27FC236}">
                <a16:creationId xmlns:a16="http://schemas.microsoft.com/office/drawing/2014/main" id="{A6998851-75EF-D433-CDBC-9AD0E71B7FB9}"/>
              </a:ext>
            </a:extLst>
          </p:cNvPr>
          <p:cNvGrpSpPr>
            <a:grpSpLocks noChangeAspect="1"/>
          </p:cNvGrpSpPr>
          <p:nvPr/>
        </p:nvGrpSpPr>
        <p:grpSpPr bwMode="auto">
          <a:xfrm>
            <a:off x="2532896" y="5042759"/>
            <a:ext cx="492217" cy="374276"/>
            <a:chOff x="1780" y="529"/>
            <a:chExt cx="4115" cy="3129"/>
          </a:xfrm>
        </p:grpSpPr>
        <p:sp>
          <p:nvSpPr>
            <p:cNvPr id="92" name="Freeform 38">
              <a:extLst>
                <a:ext uri="{FF2B5EF4-FFF2-40B4-BE49-F238E27FC236}">
                  <a16:creationId xmlns:a16="http://schemas.microsoft.com/office/drawing/2014/main" id="{FF3127FC-D275-0729-9494-A2A764B1D69B}"/>
                </a:ext>
              </a:extLst>
            </p:cNvPr>
            <p:cNvSpPr>
              <a:spLocks noEditPoints="1"/>
            </p:cNvSpPr>
            <p:nvPr/>
          </p:nvSpPr>
          <p:spPr bwMode="auto">
            <a:xfrm>
              <a:off x="1780" y="2404"/>
              <a:ext cx="4115" cy="1254"/>
            </a:xfrm>
            <a:custGeom>
              <a:avLst/>
              <a:gdLst>
                <a:gd name="T0" fmla="*/ 1673 w 1733"/>
                <a:gd name="T1" fmla="*/ 0 h 528"/>
                <a:gd name="T2" fmla="*/ 61 w 1733"/>
                <a:gd name="T3" fmla="*/ 0 h 528"/>
                <a:gd name="T4" fmla="*/ 0 w 1733"/>
                <a:gd name="T5" fmla="*/ 61 h 528"/>
                <a:gd name="T6" fmla="*/ 0 w 1733"/>
                <a:gd name="T7" fmla="*/ 467 h 528"/>
                <a:gd name="T8" fmla="*/ 61 w 1733"/>
                <a:gd name="T9" fmla="*/ 528 h 528"/>
                <a:gd name="T10" fmla="*/ 1673 w 1733"/>
                <a:gd name="T11" fmla="*/ 528 h 528"/>
                <a:gd name="T12" fmla="*/ 1733 w 1733"/>
                <a:gd name="T13" fmla="*/ 467 h 528"/>
                <a:gd name="T14" fmla="*/ 1733 w 1733"/>
                <a:gd name="T15" fmla="*/ 61 h 528"/>
                <a:gd name="T16" fmla="*/ 1673 w 1733"/>
                <a:gd name="T17" fmla="*/ 0 h 528"/>
                <a:gd name="T18" fmla="*/ 954 w 1733"/>
                <a:gd name="T19" fmla="*/ 153 h 528"/>
                <a:gd name="T20" fmla="*/ 1066 w 1733"/>
                <a:gd name="T21" fmla="*/ 264 h 528"/>
                <a:gd name="T22" fmla="*/ 954 w 1733"/>
                <a:gd name="T23" fmla="*/ 375 h 528"/>
                <a:gd name="T24" fmla="*/ 843 w 1733"/>
                <a:gd name="T25" fmla="*/ 264 h 528"/>
                <a:gd name="T26" fmla="*/ 954 w 1733"/>
                <a:gd name="T27" fmla="*/ 153 h 528"/>
                <a:gd name="T28" fmla="*/ 1198 w 1733"/>
                <a:gd name="T29" fmla="*/ 153 h 528"/>
                <a:gd name="T30" fmla="*/ 1309 w 1733"/>
                <a:gd name="T31" fmla="*/ 264 h 528"/>
                <a:gd name="T32" fmla="*/ 1198 w 1733"/>
                <a:gd name="T33" fmla="*/ 375 h 528"/>
                <a:gd name="T34" fmla="*/ 1087 w 1733"/>
                <a:gd name="T35" fmla="*/ 264 h 528"/>
                <a:gd name="T36" fmla="*/ 1198 w 1733"/>
                <a:gd name="T37" fmla="*/ 153 h 528"/>
                <a:gd name="T38" fmla="*/ 1442 w 1733"/>
                <a:gd name="T39" fmla="*/ 153 h 528"/>
                <a:gd name="T40" fmla="*/ 1553 w 1733"/>
                <a:gd name="T41" fmla="*/ 264 h 528"/>
                <a:gd name="T42" fmla="*/ 1442 w 1733"/>
                <a:gd name="T43" fmla="*/ 375 h 528"/>
                <a:gd name="T44" fmla="*/ 1331 w 1733"/>
                <a:gd name="T45" fmla="*/ 264 h 528"/>
                <a:gd name="T46" fmla="*/ 1442 w 1733"/>
                <a:gd name="T47" fmla="*/ 153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3" h="528">
                  <a:moveTo>
                    <a:pt x="1673" y="0"/>
                  </a:moveTo>
                  <a:cubicBezTo>
                    <a:pt x="61" y="0"/>
                    <a:pt x="61" y="0"/>
                    <a:pt x="61" y="0"/>
                  </a:cubicBezTo>
                  <a:cubicBezTo>
                    <a:pt x="27" y="0"/>
                    <a:pt x="0" y="28"/>
                    <a:pt x="0" y="61"/>
                  </a:cubicBezTo>
                  <a:cubicBezTo>
                    <a:pt x="0" y="467"/>
                    <a:pt x="0" y="467"/>
                    <a:pt x="0" y="467"/>
                  </a:cubicBezTo>
                  <a:cubicBezTo>
                    <a:pt x="0" y="500"/>
                    <a:pt x="27" y="528"/>
                    <a:pt x="61" y="528"/>
                  </a:cubicBezTo>
                  <a:cubicBezTo>
                    <a:pt x="1673" y="528"/>
                    <a:pt x="1673" y="528"/>
                    <a:pt x="1673" y="528"/>
                  </a:cubicBezTo>
                  <a:cubicBezTo>
                    <a:pt x="1706" y="528"/>
                    <a:pt x="1733" y="500"/>
                    <a:pt x="1733" y="467"/>
                  </a:cubicBezTo>
                  <a:cubicBezTo>
                    <a:pt x="1733" y="61"/>
                    <a:pt x="1733" y="61"/>
                    <a:pt x="1733" y="61"/>
                  </a:cubicBezTo>
                  <a:cubicBezTo>
                    <a:pt x="1733" y="28"/>
                    <a:pt x="1706" y="0"/>
                    <a:pt x="1673" y="0"/>
                  </a:cubicBezTo>
                  <a:close/>
                  <a:moveTo>
                    <a:pt x="954" y="153"/>
                  </a:moveTo>
                  <a:cubicBezTo>
                    <a:pt x="1016" y="153"/>
                    <a:pt x="1066" y="203"/>
                    <a:pt x="1066" y="264"/>
                  </a:cubicBezTo>
                  <a:cubicBezTo>
                    <a:pt x="1066" y="326"/>
                    <a:pt x="1016" y="375"/>
                    <a:pt x="954" y="375"/>
                  </a:cubicBezTo>
                  <a:cubicBezTo>
                    <a:pt x="893" y="375"/>
                    <a:pt x="843" y="326"/>
                    <a:pt x="843" y="264"/>
                  </a:cubicBezTo>
                  <a:cubicBezTo>
                    <a:pt x="843" y="203"/>
                    <a:pt x="893" y="153"/>
                    <a:pt x="954" y="153"/>
                  </a:cubicBezTo>
                  <a:close/>
                  <a:moveTo>
                    <a:pt x="1198" y="153"/>
                  </a:moveTo>
                  <a:cubicBezTo>
                    <a:pt x="1260" y="153"/>
                    <a:pt x="1309" y="203"/>
                    <a:pt x="1309" y="264"/>
                  </a:cubicBezTo>
                  <a:cubicBezTo>
                    <a:pt x="1309" y="326"/>
                    <a:pt x="1260" y="375"/>
                    <a:pt x="1198" y="375"/>
                  </a:cubicBezTo>
                  <a:cubicBezTo>
                    <a:pt x="1137" y="375"/>
                    <a:pt x="1087" y="326"/>
                    <a:pt x="1087" y="264"/>
                  </a:cubicBezTo>
                  <a:cubicBezTo>
                    <a:pt x="1087" y="203"/>
                    <a:pt x="1137" y="153"/>
                    <a:pt x="1198" y="153"/>
                  </a:cubicBezTo>
                  <a:close/>
                  <a:moveTo>
                    <a:pt x="1442" y="153"/>
                  </a:moveTo>
                  <a:cubicBezTo>
                    <a:pt x="1503" y="153"/>
                    <a:pt x="1553" y="203"/>
                    <a:pt x="1553" y="264"/>
                  </a:cubicBezTo>
                  <a:cubicBezTo>
                    <a:pt x="1553" y="326"/>
                    <a:pt x="1503" y="375"/>
                    <a:pt x="1442" y="375"/>
                  </a:cubicBezTo>
                  <a:cubicBezTo>
                    <a:pt x="1380" y="375"/>
                    <a:pt x="1331" y="326"/>
                    <a:pt x="1331" y="264"/>
                  </a:cubicBezTo>
                  <a:cubicBezTo>
                    <a:pt x="1331" y="203"/>
                    <a:pt x="1380" y="153"/>
                    <a:pt x="1442" y="153"/>
                  </a:cubicBezTo>
                  <a:close/>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3" name="Line 39">
              <a:extLst>
                <a:ext uri="{FF2B5EF4-FFF2-40B4-BE49-F238E27FC236}">
                  <a16:creationId xmlns:a16="http://schemas.microsoft.com/office/drawing/2014/main" id="{93569A94-57E1-6C4D-4D27-A7C8796C917F}"/>
                </a:ext>
              </a:extLst>
            </p:cNvPr>
            <p:cNvSpPr>
              <a:spLocks noChangeShapeType="1"/>
            </p:cNvSpPr>
            <p:nvPr/>
          </p:nvSpPr>
          <p:spPr bwMode="auto">
            <a:xfrm>
              <a:off x="1932" y="848"/>
              <a:ext cx="428" cy="1458"/>
            </a:xfrm>
            <a:prstGeom prst="line">
              <a:avLst/>
            </a:prstGeom>
            <a:noFill/>
            <a:ln w="15875"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4" name="Line 40">
              <a:extLst>
                <a:ext uri="{FF2B5EF4-FFF2-40B4-BE49-F238E27FC236}">
                  <a16:creationId xmlns:a16="http://schemas.microsoft.com/office/drawing/2014/main" id="{33B521F7-EFD6-78F3-EA98-5259927EDCE5}"/>
                </a:ext>
              </a:extLst>
            </p:cNvPr>
            <p:cNvSpPr>
              <a:spLocks noChangeShapeType="1"/>
            </p:cNvSpPr>
            <p:nvPr/>
          </p:nvSpPr>
          <p:spPr bwMode="auto">
            <a:xfrm flipV="1">
              <a:off x="5318" y="848"/>
              <a:ext cx="427" cy="1458"/>
            </a:xfrm>
            <a:prstGeom prst="line">
              <a:avLst/>
            </a:prstGeom>
            <a:noFill/>
            <a:ln w="15875"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5" name="Freeform 41">
              <a:extLst>
                <a:ext uri="{FF2B5EF4-FFF2-40B4-BE49-F238E27FC236}">
                  <a16:creationId xmlns:a16="http://schemas.microsoft.com/office/drawing/2014/main" id="{A6AF1D19-1FB3-3111-150F-D806EC8DEC1D}"/>
                </a:ext>
              </a:extLst>
            </p:cNvPr>
            <p:cNvSpPr>
              <a:spLocks/>
            </p:cNvSpPr>
            <p:nvPr/>
          </p:nvSpPr>
          <p:spPr bwMode="auto">
            <a:xfrm>
              <a:off x="2922" y="529"/>
              <a:ext cx="1966" cy="544"/>
            </a:xfrm>
            <a:custGeom>
              <a:avLst/>
              <a:gdLst>
                <a:gd name="T0" fmla="*/ 0 w 828"/>
                <a:gd name="T1" fmla="*/ 229 h 229"/>
                <a:gd name="T2" fmla="*/ 828 w 828"/>
                <a:gd name="T3" fmla="*/ 229 h 229"/>
              </a:gdLst>
              <a:ahLst/>
              <a:cxnLst>
                <a:cxn ang="0">
                  <a:pos x="T0" y="T1"/>
                </a:cxn>
                <a:cxn ang="0">
                  <a:pos x="T2" y="T3"/>
                </a:cxn>
              </a:cxnLst>
              <a:rect l="0" t="0" r="r" b="b"/>
              <a:pathLst>
                <a:path w="828" h="229">
                  <a:moveTo>
                    <a:pt x="0" y="229"/>
                  </a:moveTo>
                  <a:cubicBezTo>
                    <a:pt x="229" y="0"/>
                    <a:pt x="600" y="0"/>
                    <a:pt x="828" y="229"/>
                  </a:cubicBezTo>
                </a:path>
              </a:pathLst>
            </a:custGeom>
            <a:noFill/>
            <a:ln w="15875" cap="flat">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6" name="Freeform 42">
              <a:extLst>
                <a:ext uri="{FF2B5EF4-FFF2-40B4-BE49-F238E27FC236}">
                  <a16:creationId xmlns:a16="http://schemas.microsoft.com/office/drawing/2014/main" id="{085A800F-F344-BC19-A71E-F9814D158FB2}"/>
                </a:ext>
              </a:extLst>
            </p:cNvPr>
            <p:cNvSpPr>
              <a:spLocks/>
            </p:cNvSpPr>
            <p:nvPr/>
          </p:nvSpPr>
          <p:spPr bwMode="auto">
            <a:xfrm>
              <a:off x="3212" y="978"/>
              <a:ext cx="1389" cy="385"/>
            </a:xfrm>
            <a:custGeom>
              <a:avLst/>
              <a:gdLst>
                <a:gd name="T0" fmla="*/ 0 w 585"/>
                <a:gd name="T1" fmla="*/ 162 h 162"/>
                <a:gd name="T2" fmla="*/ 585 w 585"/>
                <a:gd name="T3" fmla="*/ 162 h 162"/>
              </a:gdLst>
              <a:ahLst/>
              <a:cxnLst>
                <a:cxn ang="0">
                  <a:pos x="T0" y="T1"/>
                </a:cxn>
                <a:cxn ang="0">
                  <a:pos x="T2" y="T3"/>
                </a:cxn>
              </a:cxnLst>
              <a:rect l="0" t="0" r="r" b="b"/>
              <a:pathLst>
                <a:path w="585" h="162">
                  <a:moveTo>
                    <a:pt x="0" y="162"/>
                  </a:moveTo>
                  <a:cubicBezTo>
                    <a:pt x="161" y="0"/>
                    <a:pt x="423" y="0"/>
                    <a:pt x="585" y="162"/>
                  </a:cubicBezTo>
                </a:path>
              </a:pathLst>
            </a:custGeom>
            <a:noFill/>
            <a:ln w="15875"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7" name="Freeform 43">
              <a:extLst>
                <a:ext uri="{FF2B5EF4-FFF2-40B4-BE49-F238E27FC236}">
                  <a16:creationId xmlns:a16="http://schemas.microsoft.com/office/drawing/2014/main" id="{CA88BFF2-8A1F-E7BB-D8CF-52DA6771EEB8}"/>
                </a:ext>
              </a:extLst>
            </p:cNvPr>
            <p:cNvSpPr>
              <a:spLocks/>
            </p:cNvSpPr>
            <p:nvPr/>
          </p:nvSpPr>
          <p:spPr bwMode="auto">
            <a:xfrm>
              <a:off x="3516" y="1451"/>
              <a:ext cx="781" cy="216"/>
            </a:xfrm>
            <a:custGeom>
              <a:avLst/>
              <a:gdLst>
                <a:gd name="T0" fmla="*/ 0 w 329"/>
                <a:gd name="T1" fmla="*/ 91 h 91"/>
                <a:gd name="T2" fmla="*/ 329 w 329"/>
                <a:gd name="T3" fmla="*/ 91 h 91"/>
              </a:gdLst>
              <a:ahLst/>
              <a:cxnLst>
                <a:cxn ang="0">
                  <a:pos x="T0" y="T1"/>
                </a:cxn>
                <a:cxn ang="0">
                  <a:pos x="T2" y="T3"/>
                </a:cxn>
              </a:cxnLst>
              <a:rect l="0" t="0" r="r" b="b"/>
              <a:pathLst>
                <a:path w="329" h="91">
                  <a:moveTo>
                    <a:pt x="0" y="91"/>
                  </a:moveTo>
                  <a:cubicBezTo>
                    <a:pt x="91" y="0"/>
                    <a:pt x="238" y="0"/>
                    <a:pt x="329" y="91"/>
                  </a:cubicBezTo>
                </a:path>
              </a:pathLst>
            </a:custGeom>
            <a:noFill/>
            <a:ln w="1587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grpSp>
        <p:nvGrpSpPr>
          <p:cNvPr id="115" name="Group 59">
            <a:extLst>
              <a:ext uri="{FF2B5EF4-FFF2-40B4-BE49-F238E27FC236}">
                <a16:creationId xmlns:a16="http://schemas.microsoft.com/office/drawing/2014/main" id="{D0665556-52A1-A303-C9B7-5BF261CD7043}"/>
              </a:ext>
            </a:extLst>
          </p:cNvPr>
          <p:cNvGrpSpPr>
            <a:grpSpLocks noChangeAspect="1"/>
          </p:cNvGrpSpPr>
          <p:nvPr/>
        </p:nvGrpSpPr>
        <p:grpSpPr bwMode="auto">
          <a:xfrm>
            <a:off x="3568926" y="5017601"/>
            <a:ext cx="425124" cy="424592"/>
            <a:chOff x="2643" y="962"/>
            <a:chExt cx="2399" cy="2396"/>
          </a:xfrm>
        </p:grpSpPr>
        <p:sp>
          <p:nvSpPr>
            <p:cNvPr id="117" name="Freeform 60">
              <a:extLst>
                <a:ext uri="{FF2B5EF4-FFF2-40B4-BE49-F238E27FC236}">
                  <a16:creationId xmlns:a16="http://schemas.microsoft.com/office/drawing/2014/main" id="{15159EF2-36AA-8C74-AF4B-F311E7D9CDA1}"/>
                </a:ext>
              </a:extLst>
            </p:cNvPr>
            <p:cNvSpPr>
              <a:spLocks/>
            </p:cNvSpPr>
            <p:nvPr/>
          </p:nvSpPr>
          <p:spPr bwMode="auto">
            <a:xfrm>
              <a:off x="4186" y="2512"/>
              <a:ext cx="856" cy="836"/>
            </a:xfrm>
            <a:custGeom>
              <a:avLst/>
              <a:gdLst>
                <a:gd name="T0" fmla="*/ 0 w 856"/>
                <a:gd name="T1" fmla="*/ 0 h 836"/>
                <a:gd name="T2" fmla="*/ 856 w 856"/>
                <a:gd name="T3" fmla="*/ 836 h 836"/>
                <a:gd name="T4" fmla="*/ 124 w 856"/>
                <a:gd name="T5" fmla="*/ 836 h 836"/>
                <a:gd name="T6" fmla="*/ 856 w 856"/>
                <a:gd name="T7" fmla="*/ 836 h 836"/>
                <a:gd name="T8" fmla="*/ 842 w 856"/>
                <a:gd name="T9" fmla="*/ 126 h 836"/>
              </a:gdLst>
              <a:ahLst/>
              <a:cxnLst>
                <a:cxn ang="0">
                  <a:pos x="T0" y="T1"/>
                </a:cxn>
                <a:cxn ang="0">
                  <a:pos x="T2" y="T3"/>
                </a:cxn>
                <a:cxn ang="0">
                  <a:pos x="T4" y="T5"/>
                </a:cxn>
                <a:cxn ang="0">
                  <a:pos x="T6" y="T7"/>
                </a:cxn>
                <a:cxn ang="0">
                  <a:pos x="T8" y="T9"/>
                </a:cxn>
              </a:cxnLst>
              <a:rect l="0" t="0" r="r" b="b"/>
              <a:pathLst>
                <a:path w="856" h="836">
                  <a:moveTo>
                    <a:pt x="0" y="0"/>
                  </a:moveTo>
                  <a:lnTo>
                    <a:pt x="856" y="836"/>
                  </a:lnTo>
                  <a:lnTo>
                    <a:pt x="124" y="836"/>
                  </a:lnTo>
                  <a:lnTo>
                    <a:pt x="856" y="836"/>
                  </a:lnTo>
                  <a:lnTo>
                    <a:pt x="842" y="126"/>
                  </a:lnTo>
                </a:path>
              </a:pathLst>
            </a:custGeom>
            <a:noFill/>
            <a:ln w="15875"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18" name="Freeform 61">
              <a:extLst>
                <a:ext uri="{FF2B5EF4-FFF2-40B4-BE49-F238E27FC236}">
                  <a16:creationId xmlns:a16="http://schemas.microsoft.com/office/drawing/2014/main" id="{FC5D6E8F-CFF7-5662-CBCA-4C1481BA79AE}"/>
                </a:ext>
              </a:extLst>
            </p:cNvPr>
            <p:cNvSpPr>
              <a:spLocks/>
            </p:cNvSpPr>
            <p:nvPr/>
          </p:nvSpPr>
          <p:spPr bwMode="auto">
            <a:xfrm>
              <a:off x="2643" y="971"/>
              <a:ext cx="732" cy="709"/>
            </a:xfrm>
            <a:custGeom>
              <a:avLst/>
              <a:gdLst>
                <a:gd name="T0" fmla="*/ 699 w 732"/>
                <a:gd name="T1" fmla="*/ 678 h 709"/>
                <a:gd name="T2" fmla="*/ 0 w 732"/>
                <a:gd name="T3" fmla="*/ 0 h 709"/>
                <a:gd name="T4" fmla="*/ 732 w 732"/>
                <a:gd name="T5" fmla="*/ 0 h 709"/>
                <a:gd name="T6" fmla="*/ 0 w 732"/>
                <a:gd name="T7" fmla="*/ 0 h 709"/>
                <a:gd name="T8" fmla="*/ 14 w 732"/>
                <a:gd name="T9" fmla="*/ 709 h 709"/>
              </a:gdLst>
              <a:ahLst/>
              <a:cxnLst>
                <a:cxn ang="0">
                  <a:pos x="T0" y="T1"/>
                </a:cxn>
                <a:cxn ang="0">
                  <a:pos x="T2" y="T3"/>
                </a:cxn>
                <a:cxn ang="0">
                  <a:pos x="T4" y="T5"/>
                </a:cxn>
                <a:cxn ang="0">
                  <a:pos x="T6" y="T7"/>
                </a:cxn>
                <a:cxn ang="0">
                  <a:pos x="T8" y="T9"/>
                </a:cxn>
              </a:cxnLst>
              <a:rect l="0" t="0" r="r" b="b"/>
              <a:pathLst>
                <a:path w="732" h="709">
                  <a:moveTo>
                    <a:pt x="699" y="678"/>
                  </a:moveTo>
                  <a:lnTo>
                    <a:pt x="0" y="0"/>
                  </a:lnTo>
                  <a:lnTo>
                    <a:pt x="732" y="0"/>
                  </a:lnTo>
                  <a:lnTo>
                    <a:pt x="0" y="0"/>
                  </a:lnTo>
                  <a:lnTo>
                    <a:pt x="14" y="709"/>
                  </a:lnTo>
                </a:path>
              </a:pathLst>
            </a:custGeom>
            <a:noFill/>
            <a:ln w="15875"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19" name="Freeform 62">
              <a:extLst>
                <a:ext uri="{FF2B5EF4-FFF2-40B4-BE49-F238E27FC236}">
                  <a16:creationId xmlns:a16="http://schemas.microsoft.com/office/drawing/2014/main" id="{0C2707A1-8007-01BA-8FAE-96956C003568}"/>
                </a:ext>
              </a:extLst>
            </p:cNvPr>
            <p:cNvSpPr>
              <a:spLocks/>
            </p:cNvSpPr>
            <p:nvPr/>
          </p:nvSpPr>
          <p:spPr bwMode="auto">
            <a:xfrm>
              <a:off x="4322" y="962"/>
              <a:ext cx="710" cy="730"/>
            </a:xfrm>
            <a:custGeom>
              <a:avLst/>
              <a:gdLst>
                <a:gd name="T0" fmla="*/ 23 w 710"/>
                <a:gd name="T1" fmla="*/ 699 h 730"/>
                <a:gd name="T2" fmla="*/ 710 w 710"/>
                <a:gd name="T3" fmla="*/ 0 h 730"/>
                <a:gd name="T4" fmla="*/ 710 w 710"/>
                <a:gd name="T5" fmla="*/ 730 h 730"/>
                <a:gd name="T6" fmla="*/ 710 w 710"/>
                <a:gd name="T7" fmla="*/ 0 h 730"/>
                <a:gd name="T8" fmla="*/ 0 w 710"/>
                <a:gd name="T9" fmla="*/ 12 h 730"/>
              </a:gdLst>
              <a:ahLst/>
              <a:cxnLst>
                <a:cxn ang="0">
                  <a:pos x="T0" y="T1"/>
                </a:cxn>
                <a:cxn ang="0">
                  <a:pos x="T2" y="T3"/>
                </a:cxn>
                <a:cxn ang="0">
                  <a:pos x="T4" y="T5"/>
                </a:cxn>
                <a:cxn ang="0">
                  <a:pos x="T6" y="T7"/>
                </a:cxn>
                <a:cxn ang="0">
                  <a:pos x="T8" y="T9"/>
                </a:cxn>
              </a:cxnLst>
              <a:rect l="0" t="0" r="r" b="b"/>
              <a:pathLst>
                <a:path w="710" h="730">
                  <a:moveTo>
                    <a:pt x="23" y="699"/>
                  </a:moveTo>
                  <a:lnTo>
                    <a:pt x="710" y="0"/>
                  </a:lnTo>
                  <a:lnTo>
                    <a:pt x="710" y="730"/>
                  </a:lnTo>
                  <a:lnTo>
                    <a:pt x="710" y="0"/>
                  </a:lnTo>
                  <a:lnTo>
                    <a:pt x="0" y="12"/>
                  </a:lnTo>
                </a:path>
              </a:pathLst>
            </a:custGeom>
            <a:noFill/>
            <a:ln w="15875"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0" name="Freeform 63">
              <a:extLst>
                <a:ext uri="{FF2B5EF4-FFF2-40B4-BE49-F238E27FC236}">
                  <a16:creationId xmlns:a16="http://schemas.microsoft.com/office/drawing/2014/main" id="{F50ADA64-101B-1C0E-248A-0A827055A2F5}"/>
                </a:ext>
              </a:extLst>
            </p:cNvPr>
            <p:cNvSpPr>
              <a:spLocks/>
            </p:cNvSpPr>
            <p:nvPr/>
          </p:nvSpPr>
          <p:spPr bwMode="auto">
            <a:xfrm>
              <a:off x="2652" y="2507"/>
              <a:ext cx="833" cy="851"/>
            </a:xfrm>
            <a:custGeom>
              <a:avLst/>
              <a:gdLst>
                <a:gd name="T0" fmla="*/ 833 w 833"/>
                <a:gd name="T1" fmla="*/ 0 h 851"/>
                <a:gd name="T2" fmla="*/ 0 w 833"/>
                <a:gd name="T3" fmla="*/ 851 h 851"/>
                <a:gd name="T4" fmla="*/ 0 w 833"/>
                <a:gd name="T5" fmla="*/ 121 h 851"/>
                <a:gd name="T6" fmla="*/ 0 w 833"/>
                <a:gd name="T7" fmla="*/ 851 h 851"/>
                <a:gd name="T8" fmla="*/ 711 w 833"/>
                <a:gd name="T9" fmla="*/ 837 h 851"/>
              </a:gdLst>
              <a:ahLst/>
              <a:cxnLst>
                <a:cxn ang="0">
                  <a:pos x="T0" y="T1"/>
                </a:cxn>
                <a:cxn ang="0">
                  <a:pos x="T2" y="T3"/>
                </a:cxn>
                <a:cxn ang="0">
                  <a:pos x="T4" y="T5"/>
                </a:cxn>
                <a:cxn ang="0">
                  <a:pos x="T6" y="T7"/>
                </a:cxn>
                <a:cxn ang="0">
                  <a:pos x="T8" y="T9"/>
                </a:cxn>
              </a:cxnLst>
              <a:rect l="0" t="0" r="r" b="b"/>
              <a:pathLst>
                <a:path w="833" h="851">
                  <a:moveTo>
                    <a:pt x="833" y="0"/>
                  </a:moveTo>
                  <a:lnTo>
                    <a:pt x="0" y="851"/>
                  </a:lnTo>
                  <a:lnTo>
                    <a:pt x="0" y="121"/>
                  </a:lnTo>
                  <a:lnTo>
                    <a:pt x="0" y="851"/>
                  </a:lnTo>
                  <a:lnTo>
                    <a:pt x="711" y="837"/>
                  </a:lnTo>
                </a:path>
              </a:pathLst>
            </a:custGeom>
            <a:noFill/>
            <a:ln w="15875"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1" name="Freeform 64">
              <a:extLst>
                <a:ext uri="{FF2B5EF4-FFF2-40B4-BE49-F238E27FC236}">
                  <a16:creationId xmlns:a16="http://schemas.microsoft.com/office/drawing/2014/main" id="{9AEFC2CC-5305-D313-44D2-A5040B4CCBB8}"/>
                </a:ext>
              </a:extLst>
            </p:cNvPr>
            <p:cNvSpPr>
              <a:spLocks/>
            </p:cNvSpPr>
            <p:nvPr/>
          </p:nvSpPr>
          <p:spPr bwMode="auto">
            <a:xfrm>
              <a:off x="3492" y="2286"/>
              <a:ext cx="701" cy="311"/>
            </a:xfrm>
            <a:custGeom>
              <a:avLst/>
              <a:gdLst>
                <a:gd name="T0" fmla="*/ 295 w 295"/>
                <a:gd name="T1" fmla="*/ 0 h 131"/>
                <a:gd name="T2" fmla="*/ 295 w 295"/>
                <a:gd name="T3" fmla="*/ 80 h 131"/>
                <a:gd name="T4" fmla="*/ 244 w 295"/>
                <a:gd name="T5" fmla="*/ 131 h 131"/>
                <a:gd name="T6" fmla="*/ 51 w 295"/>
                <a:gd name="T7" fmla="*/ 131 h 131"/>
                <a:gd name="T8" fmla="*/ 0 w 295"/>
                <a:gd name="T9" fmla="*/ 80 h 131"/>
                <a:gd name="T10" fmla="*/ 0 w 295"/>
                <a:gd name="T11" fmla="*/ 0 h 131"/>
              </a:gdLst>
              <a:ahLst/>
              <a:cxnLst>
                <a:cxn ang="0">
                  <a:pos x="T0" y="T1"/>
                </a:cxn>
                <a:cxn ang="0">
                  <a:pos x="T2" y="T3"/>
                </a:cxn>
                <a:cxn ang="0">
                  <a:pos x="T4" y="T5"/>
                </a:cxn>
                <a:cxn ang="0">
                  <a:pos x="T6" y="T7"/>
                </a:cxn>
                <a:cxn ang="0">
                  <a:pos x="T8" y="T9"/>
                </a:cxn>
                <a:cxn ang="0">
                  <a:pos x="T10" y="T11"/>
                </a:cxn>
              </a:cxnLst>
              <a:rect l="0" t="0" r="r" b="b"/>
              <a:pathLst>
                <a:path w="295" h="131">
                  <a:moveTo>
                    <a:pt x="295" y="0"/>
                  </a:moveTo>
                  <a:cubicBezTo>
                    <a:pt x="295" y="80"/>
                    <a:pt x="295" y="80"/>
                    <a:pt x="295" y="80"/>
                  </a:cubicBezTo>
                  <a:cubicBezTo>
                    <a:pt x="295" y="108"/>
                    <a:pt x="272" y="131"/>
                    <a:pt x="244" y="131"/>
                  </a:cubicBezTo>
                  <a:cubicBezTo>
                    <a:pt x="51" y="131"/>
                    <a:pt x="51" y="131"/>
                    <a:pt x="51" y="131"/>
                  </a:cubicBezTo>
                  <a:cubicBezTo>
                    <a:pt x="23" y="131"/>
                    <a:pt x="0" y="108"/>
                    <a:pt x="0" y="80"/>
                  </a:cubicBezTo>
                  <a:cubicBezTo>
                    <a:pt x="0" y="0"/>
                    <a:pt x="0" y="0"/>
                    <a:pt x="0" y="0"/>
                  </a:cubicBez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2" name="Freeform 65">
              <a:extLst>
                <a:ext uri="{FF2B5EF4-FFF2-40B4-BE49-F238E27FC236}">
                  <a16:creationId xmlns:a16="http://schemas.microsoft.com/office/drawing/2014/main" id="{EDC6A094-08A3-57FE-6CCF-64386B10AB7B}"/>
                </a:ext>
              </a:extLst>
            </p:cNvPr>
            <p:cNvSpPr>
              <a:spLocks/>
            </p:cNvSpPr>
            <p:nvPr/>
          </p:nvSpPr>
          <p:spPr bwMode="auto">
            <a:xfrm>
              <a:off x="3554" y="2595"/>
              <a:ext cx="577" cy="264"/>
            </a:xfrm>
            <a:custGeom>
              <a:avLst/>
              <a:gdLst>
                <a:gd name="T0" fmla="*/ 243 w 243"/>
                <a:gd name="T1" fmla="*/ 0 h 111"/>
                <a:gd name="T2" fmla="*/ 243 w 243"/>
                <a:gd name="T3" fmla="*/ 77 h 111"/>
                <a:gd name="T4" fmla="*/ 208 w 243"/>
                <a:gd name="T5" fmla="*/ 111 h 111"/>
                <a:gd name="T6" fmla="*/ 35 w 243"/>
                <a:gd name="T7" fmla="*/ 111 h 111"/>
                <a:gd name="T8" fmla="*/ 0 w 243"/>
                <a:gd name="T9" fmla="*/ 77 h 111"/>
                <a:gd name="T10" fmla="*/ 0 w 243"/>
                <a:gd name="T11" fmla="*/ 0 h 111"/>
              </a:gdLst>
              <a:ahLst/>
              <a:cxnLst>
                <a:cxn ang="0">
                  <a:pos x="T0" y="T1"/>
                </a:cxn>
                <a:cxn ang="0">
                  <a:pos x="T2" y="T3"/>
                </a:cxn>
                <a:cxn ang="0">
                  <a:pos x="T4" y="T5"/>
                </a:cxn>
                <a:cxn ang="0">
                  <a:pos x="T6" y="T7"/>
                </a:cxn>
                <a:cxn ang="0">
                  <a:pos x="T8" y="T9"/>
                </a:cxn>
                <a:cxn ang="0">
                  <a:pos x="T10" y="T11"/>
                </a:cxn>
              </a:cxnLst>
              <a:rect l="0" t="0" r="r" b="b"/>
              <a:pathLst>
                <a:path w="243" h="111">
                  <a:moveTo>
                    <a:pt x="243" y="0"/>
                  </a:moveTo>
                  <a:cubicBezTo>
                    <a:pt x="243" y="77"/>
                    <a:pt x="243" y="77"/>
                    <a:pt x="243" y="77"/>
                  </a:cubicBezTo>
                  <a:cubicBezTo>
                    <a:pt x="243" y="96"/>
                    <a:pt x="227" y="111"/>
                    <a:pt x="208" y="111"/>
                  </a:cubicBezTo>
                  <a:cubicBezTo>
                    <a:pt x="35" y="111"/>
                    <a:pt x="35" y="111"/>
                    <a:pt x="35" y="111"/>
                  </a:cubicBezTo>
                  <a:cubicBezTo>
                    <a:pt x="16" y="111"/>
                    <a:pt x="0" y="96"/>
                    <a:pt x="0" y="77"/>
                  </a:cubicBezTo>
                  <a:cubicBezTo>
                    <a:pt x="0" y="0"/>
                    <a:pt x="0" y="0"/>
                    <a:pt x="0" y="0"/>
                  </a:cubicBez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3" name="Freeform 66">
              <a:extLst>
                <a:ext uri="{FF2B5EF4-FFF2-40B4-BE49-F238E27FC236}">
                  <a16:creationId xmlns:a16="http://schemas.microsoft.com/office/drawing/2014/main" id="{B0027F6B-1669-4576-AA7E-EFFD37BFD9DA}"/>
                </a:ext>
              </a:extLst>
            </p:cNvPr>
            <p:cNvSpPr>
              <a:spLocks/>
            </p:cNvSpPr>
            <p:nvPr/>
          </p:nvSpPr>
          <p:spPr bwMode="auto">
            <a:xfrm>
              <a:off x="3684" y="2861"/>
              <a:ext cx="317" cy="133"/>
            </a:xfrm>
            <a:custGeom>
              <a:avLst/>
              <a:gdLst>
                <a:gd name="T0" fmla="*/ 0 w 317"/>
                <a:gd name="T1" fmla="*/ 0 h 133"/>
                <a:gd name="T2" fmla="*/ 0 w 317"/>
                <a:gd name="T3" fmla="*/ 133 h 133"/>
                <a:gd name="T4" fmla="*/ 317 w 317"/>
                <a:gd name="T5" fmla="*/ 133 h 133"/>
                <a:gd name="T6" fmla="*/ 317 w 317"/>
                <a:gd name="T7" fmla="*/ 0 h 133"/>
              </a:gdLst>
              <a:ahLst/>
              <a:cxnLst>
                <a:cxn ang="0">
                  <a:pos x="T0" y="T1"/>
                </a:cxn>
                <a:cxn ang="0">
                  <a:pos x="T2" y="T3"/>
                </a:cxn>
                <a:cxn ang="0">
                  <a:pos x="T4" y="T5"/>
                </a:cxn>
                <a:cxn ang="0">
                  <a:pos x="T6" y="T7"/>
                </a:cxn>
              </a:cxnLst>
              <a:rect l="0" t="0" r="r" b="b"/>
              <a:pathLst>
                <a:path w="317" h="133">
                  <a:moveTo>
                    <a:pt x="0" y="0"/>
                  </a:moveTo>
                  <a:lnTo>
                    <a:pt x="0" y="133"/>
                  </a:lnTo>
                  <a:lnTo>
                    <a:pt x="317" y="133"/>
                  </a:lnTo>
                  <a:lnTo>
                    <a:pt x="317" y="0"/>
                  </a:ln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4" name="Freeform 67">
              <a:extLst>
                <a:ext uri="{FF2B5EF4-FFF2-40B4-BE49-F238E27FC236}">
                  <a16:creationId xmlns:a16="http://schemas.microsoft.com/office/drawing/2014/main" id="{FA7B32F6-3AC2-2F4B-AD45-6DA0BD11FBAD}"/>
                </a:ext>
              </a:extLst>
            </p:cNvPr>
            <p:cNvSpPr>
              <a:spLocks/>
            </p:cNvSpPr>
            <p:nvPr/>
          </p:nvSpPr>
          <p:spPr bwMode="auto">
            <a:xfrm>
              <a:off x="3684" y="1891"/>
              <a:ext cx="317" cy="133"/>
            </a:xfrm>
            <a:custGeom>
              <a:avLst/>
              <a:gdLst>
                <a:gd name="T0" fmla="*/ 0 w 317"/>
                <a:gd name="T1" fmla="*/ 0 h 133"/>
                <a:gd name="T2" fmla="*/ 0 w 317"/>
                <a:gd name="T3" fmla="*/ 133 h 133"/>
                <a:gd name="T4" fmla="*/ 317 w 317"/>
                <a:gd name="T5" fmla="*/ 133 h 133"/>
                <a:gd name="T6" fmla="*/ 317 w 317"/>
                <a:gd name="T7" fmla="*/ 0 h 133"/>
              </a:gdLst>
              <a:ahLst/>
              <a:cxnLst>
                <a:cxn ang="0">
                  <a:pos x="T0" y="T1"/>
                </a:cxn>
                <a:cxn ang="0">
                  <a:pos x="T2" y="T3"/>
                </a:cxn>
                <a:cxn ang="0">
                  <a:pos x="T4" y="T5"/>
                </a:cxn>
                <a:cxn ang="0">
                  <a:pos x="T6" y="T7"/>
                </a:cxn>
              </a:cxnLst>
              <a:rect l="0" t="0" r="r" b="b"/>
              <a:pathLst>
                <a:path w="317" h="133">
                  <a:moveTo>
                    <a:pt x="0" y="0"/>
                  </a:moveTo>
                  <a:lnTo>
                    <a:pt x="0" y="133"/>
                  </a:lnTo>
                  <a:lnTo>
                    <a:pt x="317" y="133"/>
                  </a:lnTo>
                  <a:lnTo>
                    <a:pt x="317" y="0"/>
                  </a:ln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5" name="Line 68">
              <a:extLst>
                <a:ext uri="{FF2B5EF4-FFF2-40B4-BE49-F238E27FC236}">
                  <a16:creationId xmlns:a16="http://schemas.microsoft.com/office/drawing/2014/main" id="{6EC4B6F1-5975-2B05-CDE9-08CAAAA4D134}"/>
                </a:ext>
              </a:extLst>
            </p:cNvPr>
            <p:cNvSpPr>
              <a:spLocks noChangeShapeType="1"/>
            </p:cNvSpPr>
            <p:nvPr/>
          </p:nvSpPr>
          <p:spPr bwMode="auto">
            <a:xfrm>
              <a:off x="3844" y="1887"/>
              <a:ext cx="0" cy="962"/>
            </a:xfrm>
            <a:prstGeom prst="line">
              <a:avLst/>
            </a:prstGeom>
            <a:noFill/>
            <a:ln w="15875"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6" name="Freeform 69">
              <a:extLst>
                <a:ext uri="{FF2B5EF4-FFF2-40B4-BE49-F238E27FC236}">
                  <a16:creationId xmlns:a16="http://schemas.microsoft.com/office/drawing/2014/main" id="{68907368-0CCE-52CB-FFA3-5A5BD5ADCDC4}"/>
                </a:ext>
              </a:extLst>
            </p:cNvPr>
            <p:cNvSpPr>
              <a:spLocks/>
            </p:cNvSpPr>
            <p:nvPr/>
          </p:nvSpPr>
          <p:spPr bwMode="auto">
            <a:xfrm>
              <a:off x="3299" y="1323"/>
              <a:ext cx="1087" cy="984"/>
            </a:xfrm>
            <a:custGeom>
              <a:avLst/>
              <a:gdLst>
                <a:gd name="T0" fmla="*/ 81 w 457"/>
                <a:gd name="T1" fmla="*/ 414 h 414"/>
                <a:gd name="T2" fmla="*/ 81 w 457"/>
                <a:gd name="T3" fmla="*/ 405 h 414"/>
                <a:gd name="T4" fmla="*/ 0 w 457"/>
                <a:gd name="T5" fmla="*/ 229 h 414"/>
                <a:gd name="T6" fmla="*/ 229 w 457"/>
                <a:gd name="T7" fmla="*/ 0 h 414"/>
                <a:gd name="T8" fmla="*/ 457 w 457"/>
                <a:gd name="T9" fmla="*/ 229 h 414"/>
                <a:gd name="T10" fmla="*/ 376 w 457"/>
                <a:gd name="T11" fmla="*/ 405 h 414"/>
                <a:gd name="T12" fmla="*/ 376 w 457"/>
                <a:gd name="T13" fmla="*/ 414 h 414"/>
              </a:gdLst>
              <a:ahLst/>
              <a:cxnLst>
                <a:cxn ang="0">
                  <a:pos x="T0" y="T1"/>
                </a:cxn>
                <a:cxn ang="0">
                  <a:pos x="T2" y="T3"/>
                </a:cxn>
                <a:cxn ang="0">
                  <a:pos x="T4" y="T5"/>
                </a:cxn>
                <a:cxn ang="0">
                  <a:pos x="T6" y="T7"/>
                </a:cxn>
                <a:cxn ang="0">
                  <a:pos x="T8" y="T9"/>
                </a:cxn>
                <a:cxn ang="0">
                  <a:pos x="T10" y="T11"/>
                </a:cxn>
                <a:cxn ang="0">
                  <a:pos x="T12" y="T13"/>
                </a:cxn>
              </a:cxnLst>
              <a:rect l="0" t="0" r="r" b="b"/>
              <a:pathLst>
                <a:path w="457" h="414">
                  <a:moveTo>
                    <a:pt x="81" y="414"/>
                  </a:moveTo>
                  <a:cubicBezTo>
                    <a:pt x="81" y="405"/>
                    <a:pt x="81" y="405"/>
                    <a:pt x="81" y="405"/>
                  </a:cubicBezTo>
                  <a:cubicBezTo>
                    <a:pt x="31" y="363"/>
                    <a:pt x="0" y="300"/>
                    <a:pt x="0" y="229"/>
                  </a:cubicBezTo>
                  <a:cubicBezTo>
                    <a:pt x="0" y="103"/>
                    <a:pt x="102" y="0"/>
                    <a:pt x="229" y="0"/>
                  </a:cubicBezTo>
                  <a:cubicBezTo>
                    <a:pt x="355" y="0"/>
                    <a:pt x="457" y="103"/>
                    <a:pt x="457" y="229"/>
                  </a:cubicBezTo>
                  <a:cubicBezTo>
                    <a:pt x="457" y="300"/>
                    <a:pt x="426" y="363"/>
                    <a:pt x="376" y="405"/>
                  </a:cubicBezTo>
                  <a:cubicBezTo>
                    <a:pt x="376" y="414"/>
                    <a:pt x="376" y="414"/>
                    <a:pt x="376" y="414"/>
                  </a:cubicBezTo>
                </a:path>
              </a:pathLst>
            </a:custGeom>
            <a:noFill/>
            <a:ln w="15875"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cxnSp>
        <p:nvCxnSpPr>
          <p:cNvPr id="10" name="Straight Connector 9">
            <a:extLst>
              <a:ext uri="{FF2B5EF4-FFF2-40B4-BE49-F238E27FC236}">
                <a16:creationId xmlns:a16="http://schemas.microsoft.com/office/drawing/2014/main" id="{6FB73F05-2680-1878-0131-B753EDFCD52F}"/>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036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05473-912C-FDB7-F019-D062DAFC5F15}"/>
            </a:ext>
          </a:extLst>
        </p:cNvPr>
        <p:cNvGrpSpPr/>
        <p:nvPr/>
      </p:nvGrpSpPr>
      <p:grpSpPr>
        <a:xfrm>
          <a:off x="0" y="0"/>
          <a:ext cx="0" cy="0"/>
          <a:chOff x="0" y="0"/>
          <a:chExt cx="0" cy="0"/>
        </a:xfrm>
      </p:grpSpPr>
      <p:pic>
        <p:nvPicPr>
          <p:cNvPr id="19" name="Picture 18" descr="A blue planet with lines and dots&#10;&#10;AI-generated content may be incorrect.">
            <a:extLst>
              <a:ext uri="{FF2B5EF4-FFF2-40B4-BE49-F238E27FC236}">
                <a16:creationId xmlns:a16="http://schemas.microsoft.com/office/drawing/2014/main" id="{F9843C27-F403-D5C5-9F5F-4A92EFF9BEB8}"/>
              </a:ext>
            </a:extLst>
          </p:cNvPr>
          <p:cNvPicPr>
            <a:picLocks noChangeAspect="1"/>
          </p:cNvPicPr>
          <p:nvPr/>
        </p:nvPicPr>
        <p:blipFill rotWithShape="1">
          <a:blip r:embed="rId3">
            <a:extLst>
              <a:ext uri="{28A0092B-C50C-407E-A947-70E740481C1C}">
                <a14:useLocalDpi xmlns:a14="http://schemas.microsoft.com/office/drawing/2010/main" val="0"/>
              </a:ext>
            </a:extLst>
          </a:blip>
          <a:srcRect l="4684" r="4684"/>
          <a:stretch>
            <a:fillRect/>
          </a:stretch>
        </p:blipFill>
        <p:spPr>
          <a:xfrm>
            <a:off x="1" y="0"/>
            <a:ext cx="12192000" cy="6858000"/>
          </a:xfrm>
          <a:prstGeom prst="rect">
            <a:avLst/>
          </a:prstGeom>
        </p:spPr>
      </p:pic>
      <p:sp>
        <p:nvSpPr>
          <p:cNvPr id="45" name="Rectangle 44">
            <a:extLst>
              <a:ext uri="{FF2B5EF4-FFF2-40B4-BE49-F238E27FC236}">
                <a16:creationId xmlns:a16="http://schemas.microsoft.com/office/drawing/2014/main" id="{F257E5A9-2889-7A84-AE52-BF963319F0B3}"/>
              </a:ext>
            </a:extLst>
          </p:cNvPr>
          <p:cNvSpPr/>
          <p:nvPr/>
        </p:nvSpPr>
        <p:spPr>
          <a:xfrm>
            <a:off x="0" y="0"/>
            <a:ext cx="12188952" cy="6858000"/>
          </a:xfrm>
          <a:prstGeom prst="rect">
            <a:avLst/>
          </a:prstGeom>
          <a:gradFill flip="none" rotWithShape="1">
            <a:gsLst>
              <a:gs pos="0">
                <a:schemeClr val="tx1"/>
              </a:gs>
              <a:gs pos="100000">
                <a:schemeClr val="tx1">
                  <a:alpha val="41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0" name="Freeform 6">
            <a:extLst>
              <a:ext uri="{FF2B5EF4-FFF2-40B4-BE49-F238E27FC236}">
                <a16:creationId xmlns:a16="http://schemas.microsoft.com/office/drawing/2014/main" id="{DBB64662-E166-9AEE-5803-E0C96FB70A93}"/>
              </a:ext>
            </a:extLst>
          </p:cNvPr>
          <p:cNvSpPr>
            <a:spLocks/>
          </p:cNvSpPr>
          <p:nvPr/>
        </p:nvSpPr>
        <p:spPr bwMode="auto">
          <a:xfrm>
            <a:off x="3175" y="2478088"/>
            <a:ext cx="6327775" cy="4376738"/>
          </a:xfrm>
          <a:custGeom>
            <a:avLst/>
            <a:gdLst>
              <a:gd name="T0" fmla="*/ 0 w 1994"/>
              <a:gd name="T1" fmla="*/ 0 h 1379"/>
              <a:gd name="T2" fmla="*/ 1673 w 1994"/>
              <a:gd name="T3" fmla="*/ 59 h 1379"/>
              <a:gd name="T4" fmla="*/ 1840 w 1994"/>
              <a:gd name="T5" fmla="*/ 210 h 1379"/>
              <a:gd name="T6" fmla="*/ 1994 w 1994"/>
              <a:gd name="T7" fmla="*/ 1379 h 1379"/>
              <a:gd name="T8" fmla="*/ 0 w 1994"/>
              <a:gd name="T9" fmla="*/ 1379 h 1379"/>
              <a:gd name="T10" fmla="*/ 0 w 1994"/>
              <a:gd name="T11" fmla="*/ 0 h 1379"/>
              <a:gd name="T12" fmla="*/ 0 w 1994"/>
              <a:gd name="T13" fmla="*/ 0 h 1379"/>
            </a:gdLst>
            <a:ahLst/>
            <a:cxnLst>
              <a:cxn ang="0">
                <a:pos x="T0" y="T1"/>
              </a:cxn>
              <a:cxn ang="0">
                <a:pos x="T2" y="T3"/>
              </a:cxn>
              <a:cxn ang="0">
                <a:pos x="T4" y="T5"/>
              </a:cxn>
              <a:cxn ang="0">
                <a:pos x="T6" y="T7"/>
              </a:cxn>
              <a:cxn ang="0">
                <a:pos x="T8" y="T9"/>
              </a:cxn>
              <a:cxn ang="0">
                <a:pos x="T10" y="T11"/>
              </a:cxn>
              <a:cxn ang="0">
                <a:pos x="T12" y="T13"/>
              </a:cxn>
            </a:cxnLst>
            <a:rect l="0" t="0" r="r" b="b"/>
            <a:pathLst>
              <a:path w="1994" h="1379">
                <a:moveTo>
                  <a:pt x="0" y="0"/>
                </a:moveTo>
                <a:cubicBezTo>
                  <a:pt x="1673" y="59"/>
                  <a:pt x="1673" y="59"/>
                  <a:pt x="1673" y="59"/>
                </a:cubicBezTo>
                <a:cubicBezTo>
                  <a:pt x="1758" y="61"/>
                  <a:pt x="1828" y="125"/>
                  <a:pt x="1840" y="210"/>
                </a:cubicBezTo>
                <a:cubicBezTo>
                  <a:pt x="1994" y="1379"/>
                  <a:pt x="1994" y="1379"/>
                  <a:pt x="1994" y="1379"/>
                </a:cubicBezTo>
                <a:cubicBezTo>
                  <a:pt x="0" y="1379"/>
                  <a:pt x="0" y="1379"/>
                  <a:pt x="0" y="1379"/>
                </a:cubicBezTo>
                <a:cubicBezTo>
                  <a:pt x="0" y="0"/>
                  <a:pt x="0" y="0"/>
                  <a:pt x="0" y="0"/>
                </a:cubicBezTo>
                <a:cubicBezTo>
                  <a:pt x="0" y="0"/>
                  <a:pt x="0" y="0"/>
                  <a:pt x="0" y="0"/>
                </a:cubicBezTo>
                <a:close/>
              </a:path>
            </a:pathLst>
          </a:cu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solidFill>
                <a:schemeClr val="lt1"/>
              </a:solidFill>
            </a:endParaRPr>
          </a:p>
        </p:txBody>
      </p:sp>
      <p:sp>
        <p:nvSpPr>
          <p:cNvPr id="61" name="object 12">
            <a:extLst>
              <a:ext uri="{FF2B5EF4-FFF2-40B4-BE49-F238E27FC236}">
                <a16:creationId xmlns:a16="http://schemas.microsoft.com/office/drawing/2014/main" id="{CED74C1A-1467-E5A7-2093-968CC1411BD4}"/>
              </a:ext>
            </a:extLst>
          </p:cNvPr>
          <p:cNvSpPr txBox="1"/>
          <p:nvPr/>
        </p:nvSpPr>
        <p:spPr>
          <a:xfrm>
            <a:off x="383278" y="3034945"/>
            <a:ext cx="5274572" cy="1538883"/>
          </a:xfrm>
          <a:prstGeom prst="rect">
            <a:avLst/>
          </a:prstGeom>
        </p:spPr>
        <p:txBody>
          <a:bodyPr vert="horz" wrap="square" lIns="0" tIns="0" rIns="0" bIns="0" rtlCol="0">
            <a:spAutoFit/>
          </a:bodyPr>
          <a:lstStyle/>
          <a:p>
            <a:pPr marR="60960">
              <a:spcBef>
                <a:spcPts val="600"/>
              </a:spcBef>
            </a:pPr>
            <a:r>
              <a:rPr lang="en-IN" sz="1000" dirty="0"/>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 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sz="1000" dirty="0"/>
          </a:p>
        </p:txBody>
      </p:sp>
      <p:sp>
        <p:nvSpPr>
          <p:cNvPr id="62" name="object 14">
            <a:extLst>
              <a:ext uri="{FF2B5EF4-FFF2-40B4-BE49-F238E27FC236}">
                <a16:creationId xmlns:a16="http://schemas.microsoft.com/office/drawing/2014/main" id="{06B8B179-12EF-D724-84FC-1F2A901678F2}"/>
              </a:ext>
            </a:extLst>
          </p:cNvPr>
          <p:cNvSpPr txBox="1"/>
          <p:nvPr/>
        </p:nvSpPr>
        <p:spPr>
          <a:xfrm>
            <a:off x="383278" y="5106774"/>
            <a:ext cx="5557418" cy="1077218"/>
          </a:xfrm>
          <a:prstGeom prst="rect">
            <a:avLst/>
          </a:prstGeom>
        </p:spPr>
        <p:txBody>
          <a:bodyPr vert="horz" wrap="square" lIns="0" tIns="0" rIns="0" bIns="0" rtlCol="0">
            <a:spAutoFit/>
          </a:bodyPr>
          <a:lstStyle/>
          <a:p>
            <a:pPr marR="22225">
              <a:spcBef>
                <a:spcPts val="600"/>
              </a:spcBef>
            </a:pPr>
            <a:r>
              <a:rPr lang="en-IN" sz="1000" dirty="0"/>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 Lorem Ipsum is simply dummy text of the printing and typesetting industry.</a:t>
            </a:r>
          </a:p>
        </p:txBody>
      </p:sp>
      <p:sp>
        <p:nvSpPr>
          <p:cNvPr id="63" name="Rectangle: Top Corners Rounded 62">
            <a:extLst>
              <a:ext uri="{FF2B5EF4-FFF2-40B4-BE49-F238E27FC236}">
                <a16:creationId xmlns:a16="http://schemas.microsoft.com/office/drawing/2014/main" id="{09E4DEDB-8B14-4B54-38E6-BE55DF32310B}"/>
              </a:ext>
            </a:extLst>
          </p:cNvPr>
          <p:cNvSpPr/>
          <p:nvPr/>
        </p:nvSpPr>
        <p:spPr>
          <a:xfrm rot="5400000">
            <a:off x="553147" y="2081440"/>
            <a:ext cx="365760" cy="1472053"/>
          </a:xfrm>
          <a:prstGeom prst="round2Same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64" name="Rectangle: Top Corners Rounded 63">
            <a:extLst>
              <a:ext uri="{FF2B5EF4-FFF2-40B4-BE49-F238E27FC236}">
                <a16:creationId xmlns:a16="http://schemas.microsoft.com/office/drawing/2014/main" id="{3B673218-1856-DEEE-AD8A-E13A2F5B54ED}"/>
              </a:ext>
            </a:extLst>
          </p:cNvPr>
          <p:cNvSpPr/>
          <p:nvPr/>
        </p:nvSpPr>
        <p:spPr>
          <a:xfrm rot="5400000">
            <a:off x="553147" y="4118670"/>
            <a:ext cx="365760" cy="1472053"/>
          </a:xfrm>
          <a:prstGeom prst="round2Same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9" name="Freeform 5">
            <a:extLst>
              <a:ext uri="{FF2B5EF4-FFF2-40B4-BE49-F238E27FC236}">
                <a16:creationId xmlns:a16="http://schemas.microsoft.com/office/drawing/2014/main" id="{1C7F69DC-C998-4338-018E-A2A16F42808B}"/>
              </a:ext>
            </a:extLst>
          </p:cNvPr>
          <p:cNvSpPr>
            <a:spLocks/>
          </p:cNvSpPr>
          <p:nvPr/>
        </p:nvSpPr>
        <p:spPr bwMode="auto">
          <a:xfrm>
            <a:off x="3175" y="3175"/>
            <a:ext cx="6473825" cy="2519363"/>
          </a:xfrm>
          <a:custGeom>
            <a:avLst/>
            <a:gdLst>
              <a:gd name="T0" fmla="*/ 0 w 2040"/>
              <a:gd name="T1" fmla="*/ 0 h 794"/>
              <a:gd name="T2" fmla="*/ 2040 w 2040"/>
              <a:gd name="T3" fmla="*/ 0 h 794"/>
              <a:gd name="T4" fmla="*/ 1862 w 2040"/>
              <a:gd name="T5" fmla="*/ 663 h 794"/>
              <a:gd name="T6" fmla="*/ 1688 w 2040"/>
              <a:gd name="T7" fmla="*/ 792 h 794"/>
              <a:gd name="T8" fmla="*/ 0 w 2040"/>
              <a:gd name="T9" fmla="*/ 733 h 794"/>
              <a:gd name="T10" fmla="*/ 0 w 2040"/>
              <a:gd name="T11" fmla="*/ 0 h 794"/>
              <a:gd name="T12" fmla="*/ 0 w 2040"/>
              <a:gd name="T13" fmla="*/ 0 h 794"/>
            </a:gdLst>
            <a:ahLst/>
            <a:cxnLst>
              <a:cxn ang="0">
                <a:pos x="T0" y="T1"/>
              </a:cxn>
              <a:cxn ang="0">
                <a:pos x="T2" y="T3"/>
              </a:cxn>
              <a:cxn ang="0">
                <a:pos x="T4" y="T5"/>
              </a:cxn>
              <a:cxn ang="0">
                <a:pos x="T6" y="T7"/>
              </a:cxn>
              <a:cxn ang="0">
                <a:pos x="T8" y="T9"/>
              </a:cxn>
              <a:cxn ang="0">
                <a:pos x="T10" y="T11"/>
              </a:cxn>
              <a:cxn ang="0">
                <a:pos x="T12" y="T13"/>
              </a:cxn>
            </a:cxnLst>
            <a:rect l="0" t="0" r="r" b="b"/>
            <a:pathLst>
              <a:path w="2040" h="794">
                <a:moveTo>
                  <a:pt x="0" y="0"/>
                </a:moveTo>
                <a:cubicBezTo>
                  <a:pt x="2040" y="0"/>
                  <a:pt x="2040" y="0"/>
                  <a:pt x="2040" y="0"/>
                </a:cubicBezTo>
                <a:cubicBezTo>
                  <a:pt x="1862" y="663"/>
                  <a:pt x="1862" y="663"/>
                  <a:pt x="1862" y="663"/>
                </a:cubicBezTo>
                <a:cubicBezTo>
                  <a:pt x="1841" y="741"/>
                  <a:pt x="1769" y="794"/>
                  <a:pt x="1688" y="792"/>
                </a:cubicBezTo>
                <a:cubicBezTo>
                  <a:pt x="0" y="733"/>
                  <a:pt x="0" y="733"/>
                  <a:pt x="0" y="733"/>
                </a:cubicBezTo>
                <a:cubicBezTo>
                  <a:pt x="0" y="0"/>
                  <a:pt x="0" y="0"/>
                  <a:pt x="0" y="0"/>
                </a:cubicBezTo>
                <a:cubicBezTo>
                  <a:pt x="0" y="0"/>
                  <a:pt x="0" y="0"/>
                  <a:pt x="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IN" dirty="0">
              <a:solidFill>
                <a:schemeClr val="lt1"/>
              </a:solidFill>
            </a:endParaRPr>
          </a:p>
        </p:txBody>
      </p:sp>
      <p:grpSp>
        <p:nvGrpSpPr>
          <p:cNvPr id="17" name="Group 16">
            <a:extLst>
              <a:ext uri="{FF2B5EF4-FFF2-40B4-BE49-F238E27FC236}">
                <a16:creationId xmlns:a16="http://schemas.microsoft.com/office/drawing/2014/main" id="{5DB26661-4611-CFEF-ADAC-02D9ADFFF940}"/>
              </a:ext>
            </a:extLst>
          </p:cNvPr>
          <p:cNvGrpSpPr/>
          <p:nvPr/>
        </p:nvGrpSpPr>
        <p:grpSpPr>
          <a:xfrm>
            <a:off x="6337300" y="910593"/>
            <a:ext cx="5455048" cy="5132129"/>
            <a:chOff x="6337300" y="1121840"/>
            <a:chExt cx="5455048" cy="5132129"/>
          </a:xfrm>
        </p:grpSpPr>
        <p:sp>
          <p:nvSpPr>
            <p:cNvPr id="15" name="object 10">
              <a:extLst>
                <a:ext uri="{FF2B5EF4-FFF2-40B4-BE49-F238E27FC236}">
                  <a16:creationId xmlns:a16="http://schemas.microsoft.com/office/drawing/2014/main" id="{5C8E7BD8-153E-632B-9357-082CBBC583CB}"/>
                </a:ext>
              </a:extLst>
            </p:cNvPr>
            <p:cNvSpPr txBox="1"/>
            <p:nvPr/>
          </p:nvSpPr>
          <p:spPr>
            <a:xfrm>
              <a:off x="6337300" y="1601889"/>
              <a:ext cx="5455048" cy="1910779"/>
            </a:xfrm>
            <a:prstGeom prst="rect">
              <a:avLst/>
            </a:prstGeom>
          </p:spPr>
          <p:txBody>
            <a:bodyPr vert="horz" wrap="square" lIns="0" tIns="12700" rIns="0" bIns="0" rtlCol="0">
              <a:spAutoFit/>
            </a:bodyPr>
            <a:lstStyle/>
            <a:p>
              <a:pPr marL="12700" marR="5080">
                <a:spcBef>
                  <a:spcPts val="400"/>
                </a:spcBef>
              </a:pPr>
              <a:r>
                <a:rPr lang="en-IN"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R="48260">
                <a:spcBef>
                  <a:spcPts val="400"/>
                </a:spcBef>
                <a:buClr>
                  <a:schemeClr val="bg1"/>
                </a:buClr>
              </a:pPr>
              <a:r>
                <a:rPr lang="en-IN" sz="1000" b="1" dirty="0">
                  <a:solidFill>
                    <a:schemeClr val="accent2"/>
                  </a:solidFill>
                </a:rPr>
                <a:t>Lorem Ipsum: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a:p>
              <a:pPr marL="228600" marR="48260" indent="-228600">
                <a:spcBef>
                  <a:spcPts val="400"/>
                </a:spcBef>
                <a:buClr>
                  <a:schemeClr val="bg1"/>
                </a:buClr>
                <a:buFont typeface="Arial" panose="020B0604020202020204" pitchFamily="34" charset="0"/>
                <a:buChar char="•"/>
              </a:pPr>
              <a:r>
                <a:rPr lang="en-IN" sz="1000" b="1" dirty="0">
                  <a:solidFill>
                    <a:schemeClr val="accent2"/>
                  </a:solidFill>
                </a:rPr>
                <a:t>Lorem Ipsum</a:t>
              </a:r>
              <a:r>
                <a:rPr sz="1000" b="1" dirty="0">
                  <a:solidFill>
                    <a:schemeClr val="accent2"/>
                  </a:solidFill>
                </a:rPr>
                <a:t>: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a:p>
              <a:pPr marL="228600" marR="48260" indent="-228600">
                <a:spcBef>
                  <a:spcPts val="400"/>
                </a:spcBef>
                <a:buClr>
                  <a:schemeClr val="bg1"/>
                </a:buClr>
                <a:buFont typeface="Arial" panose="020B0604020202020204" pitchFamily="34" charset="0"/>
                <a:buChar char="•"/>
              </a:pPr>
              <a:r>
                <a:rPr lang="en-IN" sz="1000" b="1" dirty="0">
                  <a:solidFill>
                    <a:schemeClr val="accent2"/>
                  </a:solidFill>
                </a:rPr>
                <a:t>Lorem Ipsum: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a:p>
              <a:pPr marL="228600" marR="48260" indent="-228600">
                <a:spcBef>
                  <a:spcPts val="400"/>
                </a:spcBef>
                <a:buClr>
                  <a:schemeClr val="bg1"/>
                </a:buClr>
                <a:buFont typeface="Arial" panose="020B0604020202020204" pitchFamily="34" charset="0"/>
                <a:buChar char="•"/>
              </a:pPr>
              <a:r>
                <a:rPr lang="en-IN" sz="1000" b="1" dirty="0">
                  <a:solidFill>
                    <a:schemeClr val="accent2"/>
                  </a:solidFill>
                </a:rPr>
                <a:t>Lorem Ipsum: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p:txBody>
        </p:sp>
        <p:grpSp>
          <p:nvGrpSpPr>
            <p:cNvPr id="14" name="Group 13">
              <a:extLst>
                <a:ext uri="{FF2B5EF4-FFF2-40B4-BE49-F238E27FC236}">
                  <a16:creationId xmlns:a16="http://schemas.microsoft.com/office/drawing/2014/main" id="{4AE094FF-6CC2-2E01-586B-1E5F721A652B}"/>
                </a:ext>
              </a:extLst>
            </p:cNvPr>
            <p:cNvGrpSpPr/>
            <p:nvPr/>
          </p:nvGrpSpPr>
          <p:grpSpPr>
            <a:xfrm>
              <a:off x="6337300" y="1121840"/>
              <a:ext cx="2215752" cy="411480"/>
              <a:chOff x="6077348" y="1121840"/>
              <a:chExt cx="2215752" cy="411480"/>
            </a:xfrm>
          </p:grpSpPr>
          <p:sp>
            <p:nvSpPr>
              <p:cNvPr id="16" name="Graphic 6">
                <a:extLst>
                  <a:ext uri="{FF2B5EF4-FFF2-40B4-BE49-F238E27FC236}">
                    <a16:creationId xmlns:a16="http://schemas.microsoft.com/office/drawing/2014/main" id="{98DA7FFE-2A50-567F-BFBB-7A27800E4CB4}"/>
                  </a:ext>
                </a:extLst>
              </p:cNvPr>
              <p:cNvSpPr/>
              <p:nvPr/>
            </p:nvSpPr>
            <p:spPr>
              <a:xfrm rot="5400000">
                <a:off x="6979484" y="219704"/>
                <a:ext cx="411480" cy="2215752"/>
              </a:xfrm>
              <a:prstGeom prst="round2SameRect">
                <a:avLst/>
              </a:prstGeom>
              <a:gradFill flip="none" rotWithShape="1">
                <a:gsLst>
                  <a:gs pos="0">
                    <a:srgbClr val="009DE0"/>
                  </a:gs>
                  <a:gs pos="33000">
                    <a:srgbClr val="3FB0A6"/>
                  </a:gs>
                  <a:gs pos="67000">
                    <a:srgbClr val="7EC36C"/>
                  </a:gs>
                  <a:gs pos="100000">
                    <a:srgbClr val="BED733"/>
                  </a:gs>
                </a:gsLst>
                <a:lin ang="16200000" scaled="1"/>
                <a:tileRect/>
              </a:gradFill>
              <a:ln w="9525" cap="flat">
                <a:noFill/>
                <a:prstDash val="solid"/>
                <a:miter/>
              </a:ln>
            </p:spPr>
            <p:txBody>
              <a:bodyPr rtlCol="0" anchor="ctr"/>
              <a:lstStyle/>
              <a:p>
                <a:endParaRPr lang="en-IN" dirty="0"/>
              </a:p>
            </p:txBody>
          </p:sp>
          <p:sp>
            <p:nvSpPr>
              <p:cNvPr id="9" name="object 10">
                <a:extLst>
                  <a:ext uri="{FF2B5EF4-FFF2-40B4-BE49-F238E27FC236}">
                    <a16:creationId xmlns:a16="http://schemas.microsoft.com/office/drawing/2014/main" id="{1C4E4EA3-F03C-E783-DB65-49243726B97F}"/>
                  </a:ext>
                </a:extLst>
              </p:cNvPr>
              <p:cNvSpPr txBox="1"/>
              <p:nvPr/>
            </p:nvSpPr>
            <p:spPr>
              <a:xfrm>
                <a:off x="6191648" y="1228835"/>
                <a:ext cx="934551" cy="197490"/>
              </a:xfrm>
              <a:prstGeom prst="rect">
                <a:avLst/>
              </a:prstGeom>
            </p:spPr>
            <p:txBody>
              <a:bodyPr vert="horz" wrap="none" lIns="0" tIns="12700" rIns="0" bIns="0" rtlCol="0">
                <a:spAutoFit/>
              </a:bodyPr>
              <a:lstStyle/>
              <a:p>
                <a:pPr marL="12700">
                  <a:spcBef>
                    <a:spcPts val="600"/>
                  </a:spcBef>
                </a:pPr>
                <a:r>
                  <a:rPr lang="en-IN" sz="1200" b="1" dirty="0">
                    <a:solidFill>
                      <a:schemeClr val="bg1"/>
                    </a:solidFill>
                  </a:rPr>
                  <a:t>Lorem Ipsum </a:t>
                </a:r>
              </a:p>
            </p:txBody>
          </p:sp>
        </p:grpSp>
        <p:sp>
          <p:nvSpPr>
            <p:cNvPr id="26" name="object 10">
              <a:extLst>
                <a:ext uri="{FF2B5EF4-FFF2-40B4-BE49-F238E27FC236}">
                  <a16:creationId xmlns:a16="http://schemas.microsoft.com/office/drawing/2014/main" id="{6178B5C6-2176-51B7-47E9-BAE0C2D4BF5A}"/>
                </a:ext>
              </a:extLst>
            </p:cNvPr>
            <p:cNvSpPr txBox="1"/>
            <p:nvPr/>
          </p:nvSpPr>
          <p:spPr>
            <a:xfrm>
              <a:off x="6337300" y="4189301"/>
              <a:ext cx="5455048" cy="2064668"/>
            </a:xfrm>
            <a:prstGeom prst="rect">
              <a:avLst/>
            </a:prstGeom>
          </p:spPr>
          <p:txBody>
            <a:bodyPr vert="horz" wrap="square" lIns="0" tIns="12700" rIns="0" bIns="0" rtlCol="0">
              <a:spAutoFit/>
            </a:bodyPr>
            <a:lstStyle/>
            <a:p>
              <a:pPr marL="12700">
                <a:lnSpc>
                  <a:spcPct val="100000"/>
                </a:lnSpc>
                <a:spcBef>
                  <a:spcPts val="400"/>
                </a:spcBef>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a:t>
              </a:r>
            </a:p>
            <a:p>
              <a:pPr marL="184150" indent="-171450">
                <a:spcBef>
                  <a:spcPts val="400"/>
                </a:spcBef>
                <a:buFont typeface="Arial" panose="020B0604020202020204" pitchFamily="34" charset="0"/>
                <a:buChar char="•"/>
              </a:pPr>
              <a:r>
                <a:rPr lang="en-IN" sz="1000" b="1" dirty="0">
                  <a:solidFill>
                    <a:schemeClr val="accent2"/>
                  </a:solidFill>
                </a:rPr>
                <a:t>Lorem Ipsum: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a:p>
              <a:pPr marL="184150" indent="-171450">
                <a:spcBef>
                  <a:spcPts val="400"/>
                </a:spcBef>
                <a:buFont typeface="Arial" panose="020B0604020202020204" pitchFamily="34" charset="0"/>
                <a:buChar char="•"/>
              </a:pPr>
              <a:r>
                <a:rPr lang="en-IN" sz="1000" b="1" dirty="0">
                  <a:solidFill>
                    <a:schemeClr val="accent2"/>
                  </a:solidFill>
                </a:rPr>
                <a:t>Lorem Ipsum: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a:p>
              <a:pPr marL="184150" indent="-171450">
                <a:spcBef>
                  <a:spcPts val="400"/>
                </a:spcBef>
                <a:buFont typeface="Arial" panose="020B0604020202020204" pitchFamily="34" charset="0"/>
                <a:buChar char="•"/>
              </a:pPr>
              <a:r>
                <a:rPr lang="en-IN" sz="1000" b="1" dirty="0">
                  <a:solidFill>
                    <a:schemeClr val="accent2"/>
                  </a:solidFill>
                </a:rPr>
                <a:t>Lorem Ipsum: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a:p>
              <a:pPr marL="184150" indent="-171450">
                <a:spcBef>
                  <a:spcPts val="400"/>
                </a:spcBef>
                <a:buFont typeface="Arial" panose="020B0604020202020204" pitchFamily="34" charset="0"/>
                <a:buChar char="•"/>
              </a:pPr>
              <a:r>
                <a:rPr lang="en-IN" sz="1000" b="1" dirty="0">
                  <a:solidFill>
                    <a:schemeClr val="accent2"/>
                  </a:solidFill>
                </a:rPr>
                <a:t>Lorem Ipsum: </a:t>
              </a:r>
              <a:r>
                <a:rPr lang="en-IN" sz="1000" dirty="0">
                  <a:solidFill>
                    <a:schemeClr val="bg1"/>
                  </a:solidFill>
                </a:rPr>
                <a:t>Lorem Ipsum is simply dummy text of the printing and typesetting industry.</a:t>
              </a:r>
              <a:br>
                <a:rPr lang="en-IN" sz="1000" dirty="0">
                  <a:solidFill>
                    <a:schemeClr val="bg1"/>
                  </a:solidFill>
                </a:rPr>
              </a:br>
              <a:r>
                <a:rPr lang="en-IN" sz="1000" dirty="0">
                  <a:solidFill>
                    <a:schemeClr val="bg1"/>
                  </a:solidFill>
                </a:rPr>
                <a:t>Lorem Ipsum has been the industry's standard dummy text ever since the 1500s.</a:t>
              </a:r>
            </a:p>
          </p:txBody>
        </p:sp>
        <p:grpSp>
          <p:nvGrpSpPr>
            <p:cNvPr id="13" name="Group 12">
              <a:extLst>
                <a:ext uri="{FF2B5EF4-FFF2-40B4-BE49-F238E27FC236}">
                  <a16:creationId xmlns:a16="http://schemas.microsoft.com/office/drawing/2014/main" id="{F758830B-5925-706F-537F-1E7700178E07}"/>
                </a:ext>
              </a:extLst>
            </p:cNvPr>
            <p:cNvGrpSpPr/>
            <p:nvPr/>
          </p:nvGrpSpPr>
          <p:grpSpPr>
            <a:xfrm>
              <a:off x="6337300" y="3709252"/>
              <a:ext cx="2215752" cy="411480"/>
              <a:chOff x="6077348" y="3709252"/>
              <a:chExt cx="2215752" cy="411480"/>
            </a:xfrm>
          </p:grpSpPr>
          <p:sp>
            <p:nvSpPr>
              <p:cNvPr id="25" name="Graphic 6">
                <a:extLst>
                  <a:ext uri="{FF2B5EF4-FFF2-40B4-BE49-F238E27FC236}">
                    <a16:creationId xmlns:a16="http://schemas.microsoft.com/office/drawing/2014/main" id="{98CD30F3-2A4E-2512-11DB-1D485F91DE77}"/>
                  </a:ext>
                </a:extLst>
              </p:cNvPr>
              <p:cNvSpPr/>
              <p:nvPr/>
            </p:nvSpPr>
            <p:spPr>
              <a:xfrm rot="5400000">
                <a:off x="6979484" y="2807116"/>
                <a:ext cx="411480" cy="2215752"/>
              </a:xfrm>
              <a:prstGeom prst="round2SameRect">
                <a:avLst/>
              </a:prstGeom>
              <a:gradFill flip="none" rotWithShape="1">
                <a:gsLst>
                  <a:gs pos="0">
                    <a:srgbClr val="009DE0"/>
                  </a:gs>
                  <a:gs pos="33000">
                    <a:srgbClr val="3FB0A6"/>
                  </a:gs>
                  <a:gs pos="67000">
                    <a:srgbClr val="7EC36C"/>
                  </a:gs>
                  <a:gs pos="100000">
                    <a:srgbClr val="BED733"/>
                  </a:gs>
                </a:gsLst>
                <a:lin ang="16200000" scaled="1"/>
                <a:tileRect/>
              </a:gradFill>
              <a:ln w="9525" cap="flat">
                <a:noFill/>
                <a:prstDash val="solid"/>
                <a:miter/>
              </a:ln>
            </p:spPr>
            <p:txBody>
              <a:bodyPr rtlCol="0" anchor="ctr"/>
              <a:lstStyle/>
              <a:p>
                <a:endParaRPr lang="en-IN" dirty="0"/>
              </a:p>
            </p:txBody>
          </p:sp>
          <p:sp>
            <p:nvSpPr>
              <p:cNvPr id="27" name="object 10">
                <a:extLst>
                  <a:ext uri="{FF2B5EF4-FFF2-40B4-BE49-F238E27FC236}">
                    <a16:creationId xmlns:a16="http://schemas.microsoft.com/office/drawing/2014/main" id="{CFBAC392-FA81-A4CE-083F-8B5F2332B3FF}"/>
                  </a:ext>
                </a:extLst>
              </p:cNvPr>
              <p:cNvSpPr txBox="1"/>
              <p:nvPr/>
            </p:nvSpPr>
            <p:spPr>
              <a:xfrm>
                <a:off x="6191648" y="3816247"/>
                <a:ext cx="934551" cy="197490"/>
              </a:xfrm>
              <a:prstGeom prst="rect">
                <a:avLst/>
              </a:prstGeom>
            </p:spPr>
            <p:txBody>
              <a:bodyPr vert="horz" wrap="none" lIns="0" tIns="12700" rIns="0" bIns="0" rtlCol="0">
                <a:spAutoFit/>
              </a:bodyPr>
              <a:lstStyle/>
              <a:p>
                <a:pPr marL="12700">
                  <a:spcBef>
                    <a:spcPts val="600"/>
                  </a:spcBef>
                </a:pPr>
                <a:r>
                  <a:rPr lang="en-IN" sz="1200" b="1" dirty="0">
                    <a:solidFill>
                      <a:schemeClr val="bg1"/>
                    </a:solidFill>
                  </a:rPr>
                  <a:t>Lorem Ipsum </a:t>
                </a:r>
              </a:p>
            </p:txBody>
          </p:sp>
        </p:grpSp>
      </p:grpSp>
      <p:sp>
        <p:nvSpPr>
          <p:cNvPr id="7" name="Rectangle 6">
            <a:extLst>
              <a:ext uri="{FF2B5EF4-FFF2-40B4-BE49-F238E27FC236}">
                <a16:creationId xmlns:a16="http://schemas.microsoft.com/office/drawing/2014/main" id="{F814858D-8BE0-9F34-E9AD-12F659EFCD26}"/>
              </a:ext>
            </a:extLst>
          </p:cNvPr>
          <p:cNvSpPr/>
          <p:nvPr/>
        </p:nvSpPr>
        <p:spPr>
          <a:xfrm>
            <a:off x="383277" y="1174968"/>
            <a:ext cx="5391447" cy="10926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spcBef>
                <a:spcPts val="600"/>
              </a:spcBef>
            </a:pPr>
            <a:r>
              <a:rPr lang="en-US" sz="1100" dirty="0">
                <a:solidFill>
                  <a:schemeClr val="tx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a:t>
            </a:r>
          </a:p>
          <a:p>
            <a:pPr>
              <a:spcBef>
                <a:spcPts val="600"/>
              </a:spcBef>
            </a:pPr>
            <a:r>
              <a:rPr lang="en-US" sz="1100" dirty="0">
                <a:solidFill>
                  <a:schemeClr val="tx1"/>
                </a:solidFill>
              </a:rPr>
              <a:t>Lorem Ipsum is simply dummy text of the printing and typesetting industry. Lorem Ipsum has been the industry's standard dummy text ever since the 1500s, </a:t>
            </a:r>
          </a:p>
        </p:txBody>
      </p:sp>
      <p:sp>
        <p:nvSpPr>
          <p:cNvPr id="4" name="TextBox 3">
            <a:extLst>
              <a:ext uri="{FF2B5EF4-FFF2-40B4-BE49-F238E27FC236}">
                <a16:creationId xmlns:a16="http://schemas.microsoft.com/office/drawing/2014/main" id="{BBCE3878-73F0-55FD-156D-893F369F78A2}"/>
              </a:ext>
            </a:extLst>
          </p:cNvPr>
          <p:cNvSpPr txBox="1"/>
          <p:nvPr/>
        </p:nvSpPr>
        <p:spPr>
          <a:xfrm>
            <a:off x="381000" y="838200"/>
            <a:ext cx="3173946" cy="246221"/>
          </a:xfrm>
          <a:prstGeom prst="rect">
            <a:avLst/>
          </a:prstGeom>
          <a:noFill/>
        </p:spPr>
        <p:txBody>
          <a:bodyPr wrap="none" lIns="0" tIns="0" rIns="0" bIns="0" anchor="b">
            <a:spAutoFit/>
          </a:bodyPr>
          <a:lstStyle/>
          <a:p>
            <a:r>
              <a:rPr lang="en-IN" sz="1600" b="1" dirty="0"/>
              <a:t>Lorem Ipsum is simply dummy text</a:t>
            </a:r>
          </a:p>
        </p:txBody>
      </p:sp>
      <p:sp>
        <p:nvSpPr>
          <p:cNvPr id="2" name="Title 1">
            <a:extLst>
              <a:ext uri="{FF2B5EF4-FFF2-40B4-BE49-F238E27FC236}">
                <a16:creationId xmlns:a16="http://schemas.microsoft.com/office/drawing/2014/main" id="{99F6B752-6D9B-A358-4C2C-0C7F4D9EA46E}"/>
              </a:ext>
            </a:extLst>
          </p:cNvPr>
          <p:cNvSpPr>
            <a:spLocks noGrp="1"/>
          </p:cNvSpPr>
          <p:nvPr>
            <p:ph type="title"/>
          </p:nvPr>
        </p:nvSpPr>
        <p:spPr>
          <a:xfrm>
            <a:off x="381000" y="351388"/>
            <a:ext cx="9032631" cy="457282"/>
          </a:xfrm>
        </p:spPr>
        <p:txBody>
          <a:bodyPr/>
          <a:lstStyle/>
          <a:p>
            <a:r>
              <a:rPr lang="en-US" dirty="0">
                <a:solidFill>
                  <a:schemeClr val="tx1"/>
                </a:solidFill>
              </a:rPr>
              <a:t>Lorem Ipsum</a:t>
            </a:r>
            <a:endParaRPr lang="en-IN" dirty="0">
              <a:solidFill>
                <a:schemeClr val="tx1"/>
              </a:solidFill>
            </a:endParaRPr>
          </a:p>
        </p:txBody>
      </p:sp>
      <p:sp>
        <p:nvSpPr>
          <p:cNvPr id="20" name="object 12">
            <a:extLst>
              <a:ext uri="{FF2B5EF4-FFF2-40B4-BE49-F238E27FC236}">
                <a16:creationId xmlns:a16="http://schemas.microsoft.com/office/drawing/2014/main" id="{7ED3425D-E698-995F-ACEA-EAED9C54DF25}"/>
              </a:ext>
            </a:extLst>
          </p:cNvPr>
          <p:cNvSpPr txBox="1"/>
          <p:nvPr/>
        </p:nvSpPr>
        <p:spPr>
          <a:xfrm>
            <a:off x="383278" y="2725133"/>
            <a:ext cx="921727" cy="184666"/>
          </a:xfrm>
          <a:prstGeom prst="rect">
            <a:avLst/>
          </a:prstGeom>
        </p:spPr>
        <p:txBody>
          <a:bodyPr vert="horz" wrap="none" lIns="0" tIns="0" rIns="0" bIns="0" rtlCol="0">
            <a:spAutoFit/>
          </a:bodyPr>
          <a:lstStyle/>
          <a:p>
            <a:pPr>
              <a:spcBef>
                <a:spcPts val="600"/>
              </a:spcBef>
            </a:pPr>
            <a:r>
              <a:rPr lang="en-IN" sz="1200" b="1" dirty="0">
                <a:solidFill>
                  <a:schemeClr val="bg1"/>
                </a:solidFill>
              </a:rPr>
              <a:t>Lorem Ipsum </a:t>
            </a:r>
            <a:endParaRPr sz="1200" b="1" dirty="0">
              <a:solidFill>
                <a:schemeClr val="bg1"/>
              </a:solidFill>
            </a:endParaRPr>
          </a:p>
        </p:txBody>
      </p:sp>
      <p:sp>
        <p:nvSpPr>
          <p:cNvPr id="21" name="object 14">
            <a:extLst>
              <a:ext uri="{FF2B5EF4-FFF2-40B4-BE49-F238E27FC236}">
                <a16:creationId xmlns:a16="http://schemas.microsoft.com/office/drawing/2014/main" id="{CBCE59E9-C429-1E3F-BFF7-25D72C1F0819}"/>
              </a:ext>
            </a:extLst>
          </p:cNvPr>
          <p:cNvSpPr txBox="1"/>
          <p:nvPr/>
        </p:nvSpPr>
        <p:spPr>
          <a:xfrm>
            <a:off x="383278" y="4762364"/>
            <a:ext cx="921727" cy="184666"/>
          </a:xfrm>
          <a:prstGeom prst="rect">
            <a:avLst/>
          </a:prstGeom>
        </p:spPr>
        <p:txBody>
          <a:bodyPr vert="horz" wrap="none" lIns="0" tIns="0" rIns="0" bIns="0" rtlCol="0">
            <a:spAutoFit/>
          </a:bodyPr>
          <a:lstStyle/>
          <a:p>
            <a:pPr>
              <a:spcBef>
                <a:spcPts val="600"/>
              </a:spcBef>
            </a:pPr>
            <a:r>
              <a:rPr lang="en-IN" sz="1200" b="1" dirty="0">
                <a:solidFill>
                  <a:schemeClr val="bg1"/>
                </a:solidFill>
              </a:rPr>
              <a:t>Lorem Ipsum </a:t>
            </a:r>
          </a:p>
        </p:txBody>
      </p:sp>
      <p:sp>
        <p:nvSpPr>
          <p:cNvPr id="5" name="Graphic 6">
            <a:extLst>
              <a:ext uri="{FF2B5EF4-FFF2-40B4-BE49-F238E27FC236}">
                <a16:creationId xmlns:a16="http://schemas.microsoft.com/office/drawing/2014/main" id="{0AD2F298-B6C7-D6C4-EEBD-D55F9BBD4E71}"/>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55" name="Rectangle: Rounded Corners 54">
            <a:extLst>
              <a:ext uri="{FF2B5EF4-FFF2-40B4-BE49-F238E27FC236}">
                <a16:creationId xmlns:a16="http://schemas.microsoft.com/office/drawing/2014/main" id="{D66B5EEC-101D-36FA-8D87-A12F9875BEE2}"/>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6" name="Slide Number Placeholder 2">
            <a:extLst>
              <a:ext uri="{FF2B5EF4-FFF2-40B4-BE49-F238E27FC236}">
                <a16:creationId xmlns:a16="http://schemas.microsoft.com/office/drawing/2014/main" id="{41592AEA-884B-1B90-E89F-3DBD4431167B}"/>
              </a:ext>
            </a:extLst>
          </p:cNvPr>
          <p:cNvSpPr>
            <a:spLocks noGrp="1"/>
          </p:cNvSpPr>
          <p:nvPr>
            <p:ph type="sldNum" sz="quarter" idx="4"/>
          </p:nvPr>
        </p:nvSpPr>
        <p:spPr>
          <a:xfrm>
            <a:off x="11563748" y="6534603"/>
            <a:ext cx="228600" cy="137401"/>
          </a:xfrm>
        </p:spPr>
        <p:txBody>
          <a:bodyPr/>
          <a:lstStyle/>
          <a:p>
            <a:fld id="{8855CCE4-D0BE-4DED-8941-E3B093153CBB}" type="slidenum">
              <a:rPr lang="en-GB" smtClean="0"/>
              <a:pPr/>
              <a:t>9</a:t>
            </a:fld>
            <a:endParaRPr lang="en-GB" dirty="0"/>
          </a:p>
        </p:txBody>
      </p:sp>
      <p:cxnSp>
        <p:nvCxnSpPr>
          <p:cNvPr id="57" name="Straight Connector 56">
            <a:extLst>
              <a:ext uri="{FF2B5EF4-FFF2-40B4-BE49-F238E27FC236}">
                <a16:creationId xmlns:a16="http://schemas.microsoft.com/office/drawing/2014/main" id="{D0B23BBF-4E0F-A52F-A8FF-37167288805E}"/>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472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C84E-38F2-C5B8-2F25-DEEFF5D2AAE5}"/>
            </a:ext>
          </a:extLst>
        </p:cNvPr>
        <p:cNvGrpSpPr/>
        <p:nvPr/>
      </p:nvGrpSpPr>
      <p:grpSpPr>
        <a:xfrm>
          <a:off x="0" y="0"/>
          <a:ext cx="0" cy="0"/>
          <a:chOff x="0" y="0"/>
          <a:chExt cx="0" cy="0"/>
        </a:xfrm>
      </p:grpSpPr>
      <p:pic>
        <p:nvPicPr>
          <p:cNvPr id="15" name="Picture 14" descr="A container ship on the water&#10;&#10;AI-generated content may be incorrect.">
            <a:extLst>
              <a:ext uri="{FF2B5EF4-FFF2-40B4-BE49-F238E27FC236}">
                <a16:creationId xmlns:a16="http://schemas.microsoft.com/office/drawing/2014/main" id="{1938976B-01A3-EB9D-E783-2B50C897E23E}"/>
              </a:ext>
            </a:extLst>
          </p:cNvPr>
          <p:cNvPicPr>
            <a:picLocks noChangeAspect="1"/>
          </p:cNvPicPr>
          <p:nvPr/>
        </p:nvPicPr>
        <p:blipFill rotWithShape="1">
          <a:blip r:embed="rId3">
            <a:extLst>
              <a:ext uri="{28A0092B-C50C-407E-A947-70E740481C1C}">
                <a14:useLocalDpi xmlns:a14="http://schemas.microsoft.com/office/drawing/2010/main" val="0"/>
              </a:ext>
            </a:extLst>
          </a:blip>
          <a:srcRect l="324" t="35138" r="27432" b="35138"/>
          <a:stretch>
            <a:fillRect/>
          </a:stretch>
        </p:blipFill>
        <p:spPr>
          <a:xfrm flipH="1">
            <a:off x="3996019" y="5034943"/>
            <a:ext cx="5266733" cy="1218000"/>
          </a:xfrm>
          <a:prstGeom prst="roundRect">
            <a:avLst>
              <a:gd name="adj" fmla="val 0"/>
            </a:avLst>
          </a:prstGeom>
          <a:ln w="12700">
            <a:noFill/>
          </a:ln>
        </p:spPr>
      </p:pic>
      <p:sp>
        <p:nvSpPr>
          <p:cNvPr id="8" name="TextBox 7">
            <a:extLst>
              <a:ext uri="{FF2B5EF4-FFF2-40B4-BE49-F238E27FC236}">
                <a16:creationId xmlns:a16="http://schemas.microsoft.com/office/drawing/2014/main" id="{17730F11-F4C6-82EF-07D9-055D19F7432B}"/>
              </a:ext>
            </a:extLst>
          </p:cNvPr>
          <p:cNvSpPr txBox="1"/>
          <p:nvPr/>
        </p:nvSpPr>
        <p:spPr>
          <a:xfrm>
            <a:off x="3574473" y="1193799"/>
            <a:ext cx="8239702" cy="815608"/>
          </a:xfrm>
          <a:prstGeom prst="round1Rect">
            <a:avLst/>
          </a:prstGeom>
          <a:solidFill>
            <a:schemeClr val="accent1"/>
          </a:solidFill>
          <a:ln w="9525" cap="flat">
            <a:noFill/>
            <a:prstDash val="solid"/>
            <a:miter/>
          </a:ln>
        </p:spPr>
        <p:txBody>
          <a:bodyPr wrap="square" lIns="365760" rtlCol="0" anchor="ctr">
            <a:noAutofit/>
          </a:bodyPr>
          <a:lstStyle>
            <a:defPPr>
              <a:defRPr lang="en-US"/>
            </a:defPPr>
          </a:lstStyle>
          <a:p>
            <a:pPr>
              <a:spcBef>
                <a:spcPts val="300"/>
              </a:spcBef>
            </a:pPr>
            <a:r>
              <a:rPr lang="en-IN" sz="1200" b="1" dirty="0">
                <a:solidFill>
                  <a:schemeClr val="bg1"/>
                </a:solidFill>
              </a:rPr>
              <a:t>Lorem Ipsum</a:t>
            </a:r>
          </a:p>
          <a:p>
            <a:pPr>
              <a:spcBef>
                <a:spcPts val="300"/>
              </a:spcBef>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a:t>
            </a:r>
          </a:p>
        </p:txBody>
      </p:sp>
      <p:sp>
        <p:nvSpPr>
          <p:cNvPr id="5" name="Rectangle: Top Corners Rounded 4">
            <a:extLst>
              <a:ext uri="{FF2B5EF4-FFF2-40B4-BE49-F238E27FC236}">
                <a16:creationId xmlns:a16="http://schemas.microsoft.com/office/drawing/2014/main" id="{DD91094A-E6E6-3EE1-2061-FFF1E51CE13D}"/>
              </a:ext>
            </a:extLst>
          </p:cNvPr>
          <p:cNvSpPr/>
          <p:nvPr/>
        </p:nvSpPr>
        <p:spPr>
          <a:xfrm rot="5400000">
            <a:off x="-637160" y="1830952"/>
            <a:ext cx="5062540" cy="3788236"/>
          </a:xfrm>
          <a:prstGeom prst="round2SameRect">
            <a:avLst>
              <a:gd name="adj1" fmla="val 4736"/>
              <a:gd name="adj2"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IN" dirty="0"/>
          </a:p>
        </p:txBody>
      </p:sp>
      <p:sp>
        <p:nvSpPr>
          <p:cNvPr id="2" name="Title 1">
            <a:extLst>
              <a:ext uri="{FF2B5EF4-FFF2-40B4-BE49-F238E27FC236}">
                <a16:creationId xmlns:a16="http://schemas.microsoft.com/office/drawing/2014/main" id="{5BFCBD4F-02D5-F40D-11D3-E12D75EE97A1}"/>
              </a:ext>
            </a:extLst>
          </p:cNvPr>
          <p:cNvSpPr>
            <a:spLocks noGrp="1"/>
          </p:cNvSpPr>
          <p:nvPr>
            <p:ph type="title"/>
          </p:nvPr>
        </p:nvSpPr>
        <p:spPr>
          <a:xfrm>
            <a:off x="381000" y="351388"/>
            <a:ext cx="9032631" cy="457282"/>
          </a:xfrm>
        </p:spPr>
        <p:txBody>
          <a:bodyPr/>
          <a:lstStyle/>
          <a:p>
            <a:r>
              <a:rPr lang="en-IN" dirty="0"/>
              <a:t>Lorem Ipsum</a:t>
            </a:r>
          </a:p>
        </p:txBody>
      </p:sp>
      <p:sp>
        <p:nvSpPr>
          <p:cNvPr id="4" name="TextBox 3">
            <a:extLst>
              <a:ext uri="{FF2B5EF4-FFF2-40B4-BE49-F238E27FC236}">
                <a16:creationId xmlns:a16="http://schemas.microsoft.com/office/drawing/2014/main" id="{F3081A46-6646-8646-0B92-01A3BE0D293F}"/>
              </a:ext>
            </a:extLst>
          </p:cNvPr>
          <p:cNvSpPr txBox="1"/>
          <p:nvPr/>
        </p:nvSpPr>
        <p:spPr>
          <a:xfrm>
            <a:off x="381000" y="838200"/>
            <a:ext cx="3173946" cy="246221"/>
          </a:xfrm>
          <a:prstGeom prst="rect">
            <a:avLst/>
          </a:prstGeom>
          <a:noFill/>
        </p:spPr>
        <p:txBody>
          <a:bodyPr wrap="none" lIns="0" tIns="0" rIns="0" bIns="0" anchor="b">
            <a:spAutoFit/>
          </a:bodyPr>
          <a:lstStyle/>
          <a:p>
            <a:r>
              <a:rPr lang="en-IN" sz="1600" b="1" dirty="0">
                <a:solidFill>
                  <a:schemeClr val="accent2"/>
                </a:solidFill>
              </a:rPr>
              <a:t>Lorem Ipsum is simply dummy text</a:t>
            </a:r>
          </a:p>
        </p:txBody>
      </p:sp>
      <p:sp>
        <p:nvSpPr>
          <p:cNvPr id="7" name="TextBox 6">
            <a:extLst>
              <a:ext uri="{FF2B5EF4-FFF2-40B4-BE49-F238E27FC236}">
                <a16:creationId xmlns:a16="http://schemas.microsoft.com/office/drawing/2014/main" id="{C8BDF7CC-A0C5-C8AB-CD2F-4057DB49BE7A}"/>
              </a:ext>
            </a:extLst>
          </p:cNvPr>
          <p:cNvSpPr txBox="1"/>
          <p:nvPr/>
        </p:nvSpPr>
        <p:spPr>
          <a:xfrm>
            <a:off x="381000" y="1262856"/>
            <a:ext cx="3276600" cy="4924425"/>
          </a:xfrm>
          <a:prstGeom prst="rect">
            <a:avLst/>
          </a:prstGeom>
          <a:noFill/>
        </p:spPr>
        <p:txBody>
          <a:bodyPr wrap="square" lIns="0" tIns="0" rIns="0" bIns="0" anchor="ctr">
            <a:spAutoFit/>
          </a:bodyPr>
          <a:lstStyle/>
          <a:p>
            <a:pPr>
              <a:spcBef>
                <a:spcPts val="800"/>
              </a:spcBef>
            </a:pPr>
            <a:r>
              <a:rPr lang="en-IN" sz="1000" dirty="0"/>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a:t>
            </a:r>
          </a:p>
          <a:p>
            <a:pPr marL="182880" indent="-182880">
              <a:spcBef>
                <a:spcPts val="800"/>
              </a:spcBef>
              <a:buClr>
                <a:schemeClr val="tx1"/>
              </a:buClr>
              <a:buFont typeface="Arial" panose="020B0604020202020204" pitchFamily="34" charset="0"/>
              <a:buChar char="•"/>
            </a:pPr>
            <a:r>
              <a:rPr lang="en-IN" sz="1000" b="1" dirty="0"/>
              <a:t>Lorem Ipsum: </a:t>
            </a:r>
            <a:r>
              <a:rPr lang="en-IN" sz="1000" dirty="0"/>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a:t>
            </a:r>
          </a:p>
          <a:p>
            <a:pPr marL="182880" indent="-182880">
              <a:spcBef>
                <a:spcPts val="800"/>
              </a:spcBef>
              <a:buClr>
                <a:schemeClr val="tx1"/>
              </a:buClr>
              <a:buFont typeface="Arial" panose="020B0604020202020204" pitchFamily="34" charset="0"/>
              <a:buChar char="•"/>
            </a:pPr>
            <a:r>
              <a:rPr lang="en-IN" sz="1000" b="1" dirty="0"/>
              <a:t>Lorem Ipsum: </a:t>
            </a:r>
            <a:r>
              <a:rPr lang="en-IN" sz="1000" dirty="0"/>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a:t>
            </a:r>
          </a:p>
          <a:p>
            <a:pPr marL="182880" indent="-182880">
              <a:spcBef>
                <a:spcPts val="800"/>
              </a:spcBef>
              <a:buClr>
                <a:schemeClr val="tx1"/>
              </a:buClr>
              <a:buFont typeface="Arial" panose="020B0604020202020204" pitchFamily="34" charset="0"/>
              <a:buChar char="•"/>
            </a:pPr>
            <a:r>
              <a:rPr lang="en-IN" sz="1000" b="1" dirty="0"/>
              <a:t>Lorem Ipsum: </a:t>
            </a:r>
            <a:r>
              <a:rPr lang="en-IN" sz="1000" dirty="0"/>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a:t>
            </a:r>
          </a:p>
        </p:txBody>
      </p:sp>
      <p:sp>
        <p:nvSpPr>
          <p:cNvPr id="20" name="Rectangle 19">
            <a:extLst>
              <a:ext uri="{FF2B5EF4-FFF2-40B4-BE49-F238E27FC236}">
                <a16:creationId xmlns:a16="http://schemas.microsoft.com/office/drawing/2014/main" id="{6CA0BBDC-26CF-92CA-B604-177E7148AEF0}"/>
              </a:ext>
            </a:extLst>
          </p:cNvPr>
          <p:cNvSpPr/>
          <p:nvPr/>
        </p:nvSpPr>
        <p:spPr>
          <a:xfrm>
            <a:off x="3996020" y="2138878"/>
            <a:ext cx="4548303" cy="24622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spcBef>
                <a:spcPts val="600"/>
              </a:spcBef>
            </a:pPr>
            <a:r>
              <a:rPr lang="en-US" sz="1000" b="1" dirty="0"/>
              <a:t>Lorem Ipsum </a:t>
            </a:r>
          </a:p>
          <a:p>
            <a:pPr>
              <a:spcBef>
                <a:spcPts val="600"/>
              </a:spcBef>
            </a:pPr>
            <a:r>
              <a:rPr lang="en-US" sz="1000" dirty="0"/>
              <a:t>Lorem Ipsum is simply dummy text of the printing and typesetting industry. </a:t>
            </a:r>
          </a:p>
          <a:p>
            <a:pPr>
              <a:spcBef>
                <a:spcPts val="600"/>
              </a:spcBef>
            </a:pPr>
            <a:r>
              <a:rPr lang="en-US" sz="1000" dirty="0"/>
              <a:t>Lorem Ipsum is simply dummy text of the printing and typesetting industry. </a:t>
            </a:r>
          </a:p>
          <a:p>
            <a:pPr marL="182880" indent="-182880">
              <a:spcBef>
                <a:spcPts val="600"/>
              </a:spcBef>
              <a:buFont typeface="Arial" panose="020B0604020202020204" pitchFamily="34" charset="0"/>
              <a:buChar char="•"/>
            </a:pPr>
            <a:r>
              <a:rPr lang="en-US" sz="1000" dirty="0"/>
              <a:t>Lorem Ipsum </a:t>
            </a:r>
          </a:p>
          <a:p>
            <a:pPr marL="182880" indent="-182880">
              <a:spcBef>
                <a:spcPts val="600"/>
              </a:spcBef>
              <a:buFont typeface="Arial" panose="020B0604020202020204" pitchFamily="34" charset="0"/>
              <a:buChar char="•"/>
            </a:pPr>
            <a:r>
              <a:rPr lang="en-US" sz="1000" dirty="0"/>
              <a:t>Lorem Ipsum </a:t>
            </a:r>
          </a:p>
          <a:p>
            <a:pPr marL="182880" indent="-182880">
              <a:spcBef>
                <a:spcPts val="600"/>
              </a:spcBef>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 </a:t>
            </a:r>
          </a:p>
          <a:p>
            <a:pPr>
              <a:spcBef>
                <a:spcPts val="600"/>
              </a:spcBef>
            </a:pPr>
            <a:r>
              <a:rPr lang="en-US" sz="1000" b="1" dirty="0"/>
              <a:t>Lorem Ipsum </a:t>
            </a:r>
          </a:p>
          <a:p>
            <a:pPr marL="182880" indent="-182880">
              <a:spcBef>
                <a:spcPts val="600"/>
              </a:spcBef>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82880" indent="-182880">
              <a:spcBef>
                <a:spcPts val="600"/>
              </a:spcBef>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p:txBody>
      </p:sp>
      <p:sp>
        <p:nvSpPr>
          <p:cNvPr id="6" name="Rectangle 5">
            <a:extLst>
              <a:ext uri="{FF2B5EF4-FFF2-40B4-BE49-F238E27FC236}">
                <a16:creationId xmlns:a16="http://schemas.microsoft.com/office/drawing/2014/main" id="{191BC626-D7E3-4100-8CBF-223B3F50F91C}"/>
              </a:ext>
            </a:extLst>
          </p:cNvPr>
          <p:cNvSpPr/>
          <p:nvPr/>
        </p:nvSpPr>
        <p:spPr>
          <a:xfrm>
            <a:off x="8752114" y="2138878"/>
            <a:ext cx="3062061" cy="25391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spcBef>
                <a:spcPts val="600"/>
              </a:spcBef>
            </a:pPr>
            <a:r>
              <a:rPr lang="en-US" sz="1000" b="1" dirty="0"/>
              <a:t>Lorem Ipsum </a:t>
            </a:r>
          </a:p>
          <a:p>
            <a:pPr marL="182880" indent="-182880">
              <a:spcBef>
                <a:spcPts val="600"/>
              </a:spcBef>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82880" indent="-182880">
              <a:spcBef>
                <a:spcPts val="600"/>
              </a:spcBef>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a:spcBef>
                <a:spcPts val="600"/>
              </a:spcBef>
            </a:pPr>
            <a:r>
              <a:rPr lang="en-US" sz="1000" b="1" dirty="0"/>
              <a:t>Lorem Ipsum </a:t>
            </a:r>
          </a:p>
          <a:p>
            <a:pPr marL="182880" indent="-182880">
              <a:spcBef>
                <a:spcPts val="600"/>
              </a:spcBef>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a:p>
            <a:pPr marL="182880" indent="-182880">
              <a:spcBef>
                <a:spcPts val="600"/>
              </a:spcBef>
              <a:buFont typeface="Arial" panose="020B0604020202020204" pitchFamily="34" charset="0"/>
              <a:buChar char="•"/>
            </a:pPr>
            <a:r>
              <a:rPr lang="en-US" sz="1000" dirty="0">
                <a:solidFill>
                  <a:schemeClr val="bg1"/>
                </a:solidFill>
              </a:rPr>
              <a:t>Lorem Ipsum is simply dummy text of the printing and typesetting industry. Lorem Ipsum has been the industry's standard dummy text ever since the 1500s.</a:t>
            </a:r>
          </a:p>
        </p:txBody>
      </p:sp>
      <p:sp>
        <p:nvSpPr>
          <p:cNvPr id="10" name="TextBox 9">
            <a:extLst>
              <a:ext uri="{FF2B5EF4-FFF2-40B4-BE49-F238E27FC236}">
                <a16:creationId xmlns:a16="http://schemas.microsoft.com/office/drawing/2014/main" id="{1DFB3573-A31B-B99E-3417-36CEA8ECA0B9}"/>
              </a:ext>
            </a:extLst>
          </p:cNvPr>
          <p:cNvSpPr txBox="1"/>
          <p:nvPr/>
        </p:nvSpPr>
        <p:spPr>
          <a:xfrm flipH="1">
            <a:off x="8835241" y="5034943"/>
            <a:ext cx="3356758" cy="1218000"/>
          </a:xfrm>
          <a:prstGeom prst="round1Rect">
            <a:avLst>
              <a:gd name="adj" fmla="val 20013"/>
            </a:avLst>
          </a:prstGeom>
          <a:solidFill>
            <a:schemeClr val="bg1"/>
          </a:solidFill>
          <a:ln w="12700">
            <a:noFill/>
          </a:ln>
        </p:spPr>
        <p:txBody>
          <a:bodyPr wrap="square" lIns="91440" tIns="91440" rIns="457200" bIns="91440" anchor="ctr">
            <a:noAutofit/>
          </a:bodyPr>
          <a:lstStyle/>
          <a:p>
            <a:pPr algn="ctr">
              <a:spcBef>
                <a:spcPts val="600"/>
              </a:spcBef>
            </a:pPr>
            <a:r>
              <a:rPr lang="en-US" sz="1600" b="1" dirty="0"/>
              <a:t>Lorem Ipsum</a:t>
            </a:r>
          </a:p>
          <a:p>
            <a:pPr algn="ctr">
              <a:spcBef>
                <a:spcPts val="600"/>
              </a:spcBef>
            </a:pPr>
            <a:r>
              <a:rPr lang="en-US" sz="1200" dirty="0"/>
              <a:t>Lorem Ipsum is simply dummy text of the printing and typesetting industry.</a:t>
            </a:r>
          </a:p>
        </p:txBody>
      </p:sp>
      <p:sp>
        <p:nvSpPr>
          <p:cNvPr id="30" name="Rectangle: Rounded Corners 29">
            <a:extLst>
              <a:ext uri="{FF2B5EF4-FFF2-40B4-BE49-F238E27FC236}">
                <a16:creationId xmlns:a16="http://schemas.microsoft.com/office/drawing/2014/main" id="{BC7BA33B-68F9-1612-26B8-ADDD1EA488A5}"/>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1" name="Straight Connector 30">
            <a:extLst>
              <a:ext uri="{FF2B5EF4-FFF2-40B4-BE49-F238E27FC236}">
                <a16:creationId xmlns:a16="http://schemas.microsoft.com/office/drawing/2014/main" id="{2E36A5D0-C2A5-67EF-3128-CAEFE37BF2A1}"/>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Slide Number Placeholder 42">
            <a:extLst>
              <a:ext uri="{FF2B5EF4-FFF2-40B4-BE49-F238E27FC236}">
                <a16:creationId xmlns:a16="http://schemas.microsoft.com/office/drawing/2014/main" id="{80C95CD0-0789-666D-B750-DC53DBF7EDB9}"/>
              </a:ext>
            </a:extLst>
          </p:cNvPr>
          <p:cNvSpPr>
            <a:spLocks noGrp="1"/>
          </p:cNvSpPr>
          <p:nvPr>
            <p:ph type="sldNum" sz="quarter" idx="4"/>
          </p:nvPr>
        </p:nvSpPr>
        <p:spPr>
          <a:xfrm>
            <a:off x="11563748" y="6534603"/>
            <a:ext cx="228600" cy="137401"/>
          </a:xfrm>
        </p:spPr>
        <p:txBody>
          <a:bodyPr/>
          <a:lstStyle/>
          <a:p>
            <a:fld id="{8855CCE4-D0BE-4DED-8941-E3B093153CBB}" type="slidenum">
              <a:rPr lang="en-GB" smtClean="0"/>
              <a:pPr/>
              <a:t>10</a:t>
            </a:fld>
            <a:endParaRPr lang="en-GB" dirty="0"/>
          </a:p>
        </p:txBody>
      </p:sp>
    </p:spTree>
    <p:extLst>
      <p:ext uri="{BB962C8B-B14F-4D97-AF65-F5344CB8AC3E}">
        <p14:creationId xmlns:p14="http://schemas.microsoft.com/office/powerpoint/2010/main" val="807580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ECD67-28B3-25D6-5A33-099028929F5F}"/>
            </a:ext>
          </a:extLst>
        </p:cNvPr>
        <p:cNvGrpSpPr/>
        <p:nvPr/>
      </p:nvGrpSpPr>
      <p:grpSpPr>
        <a:xfrm>
          <a:off x="0" y="0"/>
          <a:ext cx="0" cy="0"/>
          <a:chOff x="0" y="0"/>
          <a:chExt cx="0" cy="0"/>
        </a:xfrm>
      </p:grpSpPr>
      <p:pic>
        <p:nvPicPr>
          <p:cNvPr id="77" name="Picture 76" descr="An airplane taking off from a runway&#10;&#10;AI-generated content may be incorrect.">
            <a:extLst>
              <a:ext uri="{FF2B5EF4-FFF2-40B4-BE49-F238E27FC236}">
                <a16:creationId xmlns:a16="http://schemas.microsoft.com/office/drawing/2014/main" id="{FF50CB7B-692F-C5D5-2E37-0ACFFFEBF98B}"/>
              </a:ext>
            </a:extLst>
          </p:cNvPr>
          <p:cNvPicPr>
            <a:picLocks noChangeAspect="1"/>
          </p:cNvPicPr>
          <p:nvPr/>
        </p:nvPicPr>
        <p:blipFill rotWithShape="1">
          <a:blip r:embed="rId3">
            <a:extLst>
              <a:ext uri="{28A0092B-C50C-407E-A947-70E740481C1C}">
                <a14:useLocalDpi xmlns:a14="http://schemas.microsoft.com/office/drawing/2010/main" val="0"/>
              </a:ext>
            </a:extLst>
          </a:blip>
          <a:srcRect l="34421" r="26605" b="19095"/>
          <a:stretch>
            <a:fillRect/>
          </a:stretch>
        </p:blipFill>
        <p:spPr>
          <a:xfrm>
            <a:off x="8432794" y="0"/>
            <a:ext cx="3759207" cy="5110934"/>
          </a:xfrm>
          <a:custGeom>
            <a:avLst/>
            <a:gdLst>
              <a:gd name="connsiteX0" fmla="*/ 0 w 3759207"/>
              <a:gd name="connsiteY0" fmla="*/ 0 h 5064188"/>
              <a:gd name="connsiteX1" fmla="*/ 3759207 w 3759207"/>
              <a:gd name="connsiteY1" fmla="*/ 0 h 5064188"/>
              <a:gd name="connsiteX2" fmla="*/ 3759207 w 3759207"/>
              <a:gd name="connsiteY2" fmla="*/ 5064188 h 5064188"/>
              <a:gd name="connsiteX3" fmla="*/ 255626 w 3759207"/>
              <a:gd name="connsiteY3" fmla="*/ 5064188 h 5064188"/>
              <a:gd name="connsiteX4" fmla="*/ 0 w 3759207"/>
              <a:gd name="connsiteY4" fmla="*/ 4808562 h 5064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9207" h="5064188">
                <a:moveTo>
                  <a:pt x="0" y="0"/>
                </a:moveTo>
                <a:lnTo>
                  <a:pt x="3759207" y="0"/>
                </a:lnTo>
                <a:lnTo>
                  <a:pt x="3759207" y="5064188"/>
                </a:lnTo>
                <a:lnTo>
                  <a:pt x="255626" y="5064188"/>
                </a:lnTo>
                <a:cubicBezTo>
                  <a:pt x="114448" y="5064188"/>
                  <a:pt x="0" y="4949740"/>
                  <a:pt x="0" y="4808562"/>
                </a:cubicBezTo>
                <a:close/>
              </a:path>
            </a:pathLst>
          </a:custGeom>
        </p:spPr>
      </p:pic>
      <p:sp>
        <p:nvSpPr>
          <p:cNvPr id="78" name="Rectangle: Single Corner Rounded 77">
            <a:extLst>
              <a:ext uri="{FF2B5EF4-FFF2-40B4-BE49-F238E27FC236}">
                <a16:creationId xmlns:a16="http://schemas.microsoft.com/office/drawing/2014/main" id="{3666640E-9740-A7A6-3F23-3DE0DF3E24AB}"/>
              </a:ext>
            </a:extLst>
          </p:cNvPr>
          <p:cNvSpPr/>
          <p:nvPr/>
        </p:nvSpPr>
        <p:spPr>
          <a:xfrm flipH="1" flipV="1">
            <a:off x="8432791" y="0"/>
            <a:ext cx="3759207" cy="5110933"/>
          </a:xfrm>
          <a:prstGeom prst="round1Rect">
            <a:avLst>
              <a:gd name="adj" fmla="val 6800"/>
            </a:avLst>
          </a:prstGeom>
          <a:gradFill flip="none" rotWithShape="1">
            <a:gsLst>
              <a:gs pos="100000">
                <a:schemeClr val="tx1">
                  <a:alpha val="0"/>
                </a:schemeClr>
              </a:gs>
              <a:gs pos="0">
                <a:schemeClr val="tx1">
                  <a:alpha val="9000"/>
                </a:schemeClr>
              </a:gs>
            </a:gsLst>
            <a:lin ang="17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 name="Title 1">
            <a:extLst>
              <a:ext uri="{FF2B5EF4-FFF2-40B4-BE49-F238E27FC236}">
                <a16:creationId xmlns:a16="http://schemas.microsoft.com/office/drawing/2014/main" id="{6E21721C-00D5-4A46-6050-62B2BB9EBC67}"/>
              </a:ext>
            </a:extLst>
          </p:cNvPr>
          <p:cNvSpPr>
            <a:spLocks noGrp="1"/>
          </p:cNvSpPr>
          <p:nvPr>
            <p:ph type="title"/>
          </p:nvPr>
        </p:nvSpPr>
        <p:spPr>
          <a:xfrm>
            <a:off x="381000" y="351388"/>
            <a:ext cx="9032631" cy="457282"/>
          </a:xfrm>
        </p:spPr>
        <p:txBody>
          <a:bodyPr/>
          <a:lstStyle/>
          <a:p>
            <a:r>
              <a:rPr lang="en-IN" dirty="0"/>
              <a:t>Lorem Ipsum</a:t>
            </a:r>
          </a:p>
        </p:txBody>
      </p:sp>
      <p:sp>
        <p:nvSpPr>
          <p:cNvPr id="29" name="TextBox 28">
            <a:extLst>
              <a:ext uri="{FF2B5EF4-FFF2-40B4-BE49-F238E27FC236}">
                <a16:creationId xmlns:a16="http://schemas.microsoft.com/office/drawing/2014/main" id="{DD435AD5-A27B-3F4B-6C7B-7D31D64C9DCD}"/>
              </a:ext>
            </a:extLst>
          </p:cNvPr>
          <p:cNvSpPr txBox="1"/>
          <p:nvPr/>
        </p:nvSpPr>
        <p:spPr>
          <a:xfrm>
            <a:off x="381001" y="1239827"/>
            <a:ext cx="2597128" cy="728078"/>
          </a:xfrm>
          <a:prstGeom prst="round1Rect">
            <a:avLst/>
          </a:prstGeom>
          <a:solidFill>
            <a:schemeClr val="accent2"/>
          </a:solidFill>
        </p:spPr>
        <p:txBody>
          <a:bodyPr wrap="square" lIns="731520" anchor="ctr">
            <a:noAutofit/>
          </a:bodyPr>
          <a:lstStyle/>
          <a:p>
            <a:pPr>
              <a:spcBef>
                <a:spcPts val="600"/>
              </a:spcBef>
            </a:pPr>
            <a:r>
              <a:rPr lang="en-IN" sz="1100" b="1" dirty="0">
                <a:solidFill>
                  <a:sysClr val="windowText" lastClr="000000"/>
                </a:solidFill>
              </a:rPr>
              <a:t>Lorem Ipsum</a:t>
            </a:r>
          </a:p>
        </p:txBody>
      </p:sp>
      <p:sp>
        <p:nvSpPr>
          <p:cNvPr id="32" name="TextBox 31">
            <a:extLst>
              <a:ext uri="{FF2B5EF4-FFF2-40B4-BE49-F238E27FC236}">
                <a16:creationId xmlns:a16="http://schemas.microsoft.com/office/drawing/2014/main" id="{0011526A-F063-7992-216A-1680B77C3F93}"/>
              </a:ext>
            </a:extLst>
          </p:cNvPr>
          <p:cNvSpPr txBox="1"/>
          <p:nvPr/>
        </p:nvSpPr>
        <p:spPr>
          <a:xfrm>
            <a:off x="363537" y="4347285"/>
            <a:ext cx="3947268" cy="728078"/>
          </a:xfrm>
          <a:prstGeom prst="round1Rect">
            <a:avLst/>
          </a:prstGeom>
          <a:solidFill>
            <a:schemeClr val="accent2"/>
          </a:solidFill>
        </p:spPr>
        <p:txBody>
          <a:bodyPr wrap="square" lIns="731520" anchor="ctr">
            <a:noAutofit/>
          </a:bodyPr>
          <a:lstStyle/>
          <a:p>
            <a:pPr>
              <a:spcBef>
                <a:spcPts val="600"/>
              </a:spcBef>
            </a:pPr>
            <a:r>
              <a:rPr lang="en-US" sz="1100" b="1" dirty="0">
                <a:solidFill>
                  <a:sysClr val="windowText" lastClr="000000"/>
                </a:solidFill>
              </a:rPr>
              <a:t>Lorem Ipsum</a:t>
            </a:r>
          </a:p>
        </p:txBody>
      </p:sp>
      <p:sp>
        <p:nvSpPr>
          <p:cNvPr id="41" name="TextBox 40">
            <a:extLst>
              <a:ext uri="{FF2B5EF4-FFF2-40B4-BE49-F238E27FC236}">
                <a16:creationId xmlns:a16="http://schemas.microsoft.com/office/drawing/2014/main" id="{F6BA4976-27C3-F00B-BF65-DB9D41D82A58}"/>
              </a:ext>
            </a:extLst>
          </p:cNvPr>
          <p:cNvSpPr txBox="1"/>
          <p:nvPr/>
        </p:nvSpPr>
        <p:spPr>
          <a:xfrm>
            <a:off x="381001" y="2007859"/>
            <a:ext cx="2597128" cy="1692771"/>
          </a:xfrm>
          <a:prstGeom prst="rect">
            <a:avLst/>
          </a:prstGeom>
          <a:noFill/>
        </p:spPr>
        <p:txBody>
          <a:bodyPr wrap="square" lIns="0" tIns="0" rIns="0" bIns="0" anchor="t">
            <a:spAutoFit/>
          </a:bodyPr>
          <a:lstStyle/>
          <a:p>
            <a:pPr>
              <a:spcBef>
                <a:spcPts val="600"/>
              </a:spcBef>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a:t>
            </a:r>
          </a:p>
        </p:txBody>
      </p:sp>
      <p:sp>
        <p:nvSpPr>
          <p:cNvPr id="42" name="TextBox 41">
            <a:extLst>
              <a:ext uri="{FF2B5EF4-FFF2-40B4-BE49-F238E27FC236}">
                <a16:creationId xmlns:a16="http://schemas.microsoft.com/office/drawing/2014/main" id="{1BBDF6BA-CFFF-B038-18DB-26A41365E9D1}"/>
              </a:ext>
            </a:extLst>
          </p:cNvPr>
          <p:cNvSpPr txBox="1"/>
          <p:nvPr/>
        </p:nvSpPr>
        <p:spPr>
          <a:xfrm>
            <a:off x="3064934" y="2007859"/>
            <a:ext cx="2597128" cy="2077492"/>
          </a:xfrm>
          <a:prstGeom prst="rect">
            <a:avLst/>
          </a:prstGeom>
          <a:noFill/>
        </p:spPr>
        <p:txBody>
          <a:bodyPr wrap="square" lIns="0" tIns="0" rIns="0" bIns="0" anchor="t">
            <a:spAutoFit/>
          </a:bodyPr>
          <a:lstStyle/>
          <a:p>
            <a:pPr>
              <a:spcBef>
                <a:spcPts val="600"/>
              </a:spcBef>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a:t>
            </a:r>
          </a:p>
          <a:p>
            <a:pPr>
              <a:spcBef>
                <a:spcPts val="600"/>
              </a:spcBef>
            </a:pPr>
            <a:r>
              <a:rPr lang="en-US" sz="1000" dirty="0">
                <a:solidFill>
                  <a:schemeClr val="bg1"/>
                </a:solidFill>
              </a:rPr>
              <a:t>Lorem Ipsum is simply dummy text of the printing and typesetting industry. </a:t>
            </a:r>
          </a:p>
        </p:txBody>
      </p:sp>
      <p:sp>
        <p:nvSpPr>
          <p:cNvPr id="43" name="TextBox 42">
            <a:extLst>
              <a:ext uri="{FF2B5EF4-FFF2-40B4-BE49-F238E27FC236}">
                <a16:creationId xmlns:a16="http://schemas.microsoft.com/office/drawing/2014/main" id="{2D2364B9-2009-57BB-28A8-503C3F7D28F1}"/>
              </a:ext>
            </a:extLst>
          </p:cNvPr>
          <p:cNvSpPr txBox="1"/>
          <p:nvPr/>
        </p:nvSpPr>
        <p:spPr>
          <a:xfrm>
            <a:off x="5748867" y="2007859"/>
            <a:ext cx="2597128" cy="2077492"/>
          </a:xfrm>
          <a:prstGeom prst="rect">
            <a:avLst/>
          </a:prstGeom>
          <a:noFill/>
        </p:spPr>
        <p:txBody>
          <a:bodyPr wrap="square" lIns="0" tIns="0" rIns="0" bIns="0" anchor="t">
            <a:spAutoFit/>
          </a:bodyPr>
          <a:lstStyle/>
          <a:p>
            <a:pPr>
              <a:spcBef>
                <a:spcPts val="600"/>
              </a:spcBef>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a:t>
            </a:r>
          </a:p>
          <a:p>
            <a:pPr>
              <a:spcBef>
                <a:spcPts val="600"/>
              </a:spcBef>
            </a:pPr>
            <a:r>
              <a:rPr lang="en-US" sz="1000" dirty="0">
                <a:solidFill>
                  <a:schemeClr val="bg1"/>
                </a:solidFill>
              </a:rPr>
              <a:t>Lorem Ipsum is simply dummy text of the printing and typesetting industry. </a:t>
            </a:r>
          </a:p>
        </p:txBody>
      </p:sp>
      <p:sp>
        <p:nvSpPr>
          <p:cNvPr id="44" name="TextBox 43">
            <a:extLst>
              <a:ext uri="{FF2B5EF4-FFF2-40B4-BE49-F238E27FC236}">
                <a16:creationId xmlns:a16="http://schemas.microsoft.com/office/drawing/2014/main" id="{3890D6FD-F718-DEED-2510-DB30E37B0CDC}"/>
              </a:ext>
            </a:extLst>
          </p:cNvPr>
          <p:cNvSpPr txBox="1"/>
          <p:nvPr/>
        </p:nvSpPr>
        <p:spPr>
          <a:xfrm>
            <a:off x="363536" y="5117038"/>
            <a:ext cx="3947268" cy="1077218"/>
          </a:xfrm>
          <a:prstGeom prst="rect">
            <a:avLst/>
          </a:prstGeom>
          <a:noFill/>
        </p:spPr>
        <p:txBody>
          <a:bodyPr wrap="square" lIns="0" tIns="0" rIns="0" bIns="0" anchor="t">
            <a:spAutoFit/>
          </a:bodyPr>
          <a:lstStyle/>
          <a:p>
            <a:pPr>
              <a:spcBef>
                <a:spcPts val="600"/>
              </a:spcBef>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a:t>
            </a:r>
          </a:p>
        </p:txBody>
      </p:sp>
      <p:sp>
        <p:nvSpPr>
          <p:cNvPr id="3" name="Oval 2">
            <a:extLst>
              <a:ext uri="{FF2B5EF4-FFF2-40B4-BE49-F238E27FC236}">
                <a16:creationId xmlns:a16="http://schemas.microsoft.com/office/drawing/2014/main" id="{10590B11-7A0B-4966-279C-5C25A749C9C0}"/>
              </a:ext>
            </a:extLst>
          </p:cNvPr>
          <p:cNvSpPr>
            <a:spLocks noChangeAspect="1"/>
          </p:cNvSpPr>
          <p:nvPr/>
        </p:nvSpPr>
        <p:spPr>
          <a:xfrm>
            <a:off x="472759" y="1331585"/>
            <a:ext cx="548004" cy="5480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0" name="TextBox 29">
            <a:extLst>
              <a:ext uri="{FF2B5EF4-FFF2-40B4-BE49-F238E27FC236}">
                <a16:creationId xmlns:a16="http://schemas.microsoft.com/office/drawing/2014/main" id="{D274E34D-AFB9-4C23-D9DC-EEE0F0A9F6B9}"/>
              </a:ext>
            </a:extLst>
          </p:cNvPr>
          <p:cNvSpPr txBox="1"/>
          <p:nvPr/>
        </p:nvSpPr>
        <p:spPr>
          <a:xfrm>
            <a:off x="3064934" y="1239827"/>
            <a:ext cx="2597128" cy="728078"/>
          </a:xfrm>
          <a:prstGeom prst="round1Rect">
            <a:avLst/>
          </a:prstGeom>
          <a:solidFill>
            <a:schemeClr val="accent2"/>
          </a:solidFill>
        </p:spPr>
        <p:txBody>
          <a:bodyPr wrap="square" lIns="731520" anchor="ctr">
            <a:noAutofit/>
          </a:bodyPr>
          <a:lstStyle/>
          <a:p>
            <a:pPr>
              <a:spcBef>
                <a:spcPts val="600"/>
              </a:spcBef>
            </a:pPr>
            <a:r>
              <a:rPr lang="en-US" sz="1100" b="1" dirty="0">
                <a:solidFill>
                  <a:sysClr val="windowText" lastClr="000000"/>
                </a:solidFill>
              </a:rPr>
              <a:t>Lorem Ipsum</a:t>
            </a:r>
          </a:p>
        </p:txBody>
      </p:sp>
      <p:sp>
        <p:nvSpPr>
          <p:cNvPr id="4" name="Oval 3">
            <a:extLst>
              <a:ext uri="{FF2B5EF4-FFF2-40B4-BE49-F238E27FC236}">
                <a16:creationId xmlns:a16="http://schemas.microsoft.com/office/drawing/2014/main" id="{65FAEDAF-8485-420C-1510-9C3E6E75B98E}"/>
              </a:ext>
            </a:extLst>
          </p:cNvPr>
          <p:cNvSpPr>
            <a:spLocks noChangeAspect="1"/>
          </p:cNvSpPr>
          <p:nvPr/>
        </p:nvSpPr>
        <p:spPr>
          <a:xfrm>
            <a:off x="3156692" y="1331585"/>
            <a:ext cx="548004" cy="5480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dirty="0"/>
          </a:p>
        </p:txBody>
      </p:sp>
      <p:sp>
        <p:nvSpPr>
          <p:cNvPr id="31" name="TextBox 30">
            <a:extLst>
              <a:ext uri="{FF2B5EF4-FFF2-40B4-BE49-F238E27FC236}">
                <a16:creationId xmlns:a16="http://schemas.microsoft.com/office/drawing/2014/main" id="{BE93C6CF-50DA-98EE-1DC8-5B666BC88035}"/>
              </a:ext>
            </a:extLst>
          </p:cNvPr>
          <p:cNvSpPr txBox="1"/>
          <p:nvPr/>
        </p:nvSpPr>
        <p:spPr>
          <a:xfrm>
            <a:off x="5748867" y="1239827"/>
            <a:ext cx="2597128" cy="728078"/>
          </a:xfrm>
          <a:prstGeom prst="round1Rect">
            <a:avLst/>
          </a:prstGeom>
          <a:solidFill>
            <a:schemeClr val="accent2"/>
          </a:solidFill>
        </p:spPr>
        <p:txBody>
          <a:bodyPr wrap="square" lIns="731520" anchor="ctr">
            <a:noAutofit/>
          </a:bodyPr>
          <a:lstStyle/>
          <a:p>
            <a:pPr>
              <a:spcBef>
                <a:spcPts val="600"/>
              </a:spcBef>
            </a:pPr>
            <a:r>
              <a:rPr lang="en-US" sz="1100" b="1" dirty="0">
                <a:solidFill>
                  <a:sysClr val="windowText" lastClr="000000"/>
                </a:solidFill>
              </a:rPr>
              <a:t>Lorem Ipsum</a:t>
            </a:r>
          </a:p>
        </p:txBody>
      </p:sp>
      <p:sp>
        <p:nvSpPr>
          <p:cNvPr id="7" name="Oval 6">
            <a:extLst>
              <a:ext uri="{FF2B5EF4-FFF2-40B4-BE49-F238E27FC236}">
                <a16:creationId xmlns:a16="http://schemas.microsoft.com/office/drawing/2014/main" id="{4115CDA4-6A1B-3D3D-6509-1CCB2234D436}"/>
              </a:ext>
            </a:extLst>
          </p:cNvPr>
          <p:cNvSpPr>
            <a:spLocks noChangeAspect="1"/>
          </p:cNvSpPr>
          <p:nvPr/>
        </p:nvSpPr>
        <p:spPr>
          <a:xfrm>
            <a:off x="5802489" y="1331585"/>
            <a:ext cx="548004" cy="5480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9" name="Oval 8">
            <a:extLst>
              <a:ext uri="{FF2B5EF4-FFF2-40B4-BE49-F238E27FC236}">
                <a16:creationId xmlns:a16="http://schemas.microsoft.com/office/drawing/2014/main" id="{6829D743-A65D-0E54-BD1C-6132BFD88E16}"/>
              </a:ext>
            </a:extLst>
          </p:cNvPr>
          <p:cNvSpPr>
            <a:spLocks noChangeAspect="1"/>
          </p:cNvSpPr>
          <p:nvPr/>
        </p:nvSpPr>
        <p:spPr>
          <a:xfrm>
            <a:off x="455296" y="4437322"/>
            <a:ext cx="548004" cy="5480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5" name="TextBox 44">
            <a:extLst>
              <a:ext uri="{FF2B5EF4-FFF2-40B4-BE49-F238E27FC236}">
                <a16:creationId xmlns:a16="http://schemas.microsoft.com/office/drawing/2014/main" id="{3135BB76-0400-6638-7D45-D5E06F23DD0D}"/>
              </a:ext>
            </a:extLst>
          </p:cNvPr>
          <p:cNvSpPr txBox="1"/>
          <p:nvPr/>
        </p:nvSpPr>
        <p:spPr>
          <a:xfrm>
            <a:off x="4398728" y="5117038"/>
            <a:ext cx="3947268" cy="1077218"/>
          </a:xfrm>
          <a:prstGeom prst="rect">
            <a:avLst/>
          </a:prstGeom>
          <a:noFill/>
        </p:spPr>
        <p:txBody>
          <a:bodyPr wrap="square" lIns="0" tIns="0" rIns="0" bIns="0" anchor="t">
            <a:spAutoFit/>
          </a:bodyPr>
          <a:lstStyle/>
          <a:p>
            <a:pPr>
              <a:spcBef>
                <a:spcPts val="600"/>
              </a:spcBef>
            </a:pPr>
            <a:r>
              <a:rPr lang="en-US" sz="10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Lorem Ipsum has been the industry's standard dummy text ever since the 1500s. Lorem Ipsum is simply dummy text of the printing and typesetting industry. Lorem Ipsum has been the industry's standard dummy text ever since the 1500s.</a:t>
            </a:r>
          </a:p>
        </p:txBody>
      </p:sp>
      <p:sp>
        <p:nvSpPr>
          <p:cNvPr id="33" name="TextBox 32">
            <a:extLst>
              <a:ext uri="{FF2B5EF4-FFF2-40B4-BE49-F238E27FC236}">
                <a16:creationId xmlns:a16="http://schemas.microsoft.com/office/drawing/2014/main" id="{FA7A6A32-C440-6A6A-C2BD-5E96145860CD}"/>
              </a:ext>
            </a:extLst>
          </p:cNvPr>
          <p:cNvSpPr txBox="1"/>
          <p:nvPr/>
        </p:nvSpPr>
        <p:spPr>
          <a:xfrm>
            <a:off x="4398728" y="4349006"/>
            <a:ext cx="3947268" cy="728078"/>
          </a:xfrm>
          <a:prstGeom prst="round1Rect">
            <a:avLst/>
          </a:prstGeom>
          <a:solidFill>
            <a:schemeClr val="accent2"/>
          </a:solidFill>
        </p:spPr>
        <p:txBody>
          <a:bodyPr wrap="square" lIns="731520" anchor="ctr">
            <a:noAutofit/>
          </a:bodyPr>
          <a:lstStyle/>
          <a:p>
            <a:pPr>
              <a:spcBef>
                <a:spcPts val="600"/>
              </a:spcBef>
            </a:pPr>
            <a:r>
              <a:rPr lang="en-US" sz="1100" b="1" dirty="0">
                <a:solidFill>
                  <a:sysClr val="windowText" lastClr="000000"/>
                </a:solidFill>
              </a:rPr>
              <a:t>Lorem Ipsum</a:t>
            </a:r>
          </a:p>
        </p:txBody>
      </p:sp>
      <p:sp>
        <p:nvSpPr>
          <p:cNvPr id="10" name="Oval 9">
            <a:extLst>
              <a:ext uri="{FF2B5EF4-FFF2-40B4-BE49-F238E27FC236}">
                <a16:creationId xmlns:a16="http://schemas.microsoft.com/office/drawing/2014/main" id="{4B9AB2C3-77C0-12FD-98BE-14B52DCECB62}"/>
              </a:ext>
            </a:extLst>
          </p:cNvPr>
          <p:cNvSpPr>
            <a:spLocks noChangeAspect="1"/>
          </p:cNvSpPr>
          <p:nvPr/>
        </p:nvSpPr>
        <p:spPr>
          <a:xfrm>
            <a:off x="4490485" y="4437322"/>
            <a:ext cx="548004" cy="5480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9" name="Freeform 9">
            <a:extLst>
              <a:ext uri="{FF2B5EF4-FFF2-40B4-BE49-F238E27FC236}">
                <a16:creationId xmlns:a16="http://schemas.microsoft.com/office/drawing/2014/main" id="{649D75A9-B81A-FD1C-1AB2-802F128EBE5B}"/>
              </a:ext>
            </a:extLst>
          </p:cNvPr>
          <p:cNvSpPr>
            <a:spLocks/>
          </p:cNvSpPr>
          <p:nvPr/>
        </p:nvSpPr>
        <p:spPr bwMode="auto">
          <a:xfrm>
            <a:off x="573088" y="1460500"/>
            <a:ext cx="354012" cy="285750"/>
          </a:xfrm>
          <a:custGeom>
            <a:avLst/>
            <a:gdLst>
              <a:gd name="T0" fmla="*/ 151 w 223"/>
              <a:gd name="T1" fmla="*/ 120 h 180"/>
              <a:gd name="T2" fmla="*/ 157 w 223"/>
              <a:gd name="T3" fmla="*/ 118 h 180"/>
              <a:gd name="T4" fmla="*/ 159 w 223"/>
              <a:gd name="T5" fmla="*/ 116 h 180"/>
              <a:gd name="T6" fmla="*/ 160 w 223"/>
              <a:gd name="T7" fmla="*/ 115 h 180"/>
              <a:gd name="T8" fmla="*/ 160 w 223"/>
              <a:gd name="T9" fmla="*/ 113 h 180"/>
              <a:gd name="T10" fmla="*/ 160 w 223"/>
              <a:gd name="T11" fmla="*/ 110 h 180"/>
              <a:gd name="T12" fmla="*/ 159 w 223"/>
              <a:gd name="T13" fmla="*/ 108 h 180"/>
              <a:gd name="T14" fmla="*/ 157 w 223"/>
              <a:gd name="T15" fmla="*/ 107 h 180"/>
              <a:gd name="T16" fmla="*/ 155 w 223"/>
              <a:gd name="T17" fmla="*/ 107 h 180"/>
              <a:gd name="T18" fmla="*/ 153 w 223"/>
              <a:gd name="T19" fmla="*/ 107 h 180"/>
              <a:gd name="T20" fmla="*/ 166 w 223"/>
              <a:gd name="T21" fmla="*/ 63 h 180"/>
              <a:gd name="T22" fmla="*/ 184 w 223"/>
              <a:gd name="T23" fmla="*/ 50 h 180"/>
              <a:gd name="T24" fmla="*/ 198 w 223"/>
              <a:gd name="T25" fmla="*/ 39 h 180"/>
              <a:gd name="T26" fmla="*/ 208 w 223"/>
              <a:gd name="T27" fmla="*/ 28 h 180"/>
              <a:gd name="T28" fmla="*/ 215 w 223"/>
              <a:gd name="T29" fmla="*/ 19 h 180"/>
              <a:gd name="T30" fmla="*/ 219 w 223"/>
              <a:gd name="T31" fmla="*/ 12 h 180"/>
              <a:gd name="T32" fmla="*/ 223 w 223"/>
              <a:gd name="T33" fmla="*/ 5 h 180"/>
              <a:gd name="T34" fmla="*/ 221 w 223"/>
              <a:gd name="T35" fmla="*/ 3 h 180"/>
              <a:gd name="T36" fmla="*/ 214 w 223"/>
              <a:gd name="T37" fmla="*/ 3 h 180"/>
              <a:gd name="T38" fmla="*/ 205 w 223"/>
              <a:gd name="T39" fmla="*/ 4 h 180"/>
              <a:gd name="T40" fmla="*/ 194 w 223"/>
              <a:gd name="T41" fmla="*/ 6 h 180"/>
              <a:gd name="T42" fmla="*/ 180 w 223"/>
              <a:gd name="T43" fmla="*/ 10 h 180"/>
              <a:gd name="T44" fmla="*/ 164 w 223"/>
              <a:gd name="T45" fmla="*/ 18 h 180"/>
              <a:gd name="T46" fmla="*/ 145 w 223"/>
              <a:gd name="T47" fmla="*/ 28 h 180"/>
              <a:gd name="T48" fmla="*/ 99 w 223"/>
              <a:gd name="T49" fmla="*/ 22 h 180"/>
              <a:gd name="T50" fmla="*/ 100 w 223"/>
              <a:gd name="T51" fmla="*/ 20 h 180"/>
              <a:gd name="T52" fmla="*/ 100 w 223"/>
              <a:gd name="T53" fmla="*/ 18 h 180"/>
              <a:gd name="T54" fmla="*/ 100 w 223"/>
              <a:gd name="T55" fmla="*/ 16 h 180"/>
              <a:gd name="T56" fmla="*/ 99 w 223"/>
              <a:gd name="T57" fmla="*/ 14 h 180"/>
              <a:gd name="T58" fmla="*/ 97 w 223"/>
              <a:gd name="T59" fmla="*/ 13 h 180"/>
              <a:gd name="T60" fmla="*/ 95 w 223"/>
              <a:gd name="T61" fmla="*/ 13 h 180"/>
              <a:gd name="T62" fmla="*/ 92 w 223"/>
              <a:gd name="T63" fmla="*/ 13 h 180"/>
              <a:gd name="T64" fmla="*/ 88 w 223"/>
              <a:gd name="T65" fmla="*/ 17 h 180"/>
              <a:gd name="T66" fmla="*/ 71 w 223"/>
              <a:gd name="T67" fmla="*/ 10 h 180"/>
              <a:gd name="T68" fmla="*/ 73 w 223"/>
              <a:gd name="T69" fmla="*/ 9 h 180"/>
              <a:gd name="T70" fmla="*/ 74 w 223"/>
              <a:gd name="T71" fmla="*/ 6 h 180"/>
              <a:gd name="T72" fmla="*/ 73 w 223"/>
              <a:gd name="T73" fmla="*/ 4 h 180"/>
              <a:gd name="T74" fmla="*/ 72 w 223"/>
              <a:gd name="T75" fmla="*/ 2 h 180"/>
              <a:gd name="T76" fmla="*/ 71 w 223"/>
              <a:gd name="T77" fmla="*/ 1 h 180"/>
              <a:gd name="T78" fmla="*/ 69 w 223"/>
              <a:gd name="T79" fmla="*/ 0 h 180"/>
              <a:gd name="T80" fmla="*/ 66 w 223"/>
              <a:gd name="T81" fmla="*/ 0 h 180"/>
              <a:gd name="T82" fmla="*/ 65 w 223"/>
              <a:gd name="T83" fmla="*/ 1 h 180"/>
              <a:gd name="T84" fmla="*/ 60 w 223"/>
              <a:gd name="T85" fmla="*/ 5 h 180"/>
              <a:gd name="T86" fmla="*/ 39 w 223"/>
              <a:gd name="T87" fmla="*/ 0 h 180"/>
              <a:gd name="T88" fmla="*/ 10 w 223"/>
              <a:gd name="T89" fmla="*/ 96 h 180"/>
              <a:gd name="T90" fmla="*/ 47 w 223"/>
              <a:gd name="T91" fmla="*/ 155 h 180"/>
              <a:gd name="T92" fmla="*/ 145 w 223"/>
              <a:gd name="T93" fmla="*/ 170 h 180"/>
              <a:gd name="T94" fmla="*/ 150 w 223"/>
              <a:gd name="T95" fmla="*/ 149 h 180"/>
              <a:gd name="T96" fmla="*/ 156 w 223"/>
              <a:gd name="T97" fmla="*/ 147 h 180"/>
              <a:gd name="T98" fmla="*/ 158 w 223"/>
              <a:gd name="T99" fmla="*/ 145 h 180"/>
              <a:gd name="T100" fmla="*/ 158 w 223"/>
              <a:gd name="T101" fmla="*/ 143 h 180"/>
              <a:gd name="T102" fmla="*/ 158 w 223"/>
              <a:gd name="T103" fmla="*/ 141 h 180"/>
              <a:gd name="T104" fmla="*/ 157 w 223"/>
              <a:gd name="T105" fmla="*/ 139 h 180"/>
              <a:gd name="T106" fmla="*/ 156 w 223"/>
              <a:gd name="T107" fmla="*/ 137 h 180"/>
              <a:gd name="T108" fmla="*/ 154 w 223"/>
              <a:gd name="T109" fmla="*/ 136 h 180"/>
              <a:gd name="T110" fmla="*/ 152 w 223"/>
              <a:gd name="T111" fmla="*/ 136 h 180"/>
              <a:gd name="T112" fmla="*/ 151 w 223"/>
              <a:gd name="T113" fmla="*/ 13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3" h="180">
                <a:moveTo>
                  <a:pt x="151" y="137"/>
                </a:moveTo>
                <a:lnTo>
                  <a:pt x="149" y="138"/>
                </a:lnTo>
                <a:lnTo>
                  <a:pt x="151" y="120"/>
                </a:lnTo>
                <a:lnTo>
                  <a:pt x="151" y="120"/>
                </a:lnTo>
                <a:lnTo>
                  <a:pt x="152" y="120"/>
                </a:lnTo>
                <a:lnTo>
                  <a:pt x="152" y="120"/>
                </a:lnTo>
                <a:lnTo>
                  <a:pt x="153" y="120"/>
                </a:lnTo>
                <a:lnTo>
                  <a:pt x="157" y="118"/>
                </a:lnTo>
                <a:lnTo>
                  <a:pt x="157" y="117"/>
                </a:lnTo>
                <a:lnTo>
                  <a:pt x="158" y="117"/>
                </a:lnTo>
                <a:lnTo>
                  <a:pt x="158" y="117"/>
                </a:lnTo>
                <a:lnTo>
                  <a:pt x="159" y="116"/>
                </a:lnTo>
                <a:lnTo>
                  <a:pt x="159" y="116"/>
                </a:lnTo>
                <a:lnTo>
                  <a:pt x="159" y="116"/>
                </a:lnTo>
                <a:lnTo>
                  <a:pt x="160" y="115"/>
                </a:lnTo>
                <a:lnTo>
                  <a:pt x="160" y="115"/>
                </a:lnTo>
                <a:lnTo>
                  <a:pt x="160" y="114"/>
                </a:lnTo>
                <a:lnTo>
                  <a:pt x="160" y="114"/>
                </a:lnTo>
                <a:lnTo>
                  <a:pt x="160" y="113"/>
                </a:lnTo>
                <a:lnTo>
                  <a:pt x="160" y="113"/>
                </a:lnTo>
                <a:lnTo>
                  <a:pt x="160" y="112"/>
                </a:lnTo>
                <a:lnTo>
                  <a:pt x="160" y="111"/>
                </a:lnTo>
                <a:lnTo>
                  <a:pt x="160" y="111"/>
                </a:lnTo>
                <a:lnTo>
                  <a:pt x="160" y="110"/>
                </a:lnTo>
                <a:lnTo>
                  <a:pt x="160" y="110"/>
                </a:lnTo>
                <a:lnTo>
                  <a:pt x="159" y="109"/>
                </a:lnTo>
                <a:lnTo>
                  <a:pt x="159" y="109"/>
                </a:lnTo>
                <a:lnTo>
                  <a:pt x="159" y="108"/>
                </a:lnTo>
                <a:lnTo>
                  <a:pt x="158" y="108"/>
                </a:lnTo>
                <a:lnTo>
                  <a:pt x="158" y="108"/>
                </a:lnTo>
                <a:lnTo>
                  <a:pt x="157" y="108"/>
                </a:lnTo>
                <a:lnTo>
                  <a:pt x="157" y="107"/>
                </a:lnTo>
                <a:lnTo>
                  <a:pt x="156" y="107"/>
                </a:lnTo>
                <a:lnTo>
                  <a:pt x="156" y="107"/>
                </a:lnTo>
                <a:lnTo>
                  <a:pt x="155" y="107"/>
                </a:lnTo>
                <a:lnTo>
                  <a:pt x="155" y="107"/>
                </a:lnTo>
                <a:lnTo>
                  <a:pt x="154" y="107"/>
                </a:lnTo>
                <a:lnTo>
                  <a:pt x="154" y="107"/>
                </a:lnTo>
                <a:lnTo>
                  <a:pt x="153" y="107"/>
                </a:lnTo>
                <a:lnTo>
                  <a:pt x="153" y="107"/>
                </a:lnTo>
                <a:lnTo>
                  <a:pt x="152" y="108"/>
                </a:lnTo>
                <a:lnTo>
                  <a:pt x="156" y="69"/>
                </a:lnTo>
                <a:lnTo>
                  <a:pt x="161" y="66"/>
                </a:lnTo>
                <a:lnTo>
                  <a:pt x="166" y="63"/>
                </a:lnTo>
                <a:lnTo>
                  <a:pt x="171" y="60"/>
                </a:lnTo>
                <a:lnTo>
                  <a:pt x="176" y="57"/>
                </a:lnTo>
                <a:lnTo>
                  <a:pt x="180" y="53"/>
                </a:lnTo>
                <a:lnTo>
                  <a:pt x="184" y="50"/>
                </a:lnTo>
                <a:lnTo>
                  <a:pt x="188" y="47"/>
                </a:lnTo>
                <a:lnTo>
                  <a:pt x="192" y="44"/>
                </a:lnTo>
                <a:lnTo>
                  <a:pt x="195" y="41"/>
                </a:lnTo>
                <a:lnTo>
                  <a:pt x="198" y="39"/>
                </a:lnTo>
                <a:lnTo>
                  <a:pt x="201" y="36"/>
                </a:lnTo>
                <a:lnTo>
                  <a:pt x="203" y="33"/>
                </a:lnTo>
                <a:lnTo>
                  <a:pt x="206" y="30"/>
                </a:lnTo>
                <a:lnTo>
                  <a:pt x="208" y="28"/>
                </a:lnTo>
                <a:lnTo>
                  <a:pt x="210" y="25"/>
                </a:lnTo>
                <a:lnTo>
                  <a:pt x="212" y="23"/>
                </a:lnTo>
                <a:lnTo>
                  <a:pt x="213" y="21"/>
                </a:lnTo>
                <a:lnTo>
                  <a:pt x="215" y="19"/>
                </a:lnTo>
                <a:lnTo>
                  <a:pt x="216" y="17"/>
                </a:lnTo>
                <a:lnTo>
                  <a:pt x="217" y="15"/>
                </a:lnTo>
                <a:lnTo>
                  <a:pt x="218" y="13"/>
                </a:lnTo>
                <a:lnTo>
                  <a:pt x="219" y="12"/>
                </a:lnTo>
                <a:lnTo>
                  <a:pt x="220" y="10"/>
                </a:lnTo>
                <a:lnTo>
                  <a:pt x="221" y="9"/>
                </a:lnTo>
                <a:lnTo>
                  <a:pt x="222" y="6"/>
                </a:lnTo>
                <a:lnTo>
                  <a:pt x="223" y="5"/>
                </a:lnTo>
                <a:lnTo>
                  <a:pt x="223" y="4"/>
                </a:lnTo>
                <a:lnTo>
                  <a:pt x="223" y="3"/>
                </a:lnTo>
                <a:lnTo>
                  <a:pt x="223" y="3"/>
                </a:lnTo>
                <a:lnTo>
                  <a:pt x="221" y="3"/>
                </a:lnTo>
                <a:lnTo>
                  <a:pt x="220" y="3"/>
                </a:lnTo>
                <a:lnTo>
                  <a:pt x="217" y="3"/>
                </a:lnTo>
                <a:lnTo>
                  <a:pt x="216" y="3"/>
                </a:lnTo>
                <a:lnTo>
                  <a:pt x="214" y="3"/>
                </a:lnTo>
                <a:lnTo>
                  <a:pt x="212" y="3"/>
                </a:lnTo>
                <a:lnTo>
                  <a:pt x="210" y="3"/>
                </a:lnTo>
                <a:lnTo>
                  <a:pt x="208" y="3"/>
                </a:lnTo>
                <a:lnTo>
                  <a:pt x="205" y="4"/>
                </a:lnTo>
                <a:lnTo>
                  <a:pt x="203" y="4"/>
                </a:lnTo>
                <a:lnTo>
                  <a:pt x="200" y="5"/>
                </a:lnTo>
                <a:lnTo>
                  <a:pt x="197" y="5"/>
                </a:lnTo>
                <a:lnTo>
                  <a:pt x="194" y="6"/>
                </a:lnTo>
                <a:lnTo>
                  <a:pt x="191" y="7"/>
                </a:lnTo>
                <a:lnTo>
                  <a:pt x="188" y="8"/>
                </a:lnTo>
                <a:lnTo>
                  <a:pt x="184" y="9"/>
                </a:lnTo>
                <a:lnTo>
                  <a:pt x="180" y="10"/>
                </a:lnTo>
                <a:lnTo>
                  <a:pt x="176" y="12"/>
                </a:lnTo>
                <a:lnTo>
                  <a:pt x="172" y="14"/>
                </a:lnTo>
                <a:lnTo>
                  <a:pt x="168" y="16"/>
                </a:lnTo>
                <a:lnTo>
                  <a:pt x="164" y="18"/>
                </a:lnTo>
                <a:lnTo>
                  <a:pt x="159" y="20"/>
                </a:lnTo>
                <a:lnTo>
                  <a:pt x="155" y="22"/>
                </a:lnTo>
                <a:lnTo>
                  <a:pt x="150" y="25"/>
                </a:lnTo>
                <a:lnTo>
                  <a:pt x="145" y="28"/>
                </a:lnTo>
                <a:lnTo>
                  <a:pt x="140" y="32"/>
                </a:lnTo>
                <a:lnTo>
                  <a:pt x="134" y="35"/>
                </a:lnTo>
                <a:lnTo>
                  <a:pt x="99" y="22"/>
                </a:lnTo>
                <a:lnTo>
                  <a:pt x="99" y="22"/>
                </a:lnTo>
                <a:lnTo>
                  <a:pt x="99" y="21"/>
                </a:lnTo>
                <a:lnTo>
                  <a:pt x="100" y="21"/>
                </a:lnTo>
                <a:lnTo>
                  <a:pt x="100" y="20"/>
                </a:lnTo>
                <a:lnTo>
                  <a:pt x="100" y="20"/>
                </a:lnTo>
                <a:lnTo>
                  <a:pt x="100" y="19"/>
                </a:lnTo>
                <a:lnTo>
                  <a:pt x="100" y="19"/>
                </a:lnTo>
                <a:lnTo>
                  <a:pt x="100" y="18"/>
                </a:lnTo>
                <a:lnTo>
                  <a:pt x="100" y="18"/>
                </a:lnTo>
                <a:lnTo>
                  <a:pt x="100" y="17"/>
                </a:lnTo>
                <a:lnTo>
                  <a:pt x="100" y="17"/>
                </a:lnTo>
                <a:lnTo>
                  <a:pt x="100" y="17"/>
                </a:lnTo>
                <a:lnTo>
                  <a:pt x="100" y="16"/>
                </a:lnTo>
                <a:lnTo>
                  <a:pt x="99" y="16"/>
                </a:lnTo>
                <a:lnTo>
                  <a:pt x="99" y="15"/>
                </a:lnTo>
                <a:lnTo>
                  <a:pt x="99" y="15"/>
                </a:lnTo>
                <a:lnTo>
                  <a:pt x="99" y="14"/>
                </a:lnTo>
                <a:lnTo>
                  <a:pt x="98" y="14"/>
                </a:lnTo>
                <a:lnTo>
                  <a:pt x="98" y="14"/>
                </a:lnTo>
                <a:lnTo>
                  <a:pt x="97" y="13"/>
                </a:lnTo>
                <a:lnTo>
                  <a:pt x="97" y="13"/>
                </a:lnTo>
                <a:lnTo>
                  <a:pt x="96" y="13"/>
                </a:lnTo>
                <a:lnTo>
                  <a:pt x="96" y="13"/>
                </a:lnTo>
                <a:lnTo>
                  <a:pt x="95" y="13"/>
                </a:lnTo>
                <a:lnTo>
                  <a:pt x="95" y="13"/>
                </a:lnTo>
                <a:lnTo>
                  <a:pt x="94" y="13"/>
                </a:lnTo>
                <a:lnTo>
                  <a:pt x="94" y="13"/>
                </a:lnTo>
                <a:lnTo>
                  <a:pt x="93" y="13"/>
                </a:lnTo>
                <a:lnTo>
                  <a:pt x="92" y="13"/>
                </a:lnTo>
                <a:lnTo>
                  <a:pt x="92" y="13"/>
                </a:lnTo>
                <a:lnTo>
                  <a:pt x="92" y="13"/>
                </a:lnTo>
                <a:lnTo>
                  <a:pt x="91" y="14"/>
                </a:lnTo>
                <a:lnTo>
                  <a:pt x="88" y="17"/>
                </a:lnTo>
                <a:lnTo>
                  <a:pt x="87" y="17"/>
                </a:lnTo>
                <a:lnTo>
                  <a:pt x="87" y="18"/>
                </a:lnTo>
                <a:lnTo>
                  <a:pt x="70" y="11"/>
                </a:lnTo>
                <a:lnTo>
                  <a:pt x="71" y="10"/>
                </a:lnTo>
                <a:lnTo>
                  <a:pt x="72" y="10"/>
                </a:lnTo>
                <a:lnTo>
                  <a:pt x="72" y="9"/>
                </a:lnTo>
                <a:lnTo>
                  <a:pt x="73" y="9"/>
                </a:lnTo>
                <a:lnTo>
                  <a:pt x="73" y="9"/>
                </a:lnTo>
                <a:lnTo>
                  <a:pt x="73" y="8"/>
                </a:lnTo>
                <a:lnTo>
                  <a:pt x="73" y="8"/>
                </a:lnTo>
                <a:lnTo>
                  <a:pt x="74" y="7"/>
                </a:lnTo>
                <a:lnTo>
                  <a:pt x="74" y="6"/>
                </a:lnTo>
                <a:lnTo>
                  <a:pt x="74" y="6"/>
                </a:lnTo>
                <a:lnTo>
                  <a:pt x="74" y="5"/>
                </a:lnTo>
                <a:lnTo>
                  <a:pt x="73" y="5"/>
                </a:lnTo>
                <a:lnTo>
                  <a:pt x="73" y="4"/>
                </a:lnTo>
                <a:lnTo>
                  <a:pt x="73" y="4"/>
                </a:lnTo>
                <a:lnTo>
                  <a:pt x="73" y="3"/>
                </a:lnTo>
                <a:lnTo>
                  <a:pt x="73" y="3"/>
                </a:lnTo>
                <a:lnTo>
                  <a:pt x="72" y="2"/>
                </a:lnTo>
                <a:lnTo>
                  <a:pt x="72" y="2"/>
                </a:lnTo>
                <a:lnTo>
                  <a:pt x="72" y="1"/>
                </a:lnTo>
                <a:lnTo>
                  <a:pt x="71" y="1"/>
                </a:lnTo>
                <a:lnTo>
                  <a:pt x="71" y="1"/>
                </a:lnTo>
                <a:lnTo>
                  <a:pt x="70" y="1"/>
                </a:lnTo>
                <a:lnTo>
                  <a:pt x="70" y="0"/>
                </a:lnTo>
                <a:lnTo>
                  <a:pt x="69" y="0"/>
                </a:lnTo>
                <a:lnTo>
                  <a:pt x="69" y="0"/>
                </a:lnTo>
                <a:lnTo>
                  <a:pt x="68" y="0"/>
                </a:lnTo>
                <a:lnTo>
                  <a:pt x="68" y="0"/>
                </a:lnTo>
                <a:lnTo>
                  <a:pt x="67" y="0"/>
                </a:lnTo>
                <a:lnTo>
                  <a:pt x="66" y="0"/>
                </a:lnTo>
                <a:lnTo>
                  <a:pt x="66" y="1"/>
                </a:lnTo>
                <a:lnTo>
                  <a:pt x="65" y="1"/>
                </a:lnTo>
                <a:lnTo>
                  <a:pt x="65" y="1"/>
                </a:lnTo>
                <a:lnTo>
                  <a:pt x="65" y="1"/>
                </a:lnTo>
                <a:lnTo>
                  <a:pt x="61" y="4"/>
                </a:lnTo>
                <a:lnTo>
                  <a:pt x="61" y="4"/>
                </a:lnTo>
                <a:lnTo>
                  <a:pt x="60" y="5"/>
                </a:lnTo>
                <a:lnTo>
                  <a:pt x="60" y="5"/>
                </a:lnTo>
                <a:lnTo>
                  <a:pt x="60" y="6"/>
                </a:lnTo>
                <a:lnTo>
                  <a:pt x="59" y="6"/>
                </a:lnTo>
                <a:lnTo>
                  <a:pt x="59" y="7"/>
                </a:lnTo>
                <a:lnTo>
                  <a:pt x="39" y="0"/>
                </a:lnTo>
                <a:lnTo>
                  <a:pt x="24" y="10"/>
                </a:lnTo>
                <a:lnTo>
                  <a:pt x="96" y="64"/>
                </a:lnTo>
                <a:lnTo>
                  <a:pt x="43" y="104"/>
                </a:lnTo>
                <a:lnTo>
                  <a:pt x="10" y="96"/>
                </a:lnTo>
                <a:lnTo>
                  <a:pt x="0" y="103"/>
                </a:lnTo>
                <a:lnTo>
                  <a:pt x="27" y="127"/>
                </a:lnTo>
                <a:lnTo>
                  <a:pt x="37" y="161"/>
                </a:lnTo>
                <a:lnTo>
                  <a:pt x="47" y="155"/>
                </a:lnTo>
                <a:lnTo>
                  <a:pt x="54" y="121"/>
                </a:lnTo>
                <a:lnTo>
                  <a:pt x="113" y="91"/>
                </a:lnTo>
                <a:lnTo>
                  <a:pt x="130" y="180"/>
                </a:lnTo>
                <a:lnTo>
                  <a:pt x="145" y="170"/>
                </a:lnTo>
                <a:lnTo>
                  <a:pt x="148" y="149"/>
                </a:lnTo>
                <a:lnTo>
                  <a:pt x="148" y="149"/>
                </a:lnTo>
                <a:lnTo>
                  <a:pt x="149" y="149"/>
                </a:lnTo>
                <a:lnTo>
                  <a:pt x="150" y="149"/>
                </a:lnTo>
                <a:lnTo>
                  <a:pt x="151" y="149"/>
                </a:lnTo>
                <a:lnTo>
                  <a:pt x="155" y="147"/>
                </a:lnTo>
                <a:lnTo>
                  <a:pt x="155" y="147"/>
                </a:lnTo>
                <a:lnTo>
                  <a:pt x="156" y="147"/>
                </a:lnTo>
                <a:lnTo>
                  <a:pt x="157" y="146"/>
                </a:lnTo>
                <a:lnTo>
                  <a:pt x="157" y="146"/>
                </a:lnTo>
                <a:lnTo>
                  <a:pt x="157" y="145"/>
                </a:lnTo>
                <a:lnTo>
                  <a:pt x="158" y="145"/>
                </a:lnTo>
                <a:lnTo>
                  <a:pt x="158" y="145"/>
                </a:lnTo>
                <a:lnTo>
                  <a:pt x="158" y="144"/>
                </a:lnTo>
                <a:lnTo>
                  <a:pt x="158" y="144"/>
                </a:lnTo>
                <a:lnTo>
                  <a:pt x="158" y="143"/>
                </a:lnTo>
                <a:lnTo>
                  <a:pt x="158" y="142"/>
                </a:lnTo>
                <a:lnTo>
                  <a:pt x="158" y="142"/>
                </a:lnTo>
                <a:lnTo>
                  <a:pt x="158" y="141"/>
                </a:lnTo>
                <a:lnTo>
                  <a:pt x="158" y="141"/>
                </a:lnTo>
                <a:lnTo>
                  <a:pt x="158" y="140"/>
                </a:lnTo>
                <a:lnTo>
                  <a:pt x="158" y="140"/>
                </a:lnTo>
                <a:lnTo>
                  <a:pt x="158" y="139"/>
                </a:lnTo>
                <a:lnTo>
                  <a:pt x="157" y="139"/>
                </a:lnTo>
                <a:lnTo>
                  <a:pt x="157" y="138"/>
                </a:lnTo>
                <a:lnTo>
                  <a:pt x="157" y="138"/>
                </a:lnTo>
                <a:lnTo>
                  <a:pt x="156" y="138"/>
                </a:lnTo>
                <a:lnTo>
                  <a:pt x="156" y="137"/>
                </a:lnTo>
                <a:lnTo>
                  <a:pt x="155" y="137"/>
                </a:lnTo>
                <a:lnTo>
                  <a:pt x="155" y="137"/>
                </a:lnTo>
                <a:lnTo>
                  <a:pt x="154" y="137"/>
                </a:lnTo>
                <a:lnTo>
                  <a:pt x="154" y="136"/>
                </a:lnTo>
                <a:lnTo>
                  <a:pt x="153" y="136"/>
                </a:lnTo>
                <a:lnTo>
                  <a:pt x="153" y="136"/>
                </a:lnTo>
                <a:lnTo>
                  <a:pt x="152" y="136"/>
                </a:lnTo>
                <a:lnTo>
                  <a:pt x="152" y="136"/>
                </a:lnTo>
                <a:lnTo>
                  <a:pt x="151" y="137"/>
                </a:lnTo>
                <a:lnTo>
                  <a:pt x="151" y="137"/>
                </a:lnTo>
                <a:lnTo>
                  <a:pt x="151" y="137"/>
                </a:lnTo>
                <a:lnTo>
                  <a:pt x="151" y="137"/>
                </a:lnTo>
                <a:close/>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nvGrpSpPr>
          <p:cNvPr id="22" name="Group 12">
            <a:extLst>
              <a:ext uri="{FF2B5EF4-FFF2-40B4-BE49-F238E27FC236}">
                <a16:creationId xmlns:a16="http://schemas.microsoft.com/office/drawing/2014/main" id="{3A600981-D9E8-1AE6-BA47-1C6CC450B2BC}"/>
              </a:ext>
            </a:extLst>
          </p:cNvPr>
          <p:cNvGrpSpPr>
            <a:grpSpLocks noChangeAspect="1"/>
          </p:cNvGrpSpPr>
          <p:nvPr/>
        </p:nvGrpSpPr>
        <p:grpSpPr bwMode="auto">
          <a:xfrm>
            <a:off x="3294063" y="1452166"/>
            <a:ext cx="273050" cy="307182"/>
            <a:chOff x="2069" y="908"/>
            <a:chExt cx="184" cy="207"/>
          </a:xfrm>
        </p:grpSpPr>
        <p:sp>
          <p:nvSpPr>
            <p:cNvPr id="24" name="Oval 13">
              <a:extLst>
                <a:ext uri="{FF2B5EF4-FFF2-40B4-BE49-F238E27FC236}">
                  <a16:creationId xmlns:a16="http://schemas.microsoft.com/office/drawing/2014/main" id="{3EAC73AB-8B5A-BCA4-E3E5-69B245557BB5}"/>
                </a:ext>
              </a:extLst>
            </p:cNvPr>
            <p:cNvSpPr>
              <a:spLocks noChangeArrowheads="1"/>
            </p:cNvSpPr>
            <p:nvPr/>
          </p:nvSpPr>
          <p:spPr bwMode="auto">
            <a:xfrm>
              <a:off x="2069" y="1044"/>
              <a:ext cx="71" cy="71"/>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25" name="Freeform 14">
              <a:extLst>
                <a:ext uri="{FF2B5EF4-FFF2-40B4-BE49-F238E27FC236}">
                  <a16:creationId xmlns:a16="http://schemas.microsoft.com/office/drawing/2014/main" id="{C6B4AC55-90C7-69CF-0E1B-1BA3D63FC001}"/>
                </a:ext>
              </a:extLst>
            </p:cNvPr>
            <p:cNvSpPr>
              <a:spLocks/>
            </p:cNvSpPr>
            <p:nvPr/>
          </p:nvSpPr>
          <p:spPr bwMode="auto">
            <a:xfrm>
              <a:off x="2140" y="911"/>
              <a:ext cx="80" cy="152"/>
            </a:xfrm>
            <a:custGeom>
              <a:avLst/>
              <a:gdLst>
                <a:gd name="T0" fmla="*/ 390 w 1016"/>
                <a:gd name="T1" fmla="*/ 0 h 1933"/>
                <a:gd name="T2" fmla="*/ 769 w 1016"/>
                <a:gd name="T3" fmla="*/ 1353 h 1933"/>
                <a:gd name="T4" fmla="*/ 0 w 1016"/>
                <a:gd name="T5" fmla="*/ 1933 h 1933"/>
              </a:gdLst>
              <a:ahLst/>
              <a:cxnLst>
                <a:cxn ang="0">
                  <a:pos x="T0" y="T1"/>
                </a:cxn>
                <a:cxn ang="0">
                  <a:pos x="T2" y="T3"/>
                </a:cxn>
                <a:cxn ang="0">
                  <a:pos x="T4" y="T5"/>
                </a:cxn>
              </a:cxnLst>
              <a:rect l="0" t="0" r="r" b="b"/>
              <a:pathLst>
                <a:path w="1016" h="1933">
                  <a:moveTo>
                    <a:pt x="390" y="0"/>
                  </a:moveTo>
                  <a:cubicBezTo>
                    <a:pt x="793" y="205"/>
                    <a:pt x="1016" y="866"/>
                    <a:pt x="769" y="1353"/>
                  </a:cubicBezTo>
                  <a:cubicBezTo>
                    <a:pt x="600" y="1685"/>
                    <a:pt x="301" y="1897"/>
                    <a:pt x="0" y="1933"/>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26" name="Freeform 15">
              <a:extLst>
                <a:ext uri="{FF2B5EF4-FFF2-40B4-BE49-F238E27FC236}">
                  <a16:creationId xmlns:a16="http://schemas.microsoft.com/office/drawing/2014/main" id="{58A1C053-3780-8508-1494-62F204F82E2E}"/>
                </a:ext>
              </a:extLst>
            </p:cNvPr>
            <p:cNvSpPr>
              <a:spLocks/>
            </p:cNvSpPr>
            <p:nvPr/>
          </p:nvSpPr>
          <p:spPr bwMode="auto">
            <a:xfrm>
              <a:off x="2166" y="908"/>
              <a:ext cx="42" cy="38"/>
            </a:xfrm>
            <a:custGeom>
              <a:avLst/>
              <a:gdLst>
                <a:gd name="T0" fmla="*/ 0 w 42"/>
                <a:gd name="T1" fmla="*/ 38 h 38"/>
                <a:gd name="T2" fmla="*/ 0 w 42"/>
                <a:gd name="T3" fmla="*/ 0 h 38"/>
                <a:gd name="T4" fmla="*/ 42 w 42"/>
                <a:gd name="T5" fmla="*/ 0 h 38"/>
              </a:gdLst>
              <a:ahLst/>
              <a:cxnLst>
                <a:cxn ang="0">
                  <a:pos x="T0" y="T1"/>
                </a:cxn>
                <a:cxn ang="0">
                  <a:pos x="T2" y="T3"/>
                </a:cxn>
                <a:cxn ang="0">
                  <a:pos x="T4" y="T5"/>
                </a:cxn>
              </a:cxnLst>
              <a:rect l="0" t="0" r="r" b="b"/>
              <a:pathLst>
                <a:path w="42" h="38">
                  <a:moveTo>
                    <a:pt x="0" y="38"/>
                  </a:moveTo>
                  <a:lnTo>
                    <a:pt x="0" y="0"/>
                  </a:lnTo>
                  <a:lnTo>
                    <a:pt x="42" y="0"/>
                  </a:ln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27" name="Line 16">
              <a:extLst>
                <a:ext uri="{FF2B5EF4-FFF2-40B4-BE49-F238E27FC236}">
                  <a16:creationId xmlns:a16="http://schemas.microsoft.com/office/drawing/2014/main" id="{22DD92D3-FBA0-23AD-ED1E-DE08F2291BC8}"/>
                </a:ext>
              </a:extLst>
            </p:cNvPr>
            <p:cNvSpPr>
              <a:spLocks noChangeShapeType="1"/>
            </p:cNvSpPr>
            <p:nvPr/>
          </p:nvSpPr>
          <p:spPr bwMode="auto">
            <a:xfrm flipH="1">
              <a:off x="2083" y="952"/>
              <a:ext cx="47" cy="47"/>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28" name="Line 17">
              <a:extLst>
                <a:ext uri="{FF2B5EF4-FFF2-40B4-BE49-F238E27FC236}">
                  <a16:creationId xmlns:a16="http://schemas.microsoft.com/office/drawing/2014/main" id="{27A53B25-0EB6-33F6-13F7-B2E43F18915D}"/>
                </a:ext>
              </a:extLst>
            </p:cNvPr>
            <p:cNvSpPr>
              <a:spLocks noChangeShapeType="1"/>
            </p:cNvSpPr>
            <p:nvPr/>
          </p:nvSpPr>
          <p:spPr bwMode="auto">
            <a:xfrm flipH="1" flipV="1">
              <a:off x="2083" y="952"/>
              <a:ext cx="47" cy="47"/>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34" name="Line 18">
              <a:extLst>
                <a:ext uri="{FF2B5EF4-FFF2-40B4-BE49-F238E27FC236}">
                  <a16:creationId xmlns:a16="http://schemas.microsoft.com/office/drawing/2014/main" id="{0C43DBCC-AFAC-F940-5A65-8405EB9735F0}"/>
                </a:ext>
              </a:extLst>
            </p:cNvPr>
            <p:cNvSpPr>
              <a:spLocks noChangeShapeType="1"/>
            </p:cNvSpPr>
            <p:nvPr/>
          </p:nvSpPr>
          <p:spPr bwMode="auto">
            <a:xfrm flipH="1">
              <a:off x="2206" y="1065"/>
              <a:ext cx="47" cy="47"/>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35" name="Line 19">
              <a:extLst>
                <a:ext uri="{FF2B5EF4-FFF2-40B4-BE49-F238E27FC236}">
                  <a16:creationId xmlns:a16="http://schemas.microsoft.com/office/drawing/2014/main" id="{1ECAEF0A-EE70-EBDE-FFAC-415AD1885615}"/>
                </a:ext>
              </a:extLst>
            </p:cNvPr>
            <p:cNvSpPr>
              <a:spLocks noChangeShapeType="1"/>
            </p:cNvSpPr>
            <p:nvPr/>
          </p:nvSpPr>
          <p:spPr bwMode="auto">
            <a:xfrm flipH="1" flipV="1">
              <a:off x="2206" y="1065"/>
              <a:ext cx="47" cy="47"/>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grpSp>
        <p:nvGrpSpPr>
          <p:cNvPr id="38" name="Group 22">
            <a:extLst>
              <a:ext uri="{FF2B5EF4-FFF2-40B4-BE49-F238E27FC236}">
                <a16:creationId xmlns:a16="http://schemas.microsoft.com/office/drawing/2014/main" id="{E59DA922-A3BB-EEE2-FA1B-7DE4F397F8F1}"/>
              </a:ext>
            </a:extLst>
          </p:cNvPr>
          <p:cNvGrpSpPr>
            <a:grpSpLocks noChangeAspect="1"/>
          </p:cNvGrpSpPr>
          <p:nvPr/>
        </p:nvGrpSpPr>
        <p:grpSpPr bwMode="auto">
          <a:xfrm>
            <a:off x="5930107" y="1465329"/>
            <a:ext cx="296862" cy="280856"/>
            <a:chOff x="3727" y="915"/>
            <a:chExt cx="204" cy="193"/>
          </a:xfrm>
        </p:grpSpPr>
        <p:sp>
          <p:nvSpPr>
            <p:cNvPr id="40" name="Freeform 23">
              <a:extLst>
                <a:ext uri="{FF2B5EF4-FFF2-40B4-BE49-F238E27FC236}">
                  <a16:creationId xmlns:a16="http://schemas.microsoft.com/office/drawing/2014/main" id="{C435AE6D-B6A6-B82A-6C5F-D5FA300180A2}"/>
                </a:ext>
              </a:extLst>
            </p:cNvPr>
            <p:cNvSpPr>
              <a:spLocks/>
            </p:cNvSpPr>
            <p:nvPr/>
          </p:nvSpPr>
          <p:spPr bwMode="auto">
            <a:xfrm>
              <a:off x="3727" y="915"/>
              <a:ext cx="204" cy="153"/>
            </a:xfrm>
            <a:custGeom>
              <a:avLst/>
              <a:gdLst>
                <a:gd name="T0" fmla="*/ 136 w 150"/>
                <a:gd name="T1" fmla="*/ 112 h 112"/>
                <a:gd name="T2" fmla="*/ 14 w 150"/>
                <a:gd name="T3" fmla="*/ 112 h 112"/>
                <a:gd name="T4" fmla="*/ 0 w 150"/>
                <a:gd name="T5" fmla="*/ 98 h 112"/>
                <a:gd name="T6" fmla="*/ 0 w 150"/>
                <a:gd name="T7" fmla="*/ 15 h 112"/>
                <a:gd name="T8" fmla="*/ 14 w 150"/>
                <a:gd name="T9" fmla="*/ 0 h 112"/>
                <a:gd name="T10" fmla="*/ 136 w 150"/>
                <a:gd name="T11" fmla="*/ 0 h 112"/>
                <a:gd name="T12" fmla="*/ 150 w 150"/>
                <a:gd name="T13" fmla="*/ 15 h 112"/>
                <a:gd name="T14" fmla="*/ 150 w 150"/>
                <a:gd name="T15" fmla="*/ 98 h 112"/>
                <a:gd name="T16" fmla="*/ 136 w 150"/>
                <a:gd name="T17"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112">
                  <a:moveTo>
                    <a:pt x="136" y="112"/>
                  </a:moveTo>
                  <a:cubicBezTo>
                    <a:pt x="14" y="112"/>
                    <a:pt x="14" y="112"/>
                    <a:pt x="14" y="112"/>
                  </a:cubicBezTo>
                  <a:cubicBezTo>
                    <a:pt x="6" y="112"/>
                    <a:pt x="0" y="105"/>
                    <a:pt x="0" y="98"/>
                  </a:cubicBezTo>
                  <a:cubicBezTo>
                    <a:pt x="0" y="15"/>
                    <a:pt x="0" y="15"/>
                    <a:pt x="0" y="15"/>
                  </a:cubicBezTo>
                  <a:cubicBezTo>
                    <a:pt x="0" y="7"/>
                    <a:pt x="6" y="0"/>
                    <a:pt x="14" y="0"/>
                  </a:cubicBezTo>
                  <a:cubicBezTo>
                    <a:pt x="136" y="0"/>
                    <a:pt x="136" y="0"/>
                    <a:pt x="136" y="0"/>
                  </a:cubicBezTo>
                  <a:cubicBezTo>
                    <a:pt x="144" y="0"/>
                    <a:pt x="150" y="7"/>
                    <a:pt x="150" y="15"/>
                  </a:cubicBezTo>
                  <a:cubicBezTo>
                    <a:pt x="150" y="98"/>
                    <a:pt x="150" y="98"/>
                    <a:pt x="150" y="98"/>
                  </a:cubicBezTo>
                  <a:cubicBezTo>
                    <a:pt x="150" y="105"/>
                    <a:pt x="144" y="112"/>
                    <a:pt x="136" y="112"/>
                  </a:cubicBezTo>
                  <a:close/>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6" name="Line 24">
              <a:extLst>
                <a:ext uri="{FF2B5EF4-FFF2-40B4-BE49-F238E27FC236}">
                  <a16:creationId xmlns:a16="http://schemas.microsoft.com/office/drawing/2014/main" id="{E2CA2934-3A0F-BE1E-12C4-3C28E02CAEF8}"/>
                </a:ext>
              </a:extLst>
            </p:cNvPr>
            <p:cNvSpPr>
              <a:spLocks noChangeShapeType="1"/>
            </p:cNvSpPr>
            <p:nvPr/>
          </p:nvSpPr>
          <p:spPr bwMode="auto">
            <a:xfrm>
              <a:off x="3829" y="1067"/>
              <a:ext cx="0" cy="38"/>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7" name="Line 25">
              <a:extLst>
                <a:ext uri="{FF2B5EF4-FFF2-40B4-BE49-F238E27FC236}">
                  <a16:creationId xmlns:a16="http://schemas.microsoft.com/office/drawing/2014/main" id="{DA741DCC-593D-69CA-1B6F-1994E6B57902}"/>
                </a:ext>
              </a:extLst>
            </p:cNvPr>
            <p:cNvSpPr>
              <a:spLocks noChangeShapeType="1"/>
            </p:cNvSpPr>
            <p:nvPr/>
          </p:nvSpPr>
          <p:spPr bwMode="auto">
            <a:xfrm>
              <a:off x="3776" y="1108"/>
              <a:ext cx="106" cy="0"/>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8" name="Line 26">
              <a:extLst>
                <a:ext uri="{FF2B5EF4-FFF2-40B4-BE49-F238E27FC236}">
                  <a16:creationId xmlns:a16="http://schemas.microsoft.com/office/drawing/2014/main" id="{B4A2B75C-4324-C4F6-61EA-49A8D83BF35A}"/>
                </a:ext>
              </a:extLst>
            </p:cNvPr>
            <p:cNvSpPr>
              <a:spLocks noChangeShapeType="1"/>
            </p:cNvSpPr>
            <p:nvPr/>
          </p:nvSpPr>
          <p:spPr bwMode="auto">
            <a:xfrm>
              <a:off x="3727" y="1035"/>
              <a:ext cx="204" cy="0"/>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9" name="Line 27">
              <a:extLst>
                <a:ext uri="{FF2B5EF4-FFF2-40B4-BE49-F238E27FC236}">
                  <a16:creationId xmlns:a16="http://schemas.microsoft.com/office/drawing/2014/main" id="{A5B80EC3-FE7D-FA92-2622-C0BB54C3D8CA}"/>
                </a:ext>
              </a:extLst>
            </p:cNvPr>
            <p:cNvSpPr>
              <a:spLocks noChangeShapeType="1"/>
            </p:cNvSpPr>
            <p:nvPr/>
          </p:nvSpPr>
          <p:spPr bwMode="auto">
            <a:xfrm flipH="1">
              <a:off x="3812" y="941"/>
              <a:ext cx="33" cy="73"/>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50" name="Freeform 28">
              <a:extLst>
                <a:ext uri="{FF2B5EF4-FFF2-40B4-BE49-F238E27FC236}">
                  <a16:creationId xmlns:a16="http://schemas.microsoft.com/office/drawing/2014/main" id="{D20BE972-DE47-7185-C269-F7F2B53B17DC}"/>
                </a:ext>
              </a:extLst>
            </p:cNvPr>
            <p:cNvSpPr>
              <a:spLocks/>
            </p:cNvSpPr>
            <p:nvPr/>
          </p:nvSpPr>
          <p:spPr bwMode="auto">
            <a:xfrm>
              <a:off x="3850" y="962"/>
              <a:ext cx="28" cy="31"/>
            </a:xfrm>
            <a:custGeom>
              <a:avLst/>
              <a:gdLst>
                <a:gd name="T0" fmla="*/ 0 w 28"/>
                <a:gd name="T1" fmla="*/ 0 h 31"/>
                <a:gd name="T2" fmla="*/ 14 w 28"/>
                <a:gd name="T3" fmla="*/ 8 h 31"/>
                <a:gd name="T4" fmla="*/ 28 w 28"/>
                <a:gd name="T5" fmla="*/ 15 h 31"/>
                <a:gd name="T6" fmla="*/ 14 w 28"/>
                <a:gd name="T7" fmla="*/ 23 h 31"/>
                <a:gd name="T8" fmla="*/ 0 w 28"/>
                <a:gd name="T9" fmla="*/ 31 h 31"/>
              </a:gdLst>
              <a:ahLst/>
              <a:cxnLst>
                <a:cxn ang="0">
                  <a:pos x="T0" y="T1"/>
                </a:cxn>
                <a:cxn ang="0">
                  <a:pos x="T2" y="T3"/>
                </a:cxn>
                <a:cxn ang="0">
                  <a:pos x="T4" y="T5"/>
                </a:cxn>
                <a:cxn ang="0">
                  <a:pos x="T6" y="T7"/>
                </a:cxn>
                <a:cxn ang="0">
                  <a:pos x="T8" y="T9"/>
                </a:cxn>
              </a:cxnLst>
              <a:rect l="0" t="0" r="r" b="b"/>
              <a:pathLst>
                <a:path w="28" h="31">
                  <a:moveTo>
                    <a:pt x="0" y="0"/>
                  </a:moveTo>
                  <a:lnTo>
                    <a:pt x="14" y="8"/>
                  </a:lnTo>
                  <a:lnTo>
                    <a:pt x="28" y="15"/>
                  </a:lnTo>
                  <a:lnTo>
                    <a:pt x="14" y="23"/>
                  </a:lnTo>
                  <a:lnTo>
                    <a:pt x="0" y="31"/>
                  </a:ln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72" name="Freeform 29">
              <a:extLst>
                <a:ext uri="{FF2B5EF4-FFF2-40B4-BE49-F238E27FC236}">
                  <a16:creationId xmlns:a16="http://schemas.microsoft.com/office/drawing/2014/main" id="{A9EE87B2-A0C5-F366-EBCF-DE76F57B1C23}"/>
                </a:ext>
              </a:extLst>
            </p:cNvPr>
            <p:cNvSpPr>
              <a:spLocks/>
            </p:cNvSpPr>
            <p:nvPr/>
          </p:nvSpPr>
          <p:spPr bwMode="auto">
            <a:xfrm>
              <a:off x="3780" y="962"/>
              <a:ext cx="27" cy="31"/>
            </a:xfrm>
            <a:custGeom>
              <a:avLst/>
              <a:gdLst>
                <a:gd name="T0" fmla="*/ 27 w 27"/>
                <a:gd name="T1" fmla="*/ 0 h 31"/>
                <a:gd name="T2" fmla="*/ 13 w 27"/>
                <a:gd name="T3" fmla="*/ 8 h 31"/>
                <a:gd name="T4" fmla="*/ 0 w 27"/>
                <a:gd name="T5" fmla="*/ 15 h 31"/>
                <a:gd name="T6" fmla="*/ 13 w 27"/>
                <a:gd name="T7" fmla="*/ 23 h 31"/>
                <a:gd name="T8" fmla="*/ 27 w 27"/>
                <a:gd name="T9" fmla="*/ 31 h 31"/>
              </a:gdLst>
              <a:ahLst/>
              <a:cxnLst>
                <a:cxn ang="0">
                  <a:pos x="T0" y="T1"/>
                </a:cxn>
                <a:cxn ang="0">
                  <a:pos x="T2" y="T3"/>
                </a:cxn>
                <a:cxn ang="0">
                  <a:pos x="T4" y="T5"/>
                </a:cxn>
                <a:cxn ang="0">
                  <a:pos x="T6" y="T7"/>
                </a:cxn>
                <a:cxn ang="0">
                  <a:pos x="T8" y="T9"/>
                </a:cxn>
              </a:cxnLst>
              <a:rect l="0" t="0" r="r" b="b"/>
              <a:pathLst>
                <a:path w="27" h="31">
                  <a:moveTo>
                    <a:pt x="27" y="0"/>
                  </a:moveTo>
                  <a:lnTo>
                    <a:pt x="13" y="8"/>
                  </a:lnTo>
                  <a:lnTo>
                    <a:pt x="0" y="15"/>
                  </a:lnTo>
                  <a:lnTo>
                    <a:pt x="13" y="23"/>
                  </a:lnTo>
                  <a:lnTo>
                    <a:pt x="27" y="31"/>
                  </a:ln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grpSp>
        <p:nvGrpSpPr>
          <p:cNvPr id="75" name="Group 32">
            <a:extLst>
              <a:ext uri="{FF2B5EF4-FFF2-40B4-BE49-F238E27FC236}">
                <a16:creationId xmlns:a16="http://schemas.microsoft.com/office/drawing/2014/main" id="{C1D117A2-9848-2AC7-3B79-144553823372}"/>
              </a:ext>
            </a:extLst>
          </p:cNvPr>
          <p:cNvGrpSpPr>
            <a:grpSpLocks noChangeAspect="1"/>
          </p:cNvGrpSpPr>
          <p:nvPr/>
        </p:nvGrpSpPr>
        <p:grpSpPr bwMode="auto">
          <a:xfrm>
            <a:off x="545149" y="4526525"/>
            <a:ext cx="370205" cy="371952"/>
            <a:chOff x="354" y="2862"/>
            <a:chExt cx="212" cy="213"/>
          </a:xfrm>
        </p:grpSpPr>
        <p:sp>
          <p:nvSpPr>
            <p:cNvPr id="79" name="Freeform 33">
              <a:extLst>
                <a:ext uri="{FF2B5EF4-FFF2-40B4-BE49-F238E27FC236}">
                  <a16:creationId xmlns:a16="http://schemas.microsoft.com/office/drawing/2014/main" id="{4DB1C4D7-3B53-9D85-3114-D2E8519094B6}"/>
                </a:ext>
              </a:extLst>
            </p:cNvPr>
            <p:cNvSpPr>
              <a:spLocks/>
            </p:cNvSpPr>
            <p:nvPr/>
          </p:nvSpPr>
          <p:spPr bwMode="auto">
            <a:xfrm>
              <a:off x="354" y="2862"/>
              <a:ext cx="107" cy="213"/>
            </a:xfrm>
            <a:custGeom>
              <a:avLst/>
              <a:gdLst>
                <a:gd name="T0" fmla="*/ 71 w 71"/>
                <a:gd name="T1" fmla="*/ 0 h 142"/>
                <a:gd name="T2" fmla="*/ 71 w 71"/>
                <a:gd name="T3" fmla="*/ 142 h 142"/>
                <a:gd name="T4" fmla="*/ 60 w 71"/>
                <a:gd name="T5" fmla="*/ 142 h 142"/>
                <a:gd name="T6" fmla="*/ 59 w 71"/>
                <a:gd name="T7" fmla="*/ 121 h 142"/>
                <a:gd name="T8" fmla="*/ 59 w 71"/>
                <a:gd name="T9" fmla="*/ 120 h 142"/>
                <a:gd name="T10" fmla="*/ 43 w 71"/>
                <a:gd name="T11" fmla="*/ 113 h 142"/>
                <a:gd name="T12" fmla="*/ 27 w 71"/>
                <a:gd name="T13" fmla="*/ 128 h 142"/>
                <a:gd name="T14" fmla="*/ 13 w 71"/>
                <a:gd name="T15" fmla="*/ 114 h 142"/>
                <a:gd name="T16" fmla="*/ 28 w 71"/>
                <a:gd name="T17" fmla="*/ 98 h 142"/>
                <a:gd name="T18" fmla="*/ 22 w 71"/>
                <a:gd name="T19" fmla="*/ 82 h 142"/>
                <a:gd name="T20" fmla="*/ 0 w 71"/>
                <a:gd name="T21" fmla="*/ 81 h 142"/>
                <a:gd name="T22" fmla="*/ 0 w 71"/>
                <a:gd name="T23" fmla="*/ 61 h 142"/>
                <a:gd name="T24" fmla="*/ 22 w 71"/>
                <a:gd name="T25" fmla="*/ 60 h 142"/>
                <a:gd name="T26" fmla="*/ 29 w 71"/>
                <a:gd name="T27" fmla="*/ 44 h 142"/>
                <a:gd name="T28" fmla="*/ 14 w 71"/>
                <a:gd name="T29" fmla="*/ 28 h 142"/>
                <a:gd name="T30" fmla="*/ 28 w 71"/>
                <a:gd name="T31" fmla="*/ 14 h 142"/>
                <a:gd name="T32" fmla="*/ 44 w 71"/>
                <a:gd name="T33" fmla="*/ 29 h 142"/>
                <a:gd name="T34" fmla="*/ 60 w 71"/>
                <a:gd name="T35" fmla="*/ 22 h 142"/>
                <a:gd name="T36" fmla="*/ 61 w 71"/>
                <a:gd name="T37" fmla="*/ 0 h 142"/>
                <a:gd name="T38" fmla="*/ 71 w 71"/>
                <a:gd name="T39"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1" h="142">
                  <a:moveTo>
                    <a:pt x="71" y="0"/>
                  </a:moveTo>
                  <a:cubicBezTo>
                    <a:pt x="71" y="142"/>
                    <a:pt x="71" y="142"/>
                    <a:pt x="71" y="142"/>
                  </a:cubicBezTo>
                  <a:cubicBezTo>
                    <a:pt x="60" y="142"/>
                    <a:pt x="60" y="142"/>
                    <a:pt x="60" y="142"/>
                  </a:cubicBezTo>
                  <a:cubicBezTo>
                    <a:pt x="59" y="121"/>
                    <a:pt x="59" y="121"/>
                    <a:pt x="59" y="121"/>
                  </a:cubicBezTo>
                  <a:cubicBezTo>
                    <a:pt x="59" y="120"/>
                    <a:pt x="59" y="120"/>
                    <a:pt x="59" y="120"/>
                  </a:cubicBezTo>
                  <a:cubicBezTo>
                    <a:pt x="54" y="119"/>
                    <a:pt x="48" y="117"/>
                    <a:pt x="43" y="113"/>
                  </a:cubicBezTo>
                  <a:cubicBezTo>
                    <a:pt x="27" y="128"/>
                    <a:pt x="27" y="128"/>
                    <a:pt x="27" y="128"/>
                  </a:cubicBezTo>
                  <a:cubicBezTo>
                    <a:pt x="13" y="114"/>
                    <a:pt x="13" y="114"/>
                    <a:pt x="13" y="114"/>
                  </a:cubicBezTo>
                  <a:cubicBezTo>
                    <a:pt x="28" y="98"/>
                    <a:pt x="28" y="98"/>
                    <a:pt x="28" y="98"/>
                  </a:cubicBezTo>
                  <a:cubicBezTo>
                    <a:pt x="25" y="93"/>
                    <a:pt x="23" y="88"/>
                    <a:pt x="22" y="82"/>
                  </a:cubicBezTo>
                  <a:cubicBezTo>
                    <a:pt x="0" y="81"/>
                    <a:pt x="0" y="81"/>
                    <a:pt x="0" y="81"/>
                  </a:cubicBezTo>
                  <a:cubicBezTo>
                    <a:pt x="0" y="61"/>
                    <a:pt x="0" y="61"/>
                    <a:pt x="0" y="61"/>
                  </a:cubicBezTo>
                  <a:cubicBezTo>
                    <a:pt x="22" y="60"/>
                    <a:pt x="22" y="60"/>
                    <a:pt x="22" y="60"/>
                  </a:cubicBezTo>
                  <a:cubicBezTo>
                    <a:pt x="23" y="54"/>
                    <a:pt x="25" y="49"/>
                    <a:pt x="29" y="44"/>
                  </a:cubicBezTo>
                  <a:cubicBezTo>
                    <a:pt x="14" y="28"/>
                    <a:pt x="14" y="28"/>
                    <a:pt x="14" y="28"/>
                  </a:cubicBezTo>
                  <a:cubicBezTo>
                    <a:pt x="28" y="14"/>
                    <a:pt x="28" y="14"/>
                    <a:pt x="28" y="14"/>
                  </a:cubicBezTo>
                  <a:cubicBezTo>
                    <a:pt x="44" y="29"/>
                    <a:pt x="44" y="29"/>
                    <a:pt x="44" y="29"/>
                  </a:cubicBezTo>
                  <a:cubicBezTo>
                    <a:pt x="49" y="26"/>
                    <a:pt x="54" y="24"/>
                    <a:pt x="60" y="22"/>
                  </a:cubicBezTo>
                  <a:cubicBezTo>
                    <a:pt x="61" y="0"/>
                    <a:pt x="61" y="0"/>
                    <a:pt x="61" y="0"/>
                  </a:cubicBezTo>
                  <a:lnTo>
                    <a:pt x="71" y="0"/>
                  </a:lnTo>
                  <a:close/>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0" name="Freeform 34">
              <a:extLst>
                <a:ext uri="{FF2B5EF4-FFF2-40B4-BE49-F238E27FC236}">
                  <a16:creationId xmlns:a16="http://schemas.microsoft.com/office/drawing/2014/main" id="{953DD738-8CAC-86AF-EE1D-1C059F37CB36}"/>
                </a:ext>
              </a:extLst>
            </p:cNvPr>
            <p:cNvSpPr>
              <a:spLocks/>
            </p:cNvSpPr>
            <p:nvPr/>
          </p:nvSpPr>
          <p:spPr bwMode="auto">
            <a:xfrm>
              <a:off x="410" y="2917"/>
              <a:ext cx="51" cy="102"/>
            </a:xfrm>
            <a:custGeom>
              <a:avLst/>
              <a:gdLst>
                <a:gd name="T0" fmla="*/ 34 w 34"/>
                <a:gd name="T1" fmla="*/ 0 h 68"/>
                <a:gd name="T2" fmla="*/ 34 w 34"/>
                <a:gd name="T3" fmla="*/ 68 h 68"/>
                <a:gd name="T4" fmla="*/ 0 w 34"/>
                <a:gd name="T5" fmla="*/ 34 h 68"/>
                <a:gd name="T6" fmla="*/ 34 w 34"/>
                <a:gd name="T7" fmla="*/ 0 h 68"/>
              </a:gdLst>
              <a:ahLst/>
              <a:cxnLst>
                <a:cxn ang="0">
                  <a:pos x="T0" y="T1"/>
                </a:cxn>
                <a:cxn ang="0">
                  <a:pos x="T2" y="T3"/>
                </a:cxn>
                <a:cxn ang="0">
                  <a:pos x="T4" y="T5"/>
                </a:cxn>
                <a:cxn ang="0">
                  <a:pos x="T6" y="T7"/>
                </a:cxn>
              </a:cxnLst>
              <a:rect l="0" t="0" r="r" b="b"/>
              <a:pathLst>
                <a:path w="34" h="68">
                  <a:moveTo>
                    <a:pt x="34" y="0"/>
                  </a:moveTo>
                  <a:cubicBezTo>
                    <a:pt x="34" y="68"/>
                    <a:pt x="34" y="68"/>
                    <a:pt x="34" y="68"/>
                  </a:cubicBezTo>
                  <a:cubicBezTo>
                    <a:pt x="15" y="68"/>
                    <a:pt x="0" y="53"/>
                    <a:pt x="0" y="34"/>
                  </a:cubicBezTo>
                  <a:cubicBezTo>
                    <a:pt x="0" y="15"/>
                    <a:pt x="15" y="0"/>
                    <a:pt x="34" y="0"/>
                  </a:cubicBezTo>
                  <a:close/>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1" name="Oval 35">
              <a:extLst>
                <a:ext uri="{FF2B5EF4-FFF2-40B4-BE49-F238E27FC236}">
                  <a16:creationId xmlns:a16="http://schemas.microsoft.com/office/drawing/2014/main" id="{70C99BFC-1F43-BFCC-3289-F670825DBB31}"/>
                </a:ext>
              </a:extLst>
            </p:cNvPr>
            <p:cNvSpPr>
              <a:spLocks noChangeArrowheads="1"/>
            </p:cNvSpPr>
            <p:nvPr/>
          </p:nvSpPr>
          <p:spPr bwMode="auto">
            <a:xfrm>
              <a:off x="547" y="2959"/>
              <a:ext cx="19" cy="20"/>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2" name="Oval 36">
              <a:extLst>
                <a:ext uri="{FF2B5EF4-FFF2-40B4-BE49-F238E27FC236}">
                  <a16:creationId xmlns:a16="http://schemas.microsoft.com/office/drawing/2014/main" id="{52787E8F-3A26-2AAD-D351-3FF0E4F8565C}"/>
                </a:ext>
              </a:extLst>
            </p:cNvPr>
            <p:cNvSpPr>
              <a:spLocks noChangeArrowheads="1"/>
            </p:cNvSpPr>
            <p:nvPr/>
          </p:nvSpPr>
          <p:spPr bwMode="auto">
            <a:xfrm>
              <a:off x="481" y="2878"/>
              <a:ext cx="19" cy="20"/>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3" name="Oval 37">
              <a:extLst>
                <a:ext uri="{FF2B5EF4-FFF2-40B4-BE49-F238E27FC236}">
                  <a16:creationId xmlns:a16="http://schemas.microsoft.com/office/drawing/2014/main" id="{41D56944-49AB-649C-26E9-8CB485D59E5D}"/>
                </a:ext>
              </a:extLst>
            </p:cNvPr>
            <p:cNvSpPr>
              <a:spLocks noChangeArrowheads="1"/>
            </p:cNvSpPr>
            <p:nvPr/>
          </p:nvSpPr>
          <p:spPr bwMode="auto">
            <a:xfrm>
              <a:off x="514" y="2913"/>
              <a:ext cx="19" cy="18"/>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4" name="Oval 38">
              <a:extLst>
                <a:ext uri="{FF2B5EF4-FFF2-40B4-BE49-F238E27FC236}">
                  <a16:creationId xmlns:a16="http://schemas.microsoft.com/office/drawing/2014/main" id="{489A0BA7-50F0-58D0-6FAA-F7B86496967E}"/>
                </a:ext>
              </a:extLst>
            </p:cNvPr>
            <p:cNvSpPr>
              <a:spLocks noChangeArrowheads="1"/>
            </p:cNvSpPr>
            <p:nvPr/>
          </p:nvSpPr>
          <p:spPr bwMode="auto">
            <a:xfrm>
              <a:off x="514" y="3006"/>
              <a:ext cx="19" cy="19"/>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5" name="Oval 39">
              <a:extLst>
                <a:ext uri="{FF2B5EF4-FFF2-40B4-BE49-F238E27FC236}">
                  <a16:creationId xmlns:a16="http://schemas.microsoft.com/office/drawing/2014/main" id="{46D97D4B-DE9C-3128-0C84-D76C9941447D}"/>
                </a:ext>
              </a:extLst>
            </p:cNvPr>
            <p:cNvSpPr>
              <a:spLocks noChangeArrowheads="1"/>
            </p:cNvSpPr>
            <p:nvPr/>
          </p:nvSpPr>
          <p:spPr bwMode="auto">
            <a:xfrm>
              <a:off x="481" y="3040"/>
              <a:ext cx="19" cy="20"/>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6" name="Line 40">
              <a:extLst>
                <a:ext uri="{FF2B5EF4-FFF2-40B4-BE49-F238E27FC236}">
                  <a16:creationId xmlns:a16="http://schemas.microsoft.com/office/drawing/2014/main" id="{75512402-0472-68CD-E6C6-00DDA3060268}"/>
                </a:ext>
              </a:extLst>
            </p:cNvPr>
            <p:cNvSpPr>
              <a:spLocks noChangeShapeType="1"/>
            </p:cNvSpPr>
            <p:nvPr/>
          </p:nvSpPr>
          <p:spPr bwMode="auto">
            <a:xfrm flipH="1">
              <a:off x="461" y="2968"/>
              <a:ext cx="86" cy="0"/>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7" name="Freeform 41">
              <a:extLst>
                <a:ext uri="{FF2B5EF4-FFF2-40B4-BE49-F238E27FC236}">
                  <a16:creationId xmlns:a16="http://schemas.microsoft.com/office/drawing/2014/main" id="{14FC65AE-2208-93AF-D0B2-5BEBC765F3E6}"/>
                </a:ext>
              </a:extLst>
            </p:cNvPr>
            <p:cNvSpPr>
              <a:spLocks/>
            </p:cNvSpPr>
            <p:nvPr/>
          </p:nvSpPr>
          <p:spPr bwMode="auto">
            <a:xfrm>
              <a:off x="461" y="2898"/>
              <a:ext cx="29" cy="13"/>
            </a:xfrm>
            <a:custGeom>
              <a:avLst/>
              <a:gdLst>
                <a:gd name="T0" fmla="*/ 0 w 19"/>
                <a:gd name="T1" fmla="*/ 9 h 9"/>
                <a:gd name="T2" fmla="*/ 17 w 19"/>
                <a:gd name="T3" fmla="*/ 9 h 9"/>
                <a:gd name="T4" fmla="*/ 19 w 19"/>
                <a:gd name="T5" fmla="*/ 7 h 9"/>
                <a:gd name="T6" fmla="*/ 19 w 19"/>
                <a:gd name="T7" fmla="*/ 0 h 9"/>
              </a:gdLst>
              <a:ahLst/>
              <a:cxnLst>
                <a:cxn ang="0">
                  <a:pos x="T0" y="T1"/>
                </a:cxn>
                <a:cxn ang="0">
                  <a:pos x="T2" y="T3"/>
                </a:cxn>
                <a:cxn ang="0">
                  <a:pos x="T4" y="T5"/>
                </a:cxn>
                <a:cxn ang="0">
                  <a:pos x="T6" y="T7"/>
                </a:cxn>
              </a:cxnLst>
              <a:rect l="0" t="0" r="r" b="b"/>
              <a:pathLst>
                <a:path w="19" h="9">
                  <a:moveTo>
                    <a:pt x="0" y="9"/>
                  </a:moveTo>
                  <a:cubicBezTo>
                    <a:pt x="17" y="9"/>
                    <a:pt x="17" y="9"/>
                    <a:pt x="17" y="9"/>
                  </a:cubicBezTo>
                  <a:cubicBezTo>
                    <a:pt x="18" y="9"/>
                    <a:pt x="19" y="8"/>
                    <a:pt x="19" y="7"/>
                  </a:cubicBezTo>
                  <a:cubicBezTo>
                    <a:pt x="19" y="0"/>
                    <a:pt x="19" y="0"/>
                    <a:pt x="19" y="0"/>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8" name="Freeform 42">
              <a:extLst>
                <a:ext uri="{FF2B5EF4-FFF2-40B4-BE49-F238E27FC236}">
                  <a16:creationId xmlns:a16="http://schemas.microsoft.com/office/drawing/2014/main" id="{4284B5AC-104D-B632-3A1A-35BB609285DA}"/>
                </a:ext>
              </a:extLst>
            </p:cNvPr>
            <p:cNvSpPr>
              <a:spLocks/>
            </p:cNvSpPr>
            <p:nvPr/>
          </p:nvSpPr>
          <p:spPr bwMode="auto">
            <a:xfrm>
              <a:off x="461" y="3025"/>
              <a:ext cx="29" cy="15"/>
            </a:xfrm>
            <a:custGeom>
              <a:avLst/>
              <a:gdLst>
                <a:gd name="T0" fmla="*/ 0 w 19"/>
                <a:gd name="T1" fmla="*/ 0 h 10"/>
                <a:gd name="T2" fmla="*/ 17 w 19"/>
                <a:gd name="T3" fmla="*/ 0 h 10"/>
                <a:gd name="T4" fmla="*/ 19 w 19"/>
                <a:gd name="T5" fmla="*/ 3 h 10"/>
                <a:gd name="T6" fmla="*/ 19 w 19"/>
                <a:gd name="T7" fmla="*/ 10 h 10"/>
              </a:gdLst>
              <a:ahLst/>
              <a:cxnLst>
                <a:cxn ang="0">
                  <a:pos x="T0" y="T1"/>
                </a:cxn>
                <a:cxn ang="0">
                  <a:pos x="T2" y="T3"/>
                </a:cxn>
                <a:cxn ang="0">
                  <a:pos x="T4" y="T5"/>
                </a:cxn>
                <a:cxn ang="0">
                  <a:pos x="T6" y="T7"/>
                </a:cxn>
              </a:cxnLst>
              <a:rect l="0" t="0" r="r" b="b"/>
              <a:pathLst>
                <a:path w="19" h="10">
                  <a:moveTo>
                    <a:pt x="0" y="0"/>
                  </a:moveTo>
                  <a:cubicBezTo>
                    <a:pt x="17" y="0"/>
                    <a:pt x="17" y="0"/>
                    <a:pt x="17" y="0"/>
                  </a:cubicBezTo>
                  <a:cubicBezTo>
                    <a:pt x="18" y="0"/>
                    <a:pt x="19" y="1"/>
                    <a:pt x="19" y="3"/>
                  </a:cubicBezTo>
                  <a:cubicBezTo>
                    <a:pt x="19" y="10"/>
                    <a:pt x="19" y="10"/>
                    <a:pt x="19" y="10"/>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9" name="Freeform 43">
              <a:extLst>
                <a:ext uri="{FF2B5EF4-FFF2-40B4-BE49-F238E27FC236}">
                  <a16:creationId xmlns:a16="http://schemas.microsoft.com/office/drawing/2014/main" id="{CF6FA42D-AE57-A774-EF70-04F80BFD6A12}"/>
                </a:ext>
              </a:extLst>
            </p:cNvPr>
            <p:cNvSpPr>
              <a:spLocks/>
            </p:cNvSpPr>
            <p:nvPr/>
          </p:nvSpPr>
          <p:spPr bwMode="auto">
            <a:xfrm>
              <a:off x="461" y="2931"/>
              <a:ext cx="62" cy="9"/>
            </a:xfrm>
            <a:custGeom>
              <a:avLst/>
              <a:gdLst>
                <a:gd name="T0" fmla="*/ 41 w 41"/>
                <a:gd name="T1" fmla="*/ 0 h 6"/>
                <a:gd name="T2" fmla="*/ 41 w 41"/>
                <a:gd name="T3" fmla="*/ 4 h 6"/>
                <a:gd name="T4" fmla="*/ 39 w 41"/>
                <a:gd name="T5" fmla="*/ 6 h 6"/>
                <a:gd name="T6" fmla="*/ 0 w 41"/>
                <a:gd name="T7" fmla="*/ 6 h 6"/>
              </a:gdLst>
              <a:ahLst/>
              <a:cxnLst>
                <a:cxn ang="0">
                  <a:pos x="T0" y="T1"/>
                </a:cxn>
                <a:cxn ang="0">
                  <a:pos x="T2" y="T3"/>
                </a:cxn>
                <a:cxn ang="0">
                  <a:pos x="T4" y="T5"/>
                </a:cxn>
                <a:cxn ang="0">
                  <a:pos x="T6" y="T7"/>
                </a:cxn>
              </a:cxnLst>
              <a:rect l="0" t="0" r="r" b="b"/>
              <a:pathLst>
                <a:path w="41" h="6">
                  <a:moveTo>
                    <a:pt x="41" y="0"/>
                  </a:moveTo>
                  <a:cubicBezTo>
                    <a:pt x="41" y="4"/>
                    <a:pt x="41" y="4"/>
                    <a:pt x="41" y="4"/>
                  </a:cubicBezTo>
                  <a:cubicBezTo>
                    <a:pt x="41" y="5"/>
                    <a:pt x="40" y="6"/>
                    <a:pt x="39" y="6"/>
                  </a:cubicBezTo>
                  <a:cubicBezTo>
                    <a:pt x="0" y="6"/>
                    <a:pt x="0" y="6"/>
                    <a:pt x="0" y="6"/>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0" name="Freeform 44">
              <a:extLst>
                <a:ext uri="{FF2B5EF4-FFF2-40B4-BE49-F238E27FC236}">
                  <a16:creationId xmlns:a16="http://schemas.microsoft.com/office/drawing/2014/main" id="{3F01FE03-90AD-C11B-96F5-244C0A8DB0E2}"/>
                </a:ext>
              </a:extLst>
            </p:cNvPr>
            <p:cNvSpPr>
              <a:spLocks/>
            </p:cNvSpPr>
            <p:nvPr/>
          </p:nvSpPr>
          <p:spPr bwMode="auto">
            <a:xfrm>
              <a:off x="461" y="2997"/>
              <a:ext cx="62" cy="9"/>
            </a:xfrm>
            <a:custGeom>
              <a:avLst/>
              <a:gdLst>
                <a:gd name="T0" fmla="*/ 41 w 41"/>
                <a:gd name="T1" fmla="*/ 6 h 6"/>
                <a:gd name="T2" fmla="*/ 41 w 41"/>
                <a:gd name="T3" fmla="*/ 2 h 6"/>
                <a:gd name="T4" fmla="*/ 39 w 41"/>
                <a:gd name="T5" fmla="*/ 0 h 6"/>
                <a:gd name="T6" fmla="*/ 0 w 41"/>
                <a:gd name="T7" fmla="*/ 0 h 6"/>
              </a:gdLst>
              <a:ahLst/>
              <a:cxnLst>
                <a:cxn ang="0">
                  <a:pos x="T0" y="T1"/>
                </a:cxn>
                <a:cxn ang="0">
                  <a:pos x="T2" y="T3"/>
                </a:cxn>
                <a:cxn ang="0">
                  <a:pos x="T4" y="T5"/>
                </a:cxn>
                <a:cxn ang="0">
                  <a:pos x="T6" y="T7"/>
                </a:cxn>
              </a:cxnLst>
              <a:rect l="0" t="0" r="r" b="b"/>
              <a:pathLst>
                <a:path w="41" h="6">
                  <a:moveTo>
                    <a:pt x="41" y="6"/>
                  </a:moveTo>
                  <a:cubicBezTo>
                    <a:pt x="41" y="2"/>
                    <a:pt x="41" y="2"/>
                    <a:pt x="41" y="2"/>
                  </a:cubicBezTo>
                  <a:cubicBezTo>
                    <a:pt x="41" y="1"/>
                    <a:pt x="40" y="0"/>
                    <a:pt x="39" y="0"/>
                  </a:cubicBezTo>
                  <a:cubicBezTo>
                    <a:pt x="0" y="0"/>
                    <a:pt x="0" y="0"/>
                    <a:pt x="0" y="0"/>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grpSp>
        <p:nvGrpSpPr>
          <p:cNvPr id="93" name="Group 47">
            <a:extLst>
              <a:ext uri="{FF2B5EF4-FFF2-40B4-BE49-F238E27FC236}">
                <a16:creationId xmlns:a16="http://schemas.microsoft.com/office/drawing/2014/main" id="{AD186833-7201-38FC-E7E1-D2233865D5BD}"/>
              </a:ext>
            </a:extLst>
          </p:cNvPr>
          <p:cNvGrpSpPr>
            <a:grpSpLocks noChangeAspect="1"/>
          </p:cNvGrpSpPr>
          <p:nvPr/>
        </p:nvGrpSpPr>
        <p:grpSpPr bwMode="auto">
          <a:xfrm>
            <a:off x="4638684" y="4527557"/>
            <a:ext cx="255588" cy="366713"/>
            <a:chOff x="2922" y="2852"/>
            <a:chExt cx="161" cy="231"/>
          </a:xfrm>
        </p:grpSpPr>
        <p:sp>
          <p:nvSpPr>
            <p:cNvPr id="95" name="Freeform 48">
              <a:extLst>
                <a:ext uri="{FF2B5EF4-FFF2-40B4-BE49-F238E27FC236}">
                  <a16:creationId xmlns:a16="http://schemas.microsoft.com/office/drawing/2014/main" id="{B5590A2B-3613-A4AC-1B17-CABBB44B4795}"/>
                </a:ext>
              </a:extLst>
            </p:cNvPr>
            <p:cNvSpPr>
              <a:spLocks/>
            </p:cNvSpPr>
            <p:nvPr/>
          </p:nvSpPr>
          <p:spPr bwMode="auto">
            <a:xfrm>
              <a:off x="3037" y="2871"/>
              <a:ext cx="15" cy="43"/>
            </a:xfrm>
            <a:custGeom>
              <a:avLst/>
              <a:gdLst>
                <a:gd name="T0" fmla="*/ 0 w 10"/>
                <a:gd name="T1" fmla="*/ 0 h 29"/>
                <a:gd name="T2" fmla="*/ 0 w 10"/>
                <a:gd name="T3" fmla="*/ 29 h 29"/>
              </a:gdLst>
              <a:ahLst/>
              <a:cxnLst>
                <a:cxn ang="0">
                  <a:pos x="T0" y="T1"/>
                </a:cxn>
                <a:cxn ang="0">
                  <a:pos x="T2" y="T3"/>
                </a:cxn>
              </a:cxnLst>
              <a:rect l="0" t="0" r="r" b="b"/>
              <a:pathLst>
                <a:path w="10" h="29">
                  <a:moveTo>
                    <a:pt x="0" y="0"/>
                  </a:moveTo>
                  <a:cubicBezTo>
                    <a:pt x="0" y="0"/>
                    <a:pt x="10" y="13"/>
                    <a:pt x="0" y="29"/>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6" name="Freeform 49">
              <a:extLst>
                <a:ext uri="{FF2B5EF4-FFF2-40B4-BE49-F238E27FC236}">
                  <a16:creationId xmlns:a16="http://schemas.microsoft.com/office/drawing/2014/main" id="{D0549DD0-DDBD-DC88-7487-BE043EB5322E}"/>
                </a:ext>
              </a:extLst>
            </p:cNvPr>
            <p:cNvSpPr>
              <a:spLocks/>
            </p:cNvSpPr>
            <p:nvPr/>
          </p:nvSpPr>
          <p:spPr bwMode="auto">
            <a:xfrm>
              <a:off x="3048" y="2861"/>
              <a:ext cx="22" cy="64"/>
            </a:xfrm>
            <a:custGeom>
              <a:avLst/>
              <a:gdLst>
                <a:gd name="T0" fmla="*/ 0 w 15"/>
                <a:gd name="T1" fmla="*/ 0 h 44"/>
                <a:gd name="T2" fmla="*/ 0 w 15"/>
                <a:gd name="T3" fmla="*/ 44 h 44"/>
              </a:gdLst>
              <a:ahLst/>
              <a:cxnLst>
                <a:cxn ang="0">
                  <a:pos x="T0" y="T1"/>
                </a:cxn>
                <a:cxn ang="0">
                  <a:pos x="T2" y="T3"/>
                </a:cxn>
              </a:cxnLst>
              <a:rect l="0" t="0" r="r" b="b"/>
              <a:pathLst>
                <a:path w="15" h="44">
                  <a:moveTo>
                    <a:pt x="0" y="0"/>
                  </a:moveTo>
                  <a:cubicBezTo>
                    <a:pt x="0" y="0"/>
                    <a:pt x="15" y="19"/>
                    <a:pt x="0" y="44"/>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7" name="Freeform 50">
              <a:extLst>
                <a:ext uri="{FF2B5EF4-FFF2-40B4-BE49-F238E27FC236}">
                  <a16:creationId xmlns:a16="http://schemas.microsoft.com/office/drawing/2014/main" id="{CEA60AF8-94E3-3ECA-F4D9-F70964347DD5}"/>
                </a:ext>
              </a:extLst>
            </p:cNvPr>
            <p:cNvSpPr>
              <a:spLocks/>
            </p:cNvSpPr>
            <p:nvPr/>
          </p:nvSpPr>
          <p:spPr bwMode="auto">
            <a:xfrm>
              <a:off x="3057" y="2852"/>
              <a:ext cx="26" cy="81"/>
            </a:xfrm>
            <a:custGeom>
              <a:avLst/>
              <a:gdLst>
                <a:gd name="T0" fmla="*/ 0 w 18"/>
                <a:gd name="T1" fmla="*/ 0 h 55"/>
                <a:gd name="T2" fmla="*/ 0 w 18"/>
                <a:gd name="T3" fmla="*/ 55 h 55"/>
              </a:gdLst>
              <a:ahLst/>
              <a:cxnLst>
                <a:cxn ang="0">
                  <a:pos x="T0" y="T1"/>
                </a:cxn>
                <a:cxn ang="0">
                  <a:pos x="T2" y="T3"/>
                </a:cxn>
              </a:cxnLst>
              <a:rect l="0" t="0" r="r" b="b"/>
              <a:pathLst>
                <a:path w="18" h="55">
                  <a:moveTo>
                    <a:pt x="0" y="0"/>
                  </a:moveTo>
                  <a:cubicBezTo>
                    <a:pt x="0" y="0"/>
                    <a:pt x="18" y="24"/>
                    <a:pt x="0" y="55"/>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8" name="Freeform 51">
              <a:extLst>
                <a:ext uri="{FF2B5EF4-FFF2-40B4-BE49-F238E27FC236}">
                  <a16:creationId xmlns:a16="http://schemas.microsoft.com/office/drawing/2014/main" id="{75107C90-B024-6A90-1F0F-9E44C7E9D650}"/>
                </a:ext>
              </a:extLst>
            </p:cNvPr>
            <p:cNvSpPr>
              <a:spLocks/>
            </p:cNvSpPr>
            <p:nvPr/>
          </p:nvSpPr>
          <p:spPr bwMode="auto">
            <a:xfrm>
              <a:off x="2953" y="2871"/>
              <a:ext cx="15" cy="43"/>
            </a:xfrm>
            <a:custGeom>
              <a:avLst/>
              <a:gdLst>
                <a:gd name="T0" fmla="*/ 10 w 10"/>
                <a:gd name="T1" fmla="*/ 0 h 29"/>
                <a:gd name="T2" fmla="*/ 10 w 10"/>
                <a:gd name="T3" fmla="*/ 29 h 29"/>
              </a:gdLst>
              <a:ahLst/>
              <a:cxnLst>
                <a:cxn ang="0">
                  <a:pos x="T0" y="T1"/>
                </a:cxn>
                <a:cxn ang="0">
                  <a:pos x="T2" y="T3"/>
                </a:cxn>
              </a:cxnLst>
              <a:rect l="0" t="0" r="r" b="b"/>
              <a:pathLst>
                <a:path w="10" h="29">
                  <a:moveTo>
                    <a:pt x="10" y="0"/>
                  </a:moveTo>
                  <a:cubicBezTo>
                    <a:pt x="10" y="0"/>
                    <a:pt x="0" y="13"/>
                    <a:pt x="10" y="29"/>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9" name="Freeform 52">
              <a:extLst>
                <a:ext uri="{FF2B5EF4-FFF2-40B4-BE49-F238E27FC236}">
                  <a16:creationId xmlns:a16="http://schemas.microsoft.com/office/drawing/2014/main" id="{FAF47F31-7095-2787-0778-3E5D8EE149CB}"/>
                </a:ext>
              </a:extLst>
            </p:cNvPr>
            <p:cNvSpPr>
              <a:spLocks/>
            </p:cNvSpPr>
            <p:nvPr/>
          </p:nvSpPr>
          <p:spPr bwMode="auto">
            <a:xfrm>
              <a:off x="2935" y="2861"/>
              <a:ext cx="22" cy="64"/>
            </a:xfrm>
            <a:custGeom>
              <a:avLst/>
              <a:gdLst>
                <a:gd name="T0" fmla="*/ 15 w 15"/>
                <a:gd name="T1" fmla="*/ 0 h 44"/>
                <a:gd name="T2" fmla="*/ 15 w 15"/>
                <a:gd name="T3" fmla="*/ 44 h 44"/>
              </a:gdLst>
              <a:ahLst/>
              <a:cxnLst>
                <a:cxn ang="0">
                  <a:pos x="T0" y="T1"/>
                </a:cxn>
                <a:cxn ang="0">
                  <a:pos x="T2" y="T3"/>
                </a:cxn>
              </a:cxnLst>
              <a:rect l="0" t="0" r="r" b="b"/>
              <a:pathLst>
                <a:path w="15" h="44">
                  <a:moveTo>
                    <a:pt x="15" y="0"/>
                  </a:moveTo>
                  <a:cubicBezTo>
                    <a:pt x="15" y="0"/>
                    <a:pt x="0" y="19"/>
                    <a:pt x="15" y="44"/>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0" name="Freeform 53">
              <a:extLst>
                <a:ext uri="{FF2B5EF4-FFF2-40B4-BE49-F238E27FC236}">
                  <a16:creationId xmlns:a16="http://schemas.microsoft.com/office/drawing/2014/main" id="{6185877E-FDC5-3019-88FE-9FAC377176E6}"/>
                </a:ext>
              </a:extLst>
            </p:cNvPr>
            <p:cNvSpPr>
              <a:spLocks/>
            </p:cNvSpPr>
            <p:nvPr/>
          </p:nvSpPr>
          <p:spPr bwMode="auto">
            <a:xfrm>
              <a:off x="2922" y="2852"/>
              <a:ext cx="26" cy="81"/>
            </a:xfrm>
            <a:custGeom>
              <a:avLst/>
              <a:gdLst>
                <a:gd name="T0" fmla="*/ 18 w 18"/>
                <a:gd name="T1" fmla="*/ 0 h 55"/>
                <a:gd name="T2" fmla="*/ 18 w 18"/>
                <a:gd name="T3" fmla="*/ 55 h 55"/>
              </a:gdLst>
              <a:ahLst/>
              <a:cxnLst>
                <a:cxn ang="0">
                  <a:pos x="T0" y="T1"/>
                </a:cxn>
                <a:cxn ang="0">
                  <a:pos x="T2" y="T3"/>
                </a:cxn>
              </a:cxnLst>
              <a:rect l="0" t="0" r="r" b="b"/>
              <a:pathLst>
                <a:path w="18" h="55">
                  <a:moveTo>
                    <a:pt x="18" y="0"/>
                  </a:moveTo>
                  <a:cubicBezTo>
                    <a:pt x="18" y="0"/>
                    <a:pt x="0" y="24"/>
                    <a:pt x="18" y="55"/>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1" name="Line 54">
              <a:extLst>
                <a:ext uri="{FF2B5EF4-FFF2-40B4-BE49-F238E27FC236}">
                  <a16:creationId xmlns:a16="http://schemas.microsoft.com/office/drawing/2014/main" id="{A3556CB3-58DE-91C3-8890-5ED2222F3F66}"/>
                </a:ext>
              </a:extLst>
            </p:cNvPr>
            <p:cNvSpPr>
              <a:spLocks noChangeShapeType="1"/>
            </p:cNvSpPr>
            <p:nvPr/>
          </p:nvSpPr>
          <p:spPr bwMode="auto">
            <a:xfrm flipH="1" flipV="1">
              <a:off x="3006" y="2918"/>
              <a:ext cx="37" cy="165"/>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2" name="Line 55">
              <a:extLst>
                <a:ext uri="{FF2B5EF4-FFF2-40B4-BE49-F238E27FC236}">
                  <a16:creationId xmlns:a16="http://schemas.microsoft.com/office/drawing/2014/main" id="{5AF5DD33-1729-8F17-89A9-D1D2EDC11245}"/>
                </a:ext>
              </a:extLst>
            </p:cNvPr>
            <p:cNvSpPr>
              <a:spLocks noChangeShapeType="1"/>
            </p:cNvSpPr>
            <p:nvPr/>
          </p:nvSpPr>
          <p:spPr bwMode="auto">
            <a:xfrm flipH="1">
              <a:off x="2959" y="2918"/>
              <a:ext cx="37" cy="165"/>
            </a:xfrm>
            <a:prstGeom prst="lin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3" name="Oval 56">
              <a:extLst>
                <a:ext uri="{FF2B5EF4-FFF2-40B4-BE49-F238E27FC236}">
                  <a16:creationId xmlns:a16="http://schemas.microsoft.com/office/drawing/2014/main" id="{63737C8D-E53A-DEAD-1FEC-6E20C4CBC930}"/>
                </a:ext>
              </a:extLst>
            </p:cNvPr>
            <p:cNvSpPr>
              <a:spLocks noChangeArrowheads="1"/>
            </p:cNvSpPr>
            <p:nvPr/>
          </p:nvSpPr>
          <p:spPr bwMode="auto">
            <a:xfrm>
              <a:off x="2978" y="2870"/>
              <a:ext cx="46" cy="45"/>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4" name="Oval 57">
              <a:extLst>
                <a:ext uri="{FF2B5EF4-FFF2-40B4-BE49-F238E27FC236}">
                  <a16:creationId xmlns:a16="http://schemas.microsoft.com/office/drawing/2014/main" id="{EB33F2BA-AAEB-6CA0-906B-AA0610069F2D}"/>
                </a:ext>
              </a:extLst>
            </p:cNvPr>
            <p:cNvSpPr>
              <a:spLocks noChangeArrowheads="1"/>
            </p:cNvSpPr>
            <p:nvPr/>
          </p:nvSpPr>
          <p:spPr bwMode="auto">
            <a:xfrm>
              <a:off x="2990" y="2881"/>
              <a:ext cx="22" cy="22"/>
            </a:xfrm>
            <a:prstGeom prst="ellipse">
              <a:avLst/>
            </a:pr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5" name="Freeform 58">
              <a:extLst>
                <a:ext uri="{FF2B5EF4-FFF2-40B4-BE49-F238E27FC236}">
                  <a16:creationId xmlns:a16="http://schemas.microsoft.com/office/drawing/2014/main" id="{E94227F9-3157-7419-BE44-02884B07493A}"/>
                </a:ext>
              </a:extLst>
            </p:cNvPr>
            <p:cNvSpPr>
              <a:spLocks/>
            </p:cNvSpPr>
            <p:nvPr/>
          </p:nvSpPr>
          <p:spPr bwMode="auto">
            <a:xfrm>
              <a:off x="2972" y="2936"/>
              <a:ext cx="65" cy="119"/>
            </a:xfrm>
            <a:custGeom>
              <a:avLst/>
              <a:gdLst>
                <a:gd name="T0" fmla="*/ 39 w 65"/>
                <a:gd name="T1" fmla="*/ 0 h 119"/>
                <a:gd name="T2" fmla="*/ 13 w 65"/>
                <a:gd name="T3" fmla="*/ 26 h 119"/>
                <a:gd name="T4" fmla="*/ 51 w 65"/>
                <a:gd name="T5" fmla="*/ 54 h 119"/>
                <a:gd name="T6" fmla="*/ 0 w 65"/>
                <a:gd name="T7" fmla="*/ 85 h 119"/>
                <a:gd name="T8" fmla="*/ 65 w 65"/>
                <a:gd name="T9" fmla="*/ 119 h 119"/>
              </a:gdLst>
              <a:ahLst/>
              <a:cxnLst>
                <a:cxn ang="0">
                  <a:pos x="T0" y="T1"/>
                </a:cxn>
                <a:cxn ang="0">
                  <a:pos x="T2" y="T3"/>
                </a:cxn>
                <a:cxn ang="0">
                  <a:pos x="T4" y="T5"/>
                </a:cxn>
                <a:cxn ang="0">
                  <a:pos x="T6" y="T7"/>
                </a:cxn>
                <a:cxn ang="0">
                  <a:pos x="T8" y="T9"/>
                </a:cxn>
              </a:cxnLst>
              <a:rect l="0" t="0" r="r" b="b"/>
              <a:pathLst>
                <a:path w="65" h="119">
                  <a:moveTo>
                    <a:pt x="39" y="0"/>
                  </a:moveTo>
                  <a:lnTo>
                    <a:pt x="13" y="26"/>
                  </a:lnTo>
                  <a:lnTo>
                    <a:pt x="51" y="54"/>
                  </a:lnTo>
                  <a:lnTo>
                    <a:pt x="0" y="85"/>
                  </a:lnTo>
                  <a:lnTo>
                    <a:pt x="65" y="119"/>
                  </a:ln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sp>
        <p:nvSpPr>
          <p:cNvPr id="6" name="TextBox 5">
            <a:extLst>
              <a:ext uri="{FF2B5EF4-FFF2-40B4-BE49-F238E27FC236}">
                <a16:creationId xmlns:a16="http://schemas.microsoft.com/office/drawing/2014/main" id="{EB722C7E-0D4D-1C94-BE29-5B320D3C4402}"/>
              </a:ext>
            </a:extLst>
          </p:cNvPr>
          <p:cNvSpPr txBox="1"/>
          <p:nvPr/>
        </p:nvSpPr>
        <p:spPr>
          <a:xfrm>
            <a:off x="381000" y="838200"/>
            <a:ext cx="3173946" cy="246221"/>
          </a:xfrm>
          <a:prstGeom prst="rect">
            <a:avLst/>
          </a:prstGeom>
          <a:noFill/>
        </p:spPr>
        <p:txBody>
          <a:bodyPr wrap="none" lIns="0" tIns="0" rIns="0" bIns="0" anchor="b">
            <a:spAutoFit/>
          </a:bodyPr>
          <a:lstStyle/>
          <a:p>
            <a:r>
              <a:rPr lang="en-US" sz="1600" b="1" dirty="0">
                <a:solidFill>
                  <a:schemeClr val="accent2"/>
                </a:solidFill>
              </a:rPr>
              <a:t>Lorem Ipsum is simply dummy text</a:t>
            </a:r>
          </a:p>
        </p:txBody>
      </p:sp>
      <p:sp>
        <p:nvSpPr>
          <p:cNvPr id="91" name="Rectangle: Rounded Corners 90">
            <a:extLst>
              <a:ext uri="{FF2B5EF4-FFF2-40B4-BE49-F238E27FC236}">
                <a16:creationId xmlns:a16="http://schemas.microsoft.com/office/drawing/2014/main" id="{3827EC89-C897-DFCD-EAFF-6BC7EDAC8DDB}"/>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92" name="Straight Connector 91">
            <a:extLst>
              <a:ext uri="{FF2B5EF4-FFF2-40B4-BE49-F238E27FC236}">
                <a16:creationId xmlns:a16="http://schemas.microsoft.com/office/drawing/2014/main" id="{31FA70F7-C1FA-2539-8C85-64C9DBA10528}"/>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Slide Number Placeholder 42">
            <a:extLst>
              <a:ext uri="{FF2B5EF4-FFF2-40B4-BE49-F238E27FC236}">
                <a16:creationId xmlns:a16="http://schemas.microsoft.com/office/drawing/2014/main" id="{F966E04A-79CB-B64E-0DD2-38047E7FBF5E}"/>
              </a:ext>
            </a:extLst>
          </p:cNvPr>
          <p:cNvSpPr>
            <a:spLocks noGrp="1"/>
          </p:cNvSpPr>
          <p:nvPr>
            <p:ph type="sldNum" sz="quarter" idx="4"/>
          </p:nvPr>
        </p:nvSpPr>
        <p:spPr>
          <a:xfrm>
            <a:off x="11563748" y="6534603"/>
            <a:ext cx="228600" cy="137401"/>
          </a:xfrm>
        </p:spPr>
        <p:txBody>
          <a:bodyPr/>
          <a:lstStyle/>
          <a:p>
            <a:fld id="{8855CCE4-D0BE-4DED-8941-E3B093153CBB}" type="slidenum">
              <a:rPr lang="en-GB" smtClean="0"/>
              <a:pPr/>
              <a:t>11</a:t>
            </a:fld>
            <a:endParaRPr lang="en-GB" dirty="0"/>
          </a:p>
        </p:txBody>
      </p:sp>
      <p:sp>
        <p:nvSpPr>
          <p:cNvPr id="5" name="TextBox 4">
            <a:extLst>
              <a:ext uri="{FF2B5EF4-FFF2-40B4-BE49-F238E27FC236}">
                <a16:creationId xmlns:a16="http://schemas.microsoft.com/office/drawing/2014/main" id="{DECB7182-464C-DF09-62B4-405B21DCA9BA}"/>
              </a:ext>
            </a:extLst>
          </p:cNvPr>
          <p:cNvSpPr txBox="1"/>
          <p:nvPr/>
        </p:nvSpPr>
        <p:spPr>
          <a:xfrm flipH="1">
            <a:off x="8835241" y="5034943"/>
            <a:ext cx="3356758" cy="1218000"/>
          </a:xfrm>
          <a:prstGeom prst="round1Rect">
            <a:avLst>
              <a:gd name="adj" fmla="val 20013"/>
            </a:avLst>
          </a:prstGeom>
          <a:solidFill>
            <a:schemeClr val="bg1"/>
          </a:solidFill>
          <a:ln w="12700">
            <a:noFill/>
          </a:ln>
        </p:spPr>
        <p:txBody>
          <a:bodyPr wrap="square" lIns="91440" tIns="91440" rIns="457200" bIns="91440" anchor="ctr">
            <a:noAutofit/>
          </a:bodyPr>
          <a:lstStyle/>
          <a:p>
            <a:pPr algn="ctr">
              <a:spcBef>
                <a:spcPts val="600"/>
              </a:spcBef>
            </a:pPr>
            <a:r>
              <a:rPr lang="en-US" sz="1600" b="1" dirty="0"/>
              <a:t>Lorem Ipsum</a:t>
            </a:r>
          </a:p>
          <a:p>
            <a:pPr algn="ctr">
              <a:spcBef>
                <a:spcPts val="600"/>
              </a:spcBef>
            </a:pPr>
            <a:r>
              <a:rPr lang="en-US" sz="1200" dirty="0"/>
              <a:t>Lorem Ipsum is simply dummy text of the printing and typesetting industry.</a:t>
            </a:r>
          </a:p>
        </p:txBody>
      </p:sp>
    </p:spTree>
    <p:extLst>
      <p:ext uri="{BB962C8B-B14F-4D97-AF65-F5344CB8AC3E}">
        <p14:creationId xmlns:p14="http://schemas.microsoft.com/office/powerpoint/2010/main" val="2131481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oup of people walking in a hallway&#10;&#10;AI-generated content may be incorrect.">
            <a:extLst>
              <a:ext uri="{FF2B5EF4-FFF2-40B4-BE49-F238E27FC236}">
                <a16:creationId xmlns:a16="http://schemas.microsoft.com/office/drawing/2014/main" id="{D7BABDCC-1AD6-1DDA-4173-57F026E14175}"/>
              </a:ext>
            </a:extLst>
          </p:cNvPr>
          <p:cNvPicPr>
            <a:picLocks noChangeAspect="1"/>
          </p:cNvPicPr>
          <p:nvPr/>
        </p:nvPicPr>
        <p:blipFill>
          <a:blip r:embed="rId3">
            <a:extLst>
              <a:ext uri="{28A0092B-C50C-407E-A947-70E740481C1C}">
                <a14:useLocalDpi xmlns:a14="http://schemas.microsoft.com/office/drawing/2010/main" val="0"/>
              </a:ext>
            </a:extLst>
          </a:blip>
          <a:srcRect r="17556"/>
          <a:stretch>
            <a:fillRect/>
          </a:stretch>
        </p:blipFill>
        <p:spPr>
          <a:xfrm>
            <a:off x="2768600" y="0"/>
            <a:ext cx="9423400" cy="6858000"/>
          </a:xfrm>
          <a:prstGeom prst="rect">
            <a:avLst/>
          </a:prstGeom>
        </p:spPr>
      </p:pic>
      <p:sp>
        <p:nvSpPr>
          <p:cNvPr id="11" name="Rectangle 10">
            <a:extLst>
              <a:ext uri="{FF2B5EF4-FFF2-40B4-BE49-F238E27FC236}">
                <a16:creationId xmlns:a16="http://schemas.microsoft.com/office/drawing/2014/main" id="{ECF723A4-2A72-55E5-7284-4E41279BC06E}"/>
              </a:ext>
            </a:extLst>
          </p:cNvPr>
          <p:cNvSpPr/>
          <p:nvPr/>
        </p:nvSpPr>
        <p:spPr>
          <a:xfrm>
            <a:off x="0" y="0"/>
            <a:ext cx="7576457" cy="6858000"/>
          </a:xfrm>
          <a:prstGeom prst="rect">
            <a:avLst/>
          </a:prstGeom>
          <a:gradFill flip="none" rotWithShape="1">
            <a:gsLst>
              <a:gs pos="67000">
                <a:srgbClr val="202E39">
                  <a:alpha val="74000"/>
                </a:srgbClr>
              </a:gs>
              <a:gs pos="36000">
                <a:schemeClr val="tx1"/>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5E27C4F2-AE66-DB67-2046-296409FB23D6}"/>
              </a:ext>
            </a:extLst>
          </p:cNvPr>
          <p:cNvSpPr>
            <a:spLocks noGrp="1"/>
          </p:cNvSpPr>
          <p:nvPr>
            <p:ph type="title"/>
          </p:nvPr>
        </p:nvSpPr>
        <p:spPr/>
        <p:txBody>
          <a:bodyPr/>
          <a:lstStyle/>
          <a:p>
            <a:r>
              <a:rPr lang="en-IN" dirty="0"/>
              <a:t>Lorem Ipsum</a:t>
            </a:r>
          </a:p>
        </p:txBody>
      </p:sp>
      <p:sp>
        <p:nvSpPr>
          <p:cNvPr id="6" name="TextBox 5">
            <a:extLst>
              <a:ext uri="{FF2B5EF4-FFF2-40B4-BE49-F238E27FC236}">
                <a16:creationId xmlns:a16="http://schemas.microsoft.com/office/drawing/2014/main" id="{34829F06-0E5D-68F6-855D-47956F13AB5A}"/>
              </a:ext>
            </a:extLst>
          </p:cNvPr>
          <p:cNvSpPr txBox="1"/>
          <p:nvPr/>
        </p:nvSpPr>
        <p:spPr>
          <a:xfrm>
            <a:off x="363537" y="1770585"/>
            <a:ext cx="5462833" cy="692497"/>
          </a:xfrm>
          <a:prstGeom prst="rect">
            <a:avLst/>
          </a:prstGeom>
          <a:noFill/>
        </p:spPr>
        <p:txBody>
          <a:bodyPr wrap="square" lIns="0" tIns="0" rIns="0" bIns="0" rtlCol="0">
            <a:spAutoFit/>
          </a:bodyPr>
          <a:lstStyle/>
          <a:p>
            <a:pPr>
              <a:spcAft>
                <a:spcPts val="600"/>
              </a:spcAft>
            </a:pPr>
            <a:r>
              <a:rPr lang="en-US" sz="1600" b="1" dirty="0">
                <a:solidFill>
                  <a:schemeClr val="accent2"/>
                </a:solidFill>
              </a:rPr>
              <a:t>Lorem Ipsum</a:t>
            </a:r>
          </a:p>
          <a:p>
            <a:pPr>
              <a:spcAft>
                <a:spcPts val="600"/>
              </a:spcAft>
            </a:pPr>
            <a:r>
              <a:rPr lang="en-US" sz="1200" dirty="0">
                <a:solidFill>
                  <a:schemeClr val="bg1"/>
                </a:solidFill>
              </a:rPr>
              <a:t>Lorem Ipsum is simply dummy text of the printing and typesetting industry. Lorem Ipsum has been the industry's standard dummy text ever since the 1500s.</a:t>
            </a:r>
            <a:endParaRPr lang="en-IN" sz="1100" dirty="0">
              <a:solidFill>
                <a:schemeClr val="bg1"/>
              </a:solidFill>
            </a:endParaRPr>
          </a:p>
        </p:txBody>
      </p:sp>
      <p:sp>
        <p:nvSpPr>
          <p:cNvPr id="78" name="Freeform: Shape 77">
            <a:extLst>
              <a:ext uri="{FF2B5EF4-FFF2-40B4-BE49-F238E27FC236}">
                <a16:creationId xmlns:a16="http://schemas.microsoft.com/office/drawing/2014/main" id="{9AA38995-778C-484E-4BAE-73CC55E10A40}"/>
              </a:ext>
            </a:extLst>
          </p:cNvPr>
          <p:cNvSpPr/>
          <p:nvPr/>
        </p:nvSpPr>
        <p:spPr>
          <a:xfrm>
            <a:off x="4542003" y="-5830"/>
            <a:ext cx="7666665" cy="6248848"/>
          </a:xfrm>
          <a:custGeom>
            <a:avLst/>
            <a:gdLst>
              <a:gd name="connsiteX0" fmla="*/ 5907037 w 7666665"/>
              <a:gd name="connsiteY0" fmla="*/ 0 h 6248848"/>
              <a:gd name="connsiteX1" fmla="*/ 7666665 w 7666665"/>
              <a:gd name="connsiteY1" fmla="*/ 0 h 6248848"/>
              <a:gd name="connsiteX2" fmla="*/ 7666665 w 7666665"/>
              <a:gd name="connsiteY2" fmla="*/ 4127258 h 6248848"/>
              <a:gd name="connsiteX3" fmla="*/ 6637447 w 7666665"/>
              <a:gd name="connsiteY3" fmla="*/ 531304 h 6248848"/>
              <a:gd name="connsiteX4" fmla="*/ 5206655 w 7666665"/>
              <a:gd name="connsiteY4" fmla="*/ 5517076 h 6248848"/>
              <a:gd name="connsiteX5" fmla="*/ 4510897 w 7666665"/>
              <a:gd name="connsiteY5" fmla="*/ 6212824 h 6248848"/>
              <a:gd name="connsiteX6" fmla="*/ 3286086 w 7666665"/>
              <a:gd name="connsiteY6" fmla="*/ 5517076 h 6248848"/>
              <a:gd name="connsiteX7" fmla="*/ 2603705 w 7666665"/>
              <a:gd name="connsiteY7" fmla="*/ 3145257 h 6248848"/>
              <a:gd name="connsiteX8" fmla="*/ 1866296 w 7666665"/>
              <a:gd name="connsiteY8" fmla="*/ 5715187 h 6248848"/>
              <a:gd name="connsiteX9" fmla="*/ 1372944 w 7666665"/>
              <a:gd name="connsiteY9" fmla="*/ 6208532 h 6248848"/>
              <a:gd name="connsiteX10" fmla="*/ 463009 w 7666665"/>
              <a:gd name="connsiteY10" fmla="*/ 5715187 h 6248848"/>
              <a:gd name="connsiteX11" fmla="*/ 28269 w 7666665"/>
              <a:gd name="connsiteY11" fmla="*/ 4201844 h 6248848"/>
              <a:gd name="connsiteX12" fmla="*/ 531802 w 7666665"/>
              <a:gd name="connsiteY12" fmla="*/ 3296592 h 6248848"/>
              <a:gd name="connsiteX13" fmla="*/ 1437055 w 7666665"/>
              <a:gd name="connsiteY13" fmla="*/ 3800116 h 6248848"/>
              <a:gd name="connsiteX14" fmla="*/ 1624162 w 7666665"/>
              <a:gd name="connsiteY14" fmla="*/ 4465987 h 6248848"/>
              <a:gd name="connsiteX15" fmla="*/ 2383587 w 7666665"/>
              <a:gd name="connsiteY15" fmla="*/ 1824520 h 6248848"/>
              <a:gd name="connsiteX16" fmla="*/ 3071465 w 7666665"/>
              <a:gd name="connsiteY16" fmla="*/ 1136641 h 6248848"/>
              <a:gd name="connsiteX17" fmla="*/ 4293143 w 7666665"/>
              <a:gd name="connsiteY17" fmla="*/ 1841030 h 6248848"/>
              <a:gd name="connsiteX18" fmla="*/ 4843452 w 7666665"/>
              <a:gd name="connsiteY18" fmla="*/ 3728579 h 6248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66665" h="6248848">
                <a:moveTo>
                  <a:pt x="5907037" y="0"/>
                </a:moveTo>
                <a:lnTo>
                  <a:pt x="7666665" y="0"/>
                </a:lnTo>
                <a:lnTo>
                  <a:pt x="7666665" y="4127258"/>
                </a:lnTo>
                <a:lnTo>
                  <a:pt x="6637447" y="531304"/>
                </a:lnTo>
                <a:lnTo>
                  <a:pt x="5206655" y="5517076"/>
                </a:lnTo>
                <a:cubicBezTo>
                  <a:pt x="5113482" y="5855346"/>
                  <a:pt x="4849175" y="6119660"/>
                  <a:pt x="4510897" y="6212824"/>
                </a:cubicBezTo>
                <a:cubicBezTo>
                  <a:pt x="3980567" y="6358933"/>
                  <a:pt x="3432186" y="6047407"/>
                  <a:pt x="3286086" y="5517076"/>
                </a:cubicBezTo>
                <a:lnTo>
                  <a:pt x="2603705" y="3145257"/>
                </a:lnTo>
                <a:lnTo>
                  <a:pt x="1866296" y="5715187"/>
                </a:lnTo>
                <a:cubicBezTo>
                  <a:pt x="1795855" y="5952477"/>
                  <a:pt x="1610234" y="6138098"/>
                  <a:pt x="1372944" y="6208532"/>
                </a:cubicBezTo>
                <a:cubicBezTo>
                  <a:pt x="985478" y="6323549"/>
                  <a:pt x="578027" y="6102707"/>
                  <a:pt x="463009" y="5715187"/>
                </a:cubicBezTo>
                <a:lnTo>
                  <a:pt x="28269" y="4201844"/>
                </a:lnTo>
                <a:cubicBezTo>
                  <a:pt x="-82673" y="3812831"/>
                  <a:pt x="142789" y="3407534"/>
                  <a:pt x="531802" y="3296592"/>
                </a:cubicBezTo>
                <a:cubicBezTo>
                  <a:pt x="920816" y="3185650"/>
                  <a:pt x="1326112" y="3411111"/>
                  <a:pt x="1437055" y="3800116"/>
                </a:cubicBezTo>
                <a:lnTo>
                  <a:pt x="1624162" y="4465987"/>
                </a:lnTo>
                <a:lnTo>
                  <a:pt x="2383587" y="1824520"/>
                </a:lnTo>
                <a:cubicBezTo>
                  <a:pt x="2479558" y="1492339"/>
                  <a:pt x="2739299" y="1232636"/>
                  <a:pt x="3071465" y="1136641"/>
                </a:cubicBezTo>
                <a:cubicBezTo>
                  <a:pt x="3603009" y="996373"/>
                  <a:pt x="4148247" y="1310753"/>
                  <a:pt x="4293143" y="1841030"/>
                </a:cubicBezTo>
                <a:lnTo>
                  <a:pt x="4843452" y="3728579"/>
                </a:lnTo>
                <a:close/>
              </a:path>
            </a:pathLst>
          </a:custGeom>
          <a:gradFill>
            <a:gsLst>
              <a:gs pos="3000">
                <a:schemeClr val="accent1">
                  <a:alpha val="20000"/>
                </a:schemeClr>
              </a:gs>
              <a:gs pos="100000">
                <a:schemeClr val="accent2">
                  <a:alpha val="20000"/>
                </a:schemeClr>
              </a:gs>
            </a:gsLst>
            <a:lin ang="20700167"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solidFill>
                <a:schemeClr val="lt1"/>
              </a:solidFill>
            </a:endParaRPr>
          </a:p>
        </p:txBody>
      </p:sp>
      <p:sp>
        <p:nvSpPr>
          <p:cNvPr id="49" name="Freeform: Shape 48">
            <a:extLst>
              <a:ext uri="{FF2B5EF4-FFF2-40B4-BE49-F238E27FC236}">
                <a16:creationId xmlns:a16="http://schemas.microsoft.com/office/drawing/2014/main" id="{6CF59F8F-651E-B50E-F689-CD391800BA49}"/>
              </a:ext>
            </a:extLst>
          </p:cNvPr>
          <p:cNvSpPr/>
          <p:nvPr/>
        </p:nvSpPr>
        <p:spPr>
          <a:xfrm>
            <a:off x="2" y="1148917"/>
            <a:ext cx="5808905" cy="534739"/>
          </a:xfrm>
          <a:custGeom>
            <a:avLst/>
            <a:gdLst>
              <a:gd name="connsiteX0" fmla="*/ 0 w 6522721"/>
              <a:gd name="connsiteY0" fmla="*/ 0 h 457282"/>
              <a:gd name="connsiteX1" fmla="*/ 6434621 w 6522721"/>
              <a:gd name="connsiteY1" fmla="*/ 0 h 457282"/>
              <a:gd name="connsiteX2" fmla="*/ 6522721 w 6522721"/>
              <a:gd name="connsiteY2" fmla="*/ 88100 h 457282"/>
              <a:gd name="connsiteX3" fmla="*/ 6522721 w 6522721"/>
              <a:gd name="connsiteY3" fmla="*/ 369182 h 457282"/>
              <a:gd name="connsiteX4" fmla="*/ 6434621 w 6522721"/>
              <a:gd name="connsiteY4" fmla="*/ 457282 h 457282"/>
              <a:gd name="connsiteX5" fmla="*/ 0 w 6522721"/>
              <a:gd name="connsiteY5" fmla="*/ 457282 h 45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2721" h="457282">
                <a:moveTo>
                  <a:pt x="0" y="0"/>
                </a:moveTo>
                <a:lnTo>
                  <a:pt x="6434621" y="0"/>
                </a:lnTo>
                <a:cubicBezTo>
                  <a:pt x="6483277" y="0"/>
                  <a:pt x="6522721" y="39444"/>
                  <a:pt x="6522721" y="88100"/>
                </a:cubicBezTo>
                <a:lnTo>
                  <a:pt x="6522721" y="369182"/>
                </a:lnTo>
                <a:cubicBezTo>
                  <a:pt x="6522721" y="417838"/>
                  <a:pt x="6483277" y="457282"/>
                  <a:pt x="6434621" y="457282"/>
                </a:cubicBezTo>
                <a:lnTo>
                  <a:pt x="0" y="457282"/>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solidFill>
                <a:schemeClr val="tx1"/>
              </a:solidFill>
            </a:endParaRPr>
          </a:p>
        </p:txBody>
      </p:sp>
      <p:sp>
        <p:nvSpPr>
          <p:cNvPr id="5" name="TextBox 4">
            <a:extLst>
              <a:ext uri="{FF2B5EF4-FFF2-40B4-BE49-F238E27FC236}">
                <a16:creationId xmlns:a16="http://schemas.microsoft.com/office/drawing/2014/main" id="{AF3B395B-CC70-B267-789E-48DCDFCE54FB}"/>
              </a:ext>
            </a:extLst>
          </p:cNvPr>
          <p:cNvSpPr txBox="1"/>
          <p:nvPr/>
        </p:nvSpPr>
        <p:spPr>
          <a:xfrm>
            <a:off x="363538" y="1277787"/>
            <a:ext cx="4908550" cy="276999"/>
          </a:xfrm>
          <a:prstGeom prst="rect">
            <a:avLst/>
          </a:prstGeom>
          <a:noFill/>
        </p:spPr>
        <p:txBody>
          <a:bodyPr wrap="square" lIns="0" tIns="0" rIns="0" bIns="0" rtlCol="0">
            <a:spAutoFit/>
          </a:bodyPr>
          <a:lstStyle/>
          <a:p>
            <a:pPr>
              <a:spcAft>
                <a:spcPts val="600"/>
              </a:spcAft>
            </a:pPr>
            <a:r>
              <a:rPr lang="en-US" b="1" dirty="0">
                <a:solidFill>
                  <a:schemeClr val="bg1"/>
                </a:solidFill>
              </a:rPr>
              <a:t>Lorem Ipsum is simply dummy text</a:t>
            </a:r>
          </a:p>
        </p:txBody>
      </p:sp>
      <p:grpSp>
        <p:nvGrpSpPr>
          <p:cNvPr id="113" name="Group 112">
            <a:extLst>
              <a:ext uri="{FF2B5EF4-FFF2-40B4-BE49-F238E27FC236}">
                <a16:creationId xmlns:a16="http://schemas.microsoft.com/office/drawing/2014/main" id="{89A21B13-C266-AA48-5727-11DB820499B0}"/>
              </a:ext>
            </a:extLst>
          </p:cNvPr>
          <p:cNvGrpSpPr/>
          <p:nvPr/>
        </p:nvGrpSpPr>
        <p:grpSpPr>
          <a:xfrm>
            <a:off x="363537" y="2757714"/>
            <a:ext cx="5445370" cy="3498624"/>
            <a:chOff x="381000" y="2757714"/>
            <a:chExt cx="5445370" cy="3498624"/>
          </a:xfrm>
        </p:grpSpPr>
        <p:sp>
          <p:nvSpPr>
            <p:cNvPr id="9" name="Rectangle: Rounded Corners 8">
              <a:extLst>
                <a:ext uri="{FF2B5EF4-FFF2-40B4-BE49-F238E27FC236}">
                  <a16:creationId xmlns:a16="http://schemas.microsoft.com/office/drawing/2014/main" id="{976584E8-5723-675C-33EC-3C4FF0453803}"/>
                </a:ext>
              </a:extLst>
            </p:cNvPr>
            <p:cNvSpPr/>
            <p:nvPr/>
          </p:nvSpPr>
          <p:spPr>
            <a:xfrm>
              <a:off x="381000" y="2757714"/>
              <a:ext cx="2662506" cy="1667810"/>
            </a:xfrm>
            <a:prstGeom prst="roundRect">
              <a:avLst>
                <a:gd name="adj" fmla="val 903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64" name="Oval 63">
              <a:extLst>
                <a:ext uri="{FF2B5EF4-FFF2-40B4-BE49-F238E27FC236}">
                  <a16:creationId xmlns:a16="http://schemas.microsoft.com/office/drawing/2014/main" id="{D5E94DF7-02CA-1A43-907F-0BD0654061E8}"/>
                </a:ext>
              </a:extLst>
            </p:cNvPr>
            <p:cNvSpPr/>
            <p:nvPr/>
          </p:nvSpPr>
          <p:spPr>
            <a:xfrm>
              <a:off x="1379430" y="2894014"/>
              <a:ext cx="665647" cy="66430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5" name="TextBox 74">
              <a:extLst>
                <a:ext uri="{FF2B5EF4-FFF2-40B4-BE49-F238E27FC236}">
                  <a16:creationId xmlns:a16="http://schemas.microsoft.com/office/drawing/2014/main" id="{9E22A7F5-D2B4-5499-E00D-3E63BD796860}"/>
                </a:ext>
              </a:extLst>
            </p:cNvPr>
            <p:cNvSpPr txBox="1"/>
            <p:nvPr/>
          </p:nvSpPr>
          <p:spPr>
            <a:xfrm>
              <a:off x="487208" y="3633711"/>
              <a:ext cx="2450091" cy="666849"/>
            </a:xfrm>
            <a:prstGeom prst="rect">
              <a:avLst/>
            </a:prstGeom>
            <a:noFill/>
          </p:spPr>
          <p:txBody>
            <a:bodyPr wrap="square" lIns="0" tIns="0" rIns="0" bIns="0" rtlCol="0">
              <a:spAutoFit/>
            </a:bodyPr>
            <a:lstStyle/>
            <a:p>
              <a:pPr algn="ctr">
                <a:spcAft>
                  <a:spcPts val="400"/>
                </a:spcAft>
              </a:pPr>
              <a:r>
                <a:rPr lang="en-US" sz="1600" b="1" dirty="0">
                  <a:solidFill>
                    <a:schemeClr val="bg1"/>
                  </a:solidFill>
                </a:rPr>
                <a:t>Lorem Ipsum</a:t>
              </a:r>
            </a:p>
            <a:p>
              <a:pPr algn="ctr">
                <a:spcAft>
                  <a:spcPts val="600"/>
                </a:spcAft>
              </a:pPr>
              <a:r>
                <a:rPr lang="en-US" sz="1200" dirty="0">
                  <a:solidFill>
                    <a:schemeClr val="bg1"/>
                  </a:solidFill>
                </a:rPr>
                <a:t>Lorem Ipsum is simply dummy text of the printing and typesetting industry.</a:t>
              </a:r>
              <a:endParaRPr lang="en-IN" sz="1050" dirty="0">
                <a:solidFill>
                  <a:schemeClr val="bg1"/>
                </a:solidFill>
              </a:endParaRPr>
            </a:p>
          </p:txBody>
        </p:sp>
        <p:sp>
          <p:nvSpPr>
            <p:cNvPr id="80" name="Rectangle: Rounded Corners 79">
              <a:extLst>
                <a:ext uri="{FF2B5EF4-FFF2-40B4-BE49-F238E27FC236}">
                  <a16:creationId xmlns:a16="http://schemas.microsoft.com/office/drawing/2014/main" id="{71BDD957-8A2B-69DD-0C88-ABFA59C2886C}"/>
                </a:ext>
              </a:extLst>
            </p:cNvPr>
            <p:cNvSpPr/>
            <p:nvPr/>
          </p:nvSpPr>
          <p:spPr>
            <a:xfrm>
              <a:off x="3163864" y="2757714"/>
              <a:ext cx="2662506" cy="1667810"/>
            </a:xfrm>
            <a:prstGeom prst="roundRect">
              <a:avLst>
                <a:gd name="adj" fmla="val 9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81" name="Oval 80">
              <a:extLst>
                <a:ext uri="{FF2B5EF4-FFF2-40B4-BE49-F238E27FC236}">
                  <a16:creationId xmlns:a16="http://schemas.microsoft.com/office/drawing/2014/main" id="{D403CD71-2B14-2141-C9F5-96227C98D118}"/>
                </a:ext>
              </a:extLst>
            </p:cNvPr>
            <p:cNvSpPr/>
            <p:nvPr/>
          </p:nvSpPr>
          <p:spPr>
            <a:xfrm>
              <a:off x="4162294" y="2894014"/>
              <a:ext cx="665647" cy="66430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82" name="TextBox 81">
              <a:extLst>
                <a:ext uri="{FF2B5EF4-FFF2-40B4-BE49-F238E27FC236}">
                  <a16:creationId xmlns:a16="http://schemas.microsoft.com/office/drawing/2014/main" id="{A5CE4F61-A8C0-F027-CE3D-C97B3AED0FB0}"/>
                </a:ext>
              </a:extLst>
            </p:cNvPr>
            <p:cNvSpPr txBox="1"/>
            <p:nvPr/>
          </p:nvSpPr>
          <p:spPr>
            <a:xfrm>
              <a:off x="3270072" y="3633711"/>
              <a:ext cx="2450091" cy="666849"/>
            </a:xfrm>
            <a:prstGeom prst="rect">
              <a:avLst/>
            </a:prstGeom>
            <a:noFill/>
          </p:spPr>
          <p:txBody>
            <a:bodyPr wrap="square" lIns="0" tIns="0" rIns="0" bIns="0" rtlCol="0">
              <a:spAutoFit/>
            </a:bodyPr>
            <a:lstStyle/>
            <a:p>
              <a:pPr algn="ctr">
                <a:spcAft>
                  <a:spcPts val="400"/>
                </a:spcAft>
              </a:pPr>
              <a:r>
                <a:rPr lang="en-US" sz="1600" b="1" dirty="0">
                  <a:solidFill>
                    <a:schemeClr val="bg1"/>
                  </a:solidFill>
                </a:rPr>
                <a:t>Lorem Ipsum</a:t>
              </a:r>
            </a:p>
            <a:p>
              <a:pPr algn="ctr">
                <a:spcAft>
                  <a:spcPts val="600"/>
                </a:spcAft>
              </a:pPr>
              <a:r>
                <a:rPr lang="en-US" sz="1200" dirty="0">
                  <a:solidFill>
                    <a:schemeClr val="bg1"/>
                  </a:solidFill>
                </a:rPr>
                <a:t>Lorem Ipsum is simply dummy text of the printing and typesetting industry.</a:t>
              </a:r>
            </a:p>
          </p:txBody>
        </p:sp>
        <p:sp>
          <p:nvSpPr>
            <p:cNvPr id="84" name="Rectangle: Rounded Corners 83">
              <a:extLst>
                <a:ext uri="{FF2B5EF4-FFF2-40B4-BE49-F238E27FC236}">
                  <a16:creationId xmlns:a16="http://schemas.microsoft.com/office/drawing/2014/main" id="{D64B7F33-05DB-B75C-5ABD-E4425DA8A8BE}"/>
                </a:ext>
              </a:extLst>
            </p:cNvPr>
            <p:cNvSpPr/>
            <p:nvPr/>
          </p:nvSpPr>
          <p:spPr>
            <a:xfrm>
              <a:off x="381000" y="4588528"/>
              <a:ext cx="2662506" cy="1667810"/>
            </a:xfrm>
            <a:prstGeom prst="roundRect">
              <a:avLst>
                <a:gd name="adj" fmla="val 9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85" name="Oval 84">
              <a:extLst>
                <a:ext uri="{FF2B5EF4-FFF2-40B4-BE49-F238E27FC236}">
                  <a16:creationId xmlns:a16="http://schemas.microsoft.com/office/drawing/2014/main" id="{E0A81E48-3B74-2636-7164-04025995EE98}"/>
                </a:ext>
              </a:extLst>
            </p:cNvPr>
            <p:cNvSpPr/>
            <p:nvPr/>
          </p:nvSpPr>
          <p:spPr>
            <a:xfrm>
              <a:off x="1379430" y="4724828"/>
              <a:ext cx="665647" cy="66430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86" name="TextBox 85">
              <a:extLst>
                <a:ext uri="{FF2B5EF4-FFF2-40B4-BE49-F238E27FC236}">
                  <a16:creationId xmlns:a16="http://schemas.microsoft.com/office/drawing/2014/main" id="{FE0B1131-37FB-197B-15D7-4F3385B6456D}"/>
                </a:ext>
              </a:extLst>
            </p:cNvPr>
            <p:cNvSpPr txBox="1"/>
            <p:nvPr/>
          </p:nvSpPr>
          <p:spPr>
            <a:xfrm>
              <a:off x="487208" y="5464525"/>
              <a:ext cx="2450091" cy="666849"/>
            </a:xfrm>
            <a:prstGeom prst="rect">
              <a:avLst/>
            </a:prstGeom>
            <a:noFill/>
          </p:spPr>
          <p:txBody>
            <a:bodyPr wrap="square" lIns="0" tIns="0" rIns="0" bIns="0" rtlCol="0">
              <a:spAutoFit/>
            </a:bodyPr>
            <a:lstStyle/>
            <a:p>
              <a:pPr algn="ctr">
                <a:spcAft>
                  <a:spcPts val="400"/>
                </a:spcAft>
              </a:pPr>
              <a:r>
                <a:rPr lang="en-US" sz="1600" b="1" dirty="0">
                  <a:solidFill>
                    <a:schemeClr val="bg1"/>
                  </a:solidFill>
                </a:rPr>
                <a:t>Lorem Ipsum</a:t>
              </a:r>
            </a:p>
            <a:p>
              <a:pPr algn="ctr">
                <a:spcAft>
                  <a:spcPts val="600"/>
                </a:spcAft>
              </a:pPr>
              <a:r>
                <a:rPr lang="en-US" sz="1200" dirty="0">
                  <a:solidFill>
                    <a:schemeClr val="bg1"/>
                  </a:solidFill>
                </a:rPr>
                <a:t>Lorem Ipsum is simply dummy text of the printing and typesetting industry.</a:t>
              </a:r>
            </a:p>
          </p:txBody>
        </p:sp>
        <p:sp>
          <p:nvSpPr>
            <p:cNvPr id="88" name="Rectangle: Rounded Corners 87">
              <a:extLst>
                <a:ext uri="{FF2B5EF4-FFF2-40B4-BE49-F238E27FC236}">
                  <a16:creationId xmlns:a16="http://schemas.microsoft.com/office/drawing/2014/main" id="{5D3B050D-F710-EA0F-5C54-8E90432CFD7C}"/>
                </a:ext>
              </a:extLst>
            </p:cNvPr>
            <p:cNvSpPr/>
            <p:nvPr/>
          </p:nvSpPr>
          <p:spPr>
            <a:xfrm>
              <a:off x="3163864" y="4588528"/>
              <a:ext cx="2662506" cy="1667810"/>
            </a:xfrm>
            <a:prstGeom prst="roundRect">
              <a:avLst>
                <a:gd name="adj" fmla="val 903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89" name="Oval 88">
              <a:extLst>
                <a:ext uri="{FF2B5EF4-FFF2-40B4-BE49-F238E27FC236}">
                  <a16:creationId xmlns:a16="http://schemas.microsoft.com/office/drawing/2014/main" id="{66B6039E-960D-8A1B-73F5-68ECA9C51283}"/>
                </a:ext>
              </a:extLst>
            </p:cNvPr>
            <p:cNvSpPr/>
            <p:nvPr/>
          </p:nvSpPr>
          <p:spPr>
            <a:xfrm>
              <a:off x="4162294" y="4724828"/>
              <a:ext cx="665647" cy="66430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90" name="TextBox 89">
              <a:extLst>
                <a:ext uri="{FF2B5EF4-FFF2-40B4-BE49-F238E27FC236}">
                  <a16:creationId xmlns:a16="http://schemas.microsoft.com/office/drawing/2014/main" id="{DD033918-7036-B583-3877-A6A4E9E35DC8}"/>
                </a:ext>
              </a:extLst>
            </p:cNvPr>
            <p:cNvSpPr txBox="1"/>
            <p:nvPr/>
          </p:nvSpPr>
          <p:spPr>
            <a:xfrm>
              <a:off x="3270072" y="5464525"/>
              <a:ext cx="2450091" cy="666849"/>
            </a:xfrm>
            <a:prstGeom prst="rect">
              <a:avLst/>
            </a:prstGeom>
            <a:noFill/>
          </p:spPr>
          <p:txBody>
            <a:bodyPr wrap="square" lIns="0" tIns="0" rIns="0" bIns="0" rtlCol="0">
              <a:spAutoFit/>
            </a:bodyPr>
            <a:lstStyle/>
            <a:p>
              <a:pPr algn="ctr">
                <a:spcAft>
                  <a:spcPts val="400"/>
                </a:spcAft>
              </a:pPr>
              <a:r>
                <a:rPr lang="en-US" sz="1600" b="1" dirty="0">
                  <a:solidFill>
                    <a:schemeClr val="bg1"/>
                  </a:solidFill>
                </a:rPr>
                <a:t>Lorem Ipsum</a:t>
              </a:r>
            </a:p>
            <a:p>
              <a:pPr algn="ctr">
                <a:spcAft>
                  <a:spcPts val="600"/>
                </a:spcAft>
              </a:pPr>
              <a:r>
                <a:rPr lang="en-US" sz="1200" dirty="0">
                  <a:solidFill>
                    <a:schemeClr val="bg1"/>
                  </a:solidFill>
                </a:rPr>
                <a:t>Lorem Ipsum is simply dummy text of the printing and typesetting industry.</a:t>
              </a:r>
            </a:p>
          </p:txBody>
        </p:sp>
        <p:grpSp>
          <p:nvGrpSpPr>
            <p:cNvPr id="91" name="Group 90">
              <a:extLst>
                <a:ext uri="{FF2B5EF4-FFF2-40B4-BE49-F238E27FC236}">
                  <a16:creationId xmlns:a16="http://schemas.microsoft.com/office/drawing/2014/main" id="{564C89E6-40C3-1EB0-2CE6-308C2F13C0EC}"/>
                </a:ext>
              </a:extLst>
            </p:cNvPr>
            <p:cNvGrpSpPr/>
            <p:nvPr/>
          </p:nvGrpSpPr>
          <p:grpSpPr>
            <a:xfrm>
              <a:off x="1512507" y="3080188"/>
              <a:ext cx="399494" cy="291961"/>
              <a:chOff x="-1679441" y="4247410"/>
              <a:chExt cx="1080122" cy="789383"/>
            </a:xfrm>
          </p:grpSpPr>
          <p:sp>
            <p:nvSpPr>
              <p:cNvPr id="92" name="Freeform: Shape 91">
                <a:extLst>
                  <a:ext uri="{FF2B5EF4-FFF2-40B4-BE49-F238E27FC236}">
                    <a16:creationId xmlns:a16="http://schemas.microsoft.com/office/drawing/2014/main" id="{1B628D6C-C3CF-AC5D-6C5C-8527CC3A952D}"/>
                  </a:ext>
                </a:extLst>
              </p:cNvPr>
              <p:cNvSpPr/>
              <p:nvPr/>
            </p:nvSpPr>
            <p:spPr>
              <a:xfrm>
                <a:off x="-1338467" y="4247410"/>
                <a:ext cx="392674" cy="392674"/>
              </a:xfrm>
              <a:custGeom>
                <a:avLst/>
                <a:gdLst>
                  <a:gd name="connsiteX0" fmla="*/ 392675 w 392674"/>
                  <a:gd name="connsiteY0" fmla="*/ 196337 h 392674"/>
                  <a:gd name="connsiteX1" fmla="*/ 196337 w 392674"/>
                  <a:gd name="connsiteY1" fmla="*/ 392675 h 392674"/>
                  <a:gd name="connsiteX2" fmla="*/ 0 w 392674"/>
                  <a:gd name="connsiteY2" fmla="*/ 196337 h 392674"/>
                  <a:gd name="connsiteX3" fmla="*/ 196337 w 392674"/>
                  <a:gd name="connsiteY3" fmla="*/ 0 h 392674"/>
                  <a:gd name="connsiteX4" fmla="*/ 392675 w 392674"/>
                  <a:gd name="connsiteY4" fmla="*/ 196337 h 392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74" h="392674">
                    <a:moveTo>
                      <a:pt x="392675" y="196337"/>
                    </a:moveTo>
                    <a:cubicBezTo>
                      <a:pt x="392675" y="304772"/>
                      <a:pt x="304772" y="392675"/>
                      <a:pt x="196337" y="392675"/>
                    </a:cubicBezTo>
                    <a:cubicBezTo>
                      <a:pt x="87903" y="392675"/>
                      <a:pt x="0" y="304772"/>
                      <a:pt x="0" y="196337"/>
                    </a:cubicBezTo>
                    <a:cubicBezTo>
                      <a:pt x="0" y="87903"/>
                      <a:pt x="87903" y="0"/>
                      <a:pt x="196337" y="0"/>
                    </a:cubicBezTo>
                    <a:cubicBezTo>
                      <a:pt x="304772" y="0"/>
                      <a:pt x="392675" y="87903"/>
                      <a:pt x="392675" y="196337"/>
                    </a:cubicBezTo>
                    <a:close/>
                  </a:path>
                </a:pathLst>
              </a:custGeom>
              <a:noFill/>
              <a:ln w="15875" cap="rnd">
                <a:solidFill>
                  <a:schemeClr val="accent4"/>
                </a:solidFill>
                <a:prstDash val="solid"/>
                <a:miter/>
              </a:ln>
            </p:spPr>
            <p:txBody>
              <a:bodyPr rtlCol="0" anchor="ctr"/>
              <a:lstStyle/>
              <a:p>
                <a:endParaRPr lang="en-IN" dirty="0"/>
              </a:p>
            </p:txBody>
          </p:sp>
          <p:sp>
            <p:nvSpPr>
              <p:cNvPr id="93" name="Freeform: Shape 92">
                <a:extLst>
                  <a:ext uri="{FF2B5EF4-FFF2-40B4-BE49-F238E27FC236}">
                    <a16:creationId xmlns:a16="http://schemas.microsoft.com/office/drawing/2014/main" id="{5A3C15EC-75CF-20AF-D36E-3CFD0E7B6C43}"/>
                  </a:ext>
                </a:extLst>
              </p:cNvPr>
              <p:cNvSpPr/>
              <p:nvPr/>
            </p:nvSpPr>
            <p:spPr>
              <a:xfrm>
                <a:off x="-1469603" y="4649952"/>
                <a:ext cx="654947" cy="386841"/>
              </a:xfrm>
              <a:custGeom>
                <a:avLst/>
                <a:gdLst>
                  <a:gd name="connsiteX0" fmla="*/ 654947 w 654947"/>
                  <a:gd name="connsiteY0" fmla="*/ 327474 h 386841"/>
                  <a:gd name="connsiteX1" fmla="*/ 327474 w 654947"/>
                  <a:gd name="connsiteY1" fmla="*/ 0 h 386841"/>
                  <a:gd name="connsiteX2" fmla="*/ 0 w 654947"/>
                  <a:gd name="connsiteY2" fmla="*/ 327474 h 386841"/>
                  <a:gd name="connsiteX3" fmla="*/ 5633 w 654947"/>
                  <a:gd name="connsiteY3" fmla="*/ 386841 h 386841"/>
                  <a:gd name="connsiteX4" fmla="*/ 649314 w 654947"/>
                  <a:gd name="connsiteY4" fmla="*/ 386841 h 386841"/>
                  <a:gd name="connsiteX5" fmla="*/ 654947 w 654947"/>
                  <a:gd name="connsiteY5" fmla="*/ 327474 h 3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4947" h="386841">
                    <a:moveTo>
                      <a:pt x="654947" y="327474"/>
                    </a:moveTo>
                    <a:cubicBezTo>
                      <a:pt x="654947" y="146603"/>
                      <a:pt x="508344" y="0"/>
                      <a:pt x="327474" y="0"/>
                    </a:cubicBezTo>
                    <a:cubicBezTo>
                      <a:pt x="146603" y="0"/>
                      <a:pt x="0" y="146603"/>
                      <a:pt x="0" y="327474"/>
                    </a:cubicBezTo>
                    <a:cubicBezTo>
                      <a:pt x="0" y="347774"/>
                      <a:pt x="2100" y="367541"/>
                      <a:pt x="5633" y="386841"/>
                    </a:cubicBezTo>
                    <a:lnTo>
                      <a:pt x="649314" y="386841"/>
                    </a:lnTo>
                    <a:cubicBezTo>
                      <a:pt x="652847" y="367574"/>
                      <a:pt x="654947" y="347774"/>
                      <a:pt x="654947" y="327474"/>
                    </a:cubicBezTo>
                    <a:close/>
                  </a:path>
                </a:pathLst>
              </a:custGeom>
              <a:noFill/>
              <a:ln w="15875" cap="rnd">
                <a:solidFill>
                  <a:schemeClr val="accent4"/>
                </a:solidFill>
                <a:prstDash val="solid"/>
                <a:miter/>
              </a:ln>
            </p:spPr>
            <p:txBody>
              <a:bodyPr rtlCol="0" anchor="ctr"/>
              <a:lstStyle/>
              <a:p>
                <a:endParaRPr lang="en-IN" dirty="0"/>
              </a:p>
            </p:txBody>
          </p:sp>
          <p:sp>
            <p:nvSpPr>
              <p:cNvPr id="94" name="Freeform: Shape 93">
                <a:extLst>
                  <a:ext uri="{FF2B5EF4-FFF2-40B4-BE49-F238E27FC236}">
                    <a16:creationId xmlns:a16="http://schemas.microsoft.com/office/drawing/2014/main" id="{CF217F30-9316-1780-0D31-D233D600BE5C}"/>
                  </a:ext>
                </a:extLst>
              </p:cNvPr>
              <p:cNvSpPr/>
              <p:nvPr/>
            </p:nvSpPr>
            <p:spPr>
              <a:xfrm>
                <a:off x="-959859" y="4276277"/>
                <a:ext cx="252438" cy="323806"/>
              </a:xfrm>
              <a:custGeom>
                <a:avLst/>
                <a:gdLst>
                  <a:gd name="connsiteX0" fmla="*/ 0 w 252438"/>
                  <a:gd name="connsiteY0" fmla="*/ 27634 h 323806"/>
                  <a:gd name="connsiteX1" fmla="*/ 90535 w 252438"/>
                  <a:gd name="connsiteY1" fmla="*/ 0 h 323806"/>
                  <a:gd name="connsiteX2" fmla="*/ 252439 w 252438"/>
                  <a:gd name="connsiteY2" fmla="*/ 161903 h 323806"/>
                  <a:gd name="connsiteX3" fmla="*/ 90535 w 252438"/>
                  <a:gd name="connsiteY3" fmla="*/ 323807 h 323806"/>
                  <a:gd name="connsiteX4" fmla="*/ 3200 w 252438"/>
                  <a:gd name="connsiteY4" fmla="*/ 298273 h 323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438" h="323806">
                    <a:moveTo>
                      <a:pt x="0" y="27634"/>
                    </a:moveTo>
                    <a:cubicBezTo>
                      <a:pt x="25834" y="10167"/>
                      <a:pt x="57001" y="0"/>
                      <a:pt x="90535" y="0"/>
                    </a:cubicBezTo>
                    <a:cubicBezTo>
                      <a:pt x="179937" y="0"/>
                      <a:pt x="252439" y="72502"/>
                      <a:pt x="252439" y="161903"/>
                    </a:cubicBezTo>
                    <a:cubicBezTo>
                      <a:pt x="252439" y="251305"/>
                      <a:pt x="179937" y="323807"/>
                      <a:pt x="90535" y="323807"/>
                    </a:cubicBezTo>
                    <a:cubicBezTo>
                      <a:pt x="58368" y="323807"/>
                      <a:pt x="28401" y="314440"/>
                      <a:pt x="3200" y="298273"/>
                    </a:cubicBezTo>
                  </a:path>
                </a:pathLst>
              </a:custGeom>
              <a:noFill/>
              <a:ln w="15875" cap="rnd">
                <a:solidFill>
                  <a:schemeClr val="accent4"/>
                </a:solidFill>
                <a:prstDash val="solid"/>
                <a:miter/>
              </a:ln>
            </p:spPr>
            <p:txBody>
              <a:bodyPr rtlCol="0" anchor="ctr"/>
              <a:lstStyle/>
              <a:p>
                <a:endParaRPr lang="en-IN" dirty="0"/>
              </a:p>
            </p:txBody>
          </p:sp>
          <p:sp>
            <p:nvSpPr>
              <p:cNvPr id="95" name="Freeform: Shape 94">
                <a:extLst>
                  <a:ext uri="{FF2B5EF4-FFF2-40B4-BE49-F238E27FC236}">
                    <a16:creationId xmlns:a16="http://schemas.microsoft.com/office/drawing/2014/main" id="{FB1685D3-B5B3-8BD5-425C-31BE6E1D9377}"/>
                  </a:ext>
                </a:extLst>
              </p:cNvPr>
              <p:cNvSpPr/>
              <p:nvPr/>
            </p:nvSpPr>
            <p:spPr>
              <a:xfrm>
                <a:off x="-1005660" y="4608218"/>
                <a:ext cx="406341" cy="318973"/>
              </a:xfrm>
              <a:custGeom>
                <a:avLst/>
                <a:gdLst>
                  <a:gd name="connsiteX0" fmla="*/ 219171 w 406341"/>
                  <a:gd name="connsiteY0" fmla="*/ 318973 h 318973"/>
                  <a:gd name="connsiteX1" fmla="*/ 401675 w 406341"/>
                  <a:gd name="connsiteY1" fmla="*/ 318973 h 318973"/>
                  <a:gd name="connsiteX2" fmla="*/ 406342 w 406341"/>
                  <a:gd name="connsiteY2" fmla="*/ 270039 h 318973"/>
                  <a:gd name="connsiteX3" fmla="*/ 136303 w 406341"/>
                  <a:gd name="connsiteY3" fmla="*/ 0 h 318973"/>
                  <a:gd name="connsiteX4" fmla="*/ 0 w 406341"/>
                  <a:gd name="connsiteY4" fmla="*/ 36867 h 318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341" h="318973">
                    <a:moveTo>
                      <a:pt x="219171" y="318973"/>
                    </a:moveTo>
                    <a:lnTo>
                      <a:pt x="401675" y="318973"/>
                    </a:lnTo>
                    <a:cubicBezTo>
                      <a:pt x="404575" y="303073"/>
                      <a:pt x="406342" y="286773"/>
                      <a:pt x="406342" y="270039"/>
                    </a:cubicBezTo>
                    <a:cubicBezTo>
                      <a:pt x="406342" y="120903"/>
                      <a:pt x="285439" y="0"/>
                      <a:pt x="136303" y="0"/>
                    </a:cubicBezTo>
                    <a:cubicBezTo>
                      <a:pt x="86602" y="0"/>
                      <a:pt x="40034" y="13434"/>
                      <a:pt x="0" y="36867"/>
                    </a:cubicBezTo>
                  </a:path>
                </a:pathLst>
              </a:custGeom>
              <a:noFill/>
              <a:ln w="15875" cap="rnd">
                <a:solidFill>
                  <a:schemeClr val="accent4"/>
                </a:solidFill>
                <a:prstDash val="solid"/>
                <a:miter/>
              </a:ln>
            </p:spPr>
            <p:txBody>
              <a:bodyPr rtlCol="0" anchor="ctr"/>
              <a:lstStyle/>
              <a:p>
                <a:endParaRPr lang="en-IN" dirty="0"/>
              </a:p>
            </p:txBody>
          </p:sp>
          <p:sp>
            <p:nvSpPr>
              <p:cNvPr id="96" name="Freeform: Shape 95">
                <a:extLst>
                  <a:ext uri="{FF2B5EF4-FFF2-40B4-BE49-F238E27FC236}">
                    <a16:creationId xmlns:a16="http://schemas.microsoft.com/office/drawing/2014/main" id="{E8DA9EAC-2E32-BC0D-9E5A-EA20F35E93A7}"/>
                  </a:ext>
                </a:extLst>
              </p:cNvPr>
              <p:cNvSpPr/>
              <p:nvPr/>
            </p:nvSpPr>
            <p:spPr>
              <a:xfrm>
                <a:off x="-1571339" y="4276277"/>
                <a:ext cx="249105" cy="323806"/>
              </a:xfrm>
              <a:custGeom>
                <a:avLst/>
                <a:gdLst>
                  <a:gd name="connsiteX0" fmla="*/ 249072 w 249105"/>
                  <a:gd name="connsiteY0" fmla="*/ 298373 h 323806"/>
                  <a:gd name="connsiteX1" fmla="*/ 161903 w 249105"/>
                  <a:gd name="connsiteY1" fmla="*/ 323807 h 323806"/>
                  <a:gd name="connsiteX2" fmla="*/ 0 w 249105"/>
                  <a:gd name="connsiteY2" fmla="*/ 161903 h 323806"/>
                  <a:gd name="connsiteX3" fmla="*/ 161937 w 249105"/>
                  <a:gd name="connsiteY3" fmla="*/ 0 h 323806"/>
                  <a:gd name="connsiteX4" fmla="*/ 249105 w 249105"/>
                  <a:gd name="connsiteY4" fmla="*/ 25467 h 323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105" h="323806">
                    <a:moveTo>
                      <a:pt x="249072" y="298373"/>
                    </a:moveTo>
                    <a:cubicBezTo>
                      <a:pt x="223905" y="314473"/>
                      <a:pt x="194004" y="323807"/>
                      <a:pt x="161903" y="323807"/>
                    </a:cubicBezTo>
                    <a:cubicBezTo>
                      <a:pt x="72502" y="323807"/>
                      <a:pt x="0" y="251305"/>
                      <a:pt x="0" y="161903"/>
                    </a:cubicBezTo>
                    <a:cubicBezTo>
                      <a:pt x="0" y="72502"/>
                      <a:pt x="72502" y="0"/>
                      <a:pt x="161937" y="0"/>
                    </a:cubicBezTo>
                    <a:cubicBezTo>
                      <a:pt x="194037" y="0"/>
                      <a:pt x="223938" y="9334"/>
                      <a:pt x="249105" y="25467"/>
                    </a:cubicBezTo>
                  </a:path>
                </a:pathLst>
              </a:custGeom>
              <a:noFill/>
              <a:ln w="15875" cap="rnd">
                <a:solidFill>
                  <a:schemeClr val="accent4"/>
                </a:solidFill>
                <a:prstDash val="solid"/>
                <a:miter/>
              </a:ln>
            </p:spPr>
            <p:txBody>
              <a:bodyPr rtlCol="0" anchor="ctr"/>
              <a:lstStyle/>
              <a:p>
                <a:endParaRPr lang="en-IN" dirty="0"/>
              </a:p>
            </p:txBody>
          </p:sp>
          <p:sp>
            <p:nvSpPr>
              <p:cNvPr id="97" name="Freeform: Shape 96">
                <a:extLst>
                  <a:ext uri="{FF2B5EF4-FFF2-40B4-BE49-F238E27FC236}">
                    <a16:creationId xmlns:a16="http://schemas.microsoft.com/office/drawing/2014/main" id="{0B3AA2F8-5455-5CD4-3BBF-99ABF01E4CE1}"/>
                  </a:ext>
                </a:extLst>
              </p:cNvPr>
              <p:cNvSpPr/>
              <p:nvPr/>
            </p:nvSpPr>
            <p:spPr>
              <a:xfrm>
                <a:off x="-1679441" y="4608218"/>
                <a:ext cx="405408" cy="318973"/>
              </a:xfrm>
              <a:custGeom>
                <a:avLst/>
                <a:gdLst>
                  <a:gd name="connsiteX0" fmla="*/ 405409 w 405408"/>
                  <a:gd name="connsiteY0" fmla="*/ 36334 h 318973"/>
                  <a:gd name="connsiteX1" fmla="*/ 270039 w 405408"/>
                  <a:gd name="connsiteY1" fmla="*/ 0 h 318973"/>
                  <a:gd name="connsiteX2" fmla="*/ 0 w 405408"/>
                  <a:gd name="connsiteY2" fmla="*/ 270039 h 318973"/>
                  <a:gd name="connsiteX3" fmla="*/ 4667 w 405408"/>
                  <a:gd name="connsiteY3" fmla="*/ 318973 h 318973"/>
                  <a:gd name="connsiteX4" fmla="*/ 176837 w 405408"/>
                  <a:gd name="connsiteY4" fmla="*/ 318973 h 318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408" h="318973">
                    <a:moveTo>
                      <a:pt x="405409" y="36334"/>
                    </a:moveTo>
                    <a:cubicBezTo>
                      <a:pt x="365608" y="13234"/>
                      <a:pt x="319373" y="0"/>
                      <a:pt x="270039" y="0"/>
                    </a:cubicBezTo>
                    <a:cubicBezTo>
                      <a:pt x="120903" y="0"/>
                      <a:pt x="0" y="120903"/>
                      <a:pt x="0" y="270039"/>
                    </a:cubicBezTo>
                    <a:cubicBezTo>
                      <a:pt x="0" y="286773"/>
                      <a:pt x="1733" y="303073"/>
                      <a:pt x="4667" y="318973"/>
                    </a:cubicBezTo>
                    <a:lnTo>
                      <a:pt x="176837" y="318973"/>
                    </a:lnTo>
                  </a:path>
                </a:pathLst>
              </a:custGeom>
              <a:noFill/>
              <a:ln w="15875" cap="rnd">
                <a:solidFill>
                  <a:schemeClr val="accent4"/>
                </a:solidFill>
                <a:prstDash val="solid"/>
                <a:miter/>
              </a:ln>
            </p:spPr>
            <p:txBody>
              <a:bodyPr rtlCol="0" anchor="ctr"/>
              <a:lstStyle/>
              <a:p>
                <a:endParaRPr lang="en-IN" dirty="0"/>
              </a:p>
            </p:txBody>
          </p:sp>
        </p:grpSp>
        <p:grpSp>
          <p:nvGrpSpPr>
            <p:cNvPr id="98" name="Group 97">
              <a:extLst>
                <a:ext uri="{FF2B5EF4-FFF2-40B4-BE49-F238E27FC236}">
                  <a16:creationId xmlns:a16="http://schemas.microsoft.com/office/drawing/2014/main" id="{023EC59B-BC88-DAC9-53F3-C6CC82BF71BF}"/>
                </a:ext>
              </a:extLst>
            </p:cNvPr>
            <p:cNvGrpSpPr/>
            <p:nvPr/>
          </p:nvGrpSpPr>
          <p:grpSpPr>
            <a:xfrm>
              <a:off x="4287257" y="3070220"/>
              <a:ext cx="415722" cy="311896"/>
              <a:chOff x="-1670464" y="4139828"/>
              <a:chExt cx="1115187" cy="836675"/>
            </a:xfrm>
          </p:grpSpPr>
          <p:sp>
            <p:nvSpPr>
              <p:cNvPr id="99" name="Freeform: Shape 98">
                <a:extLst>
                  <a:ext uri="{FF2B5EF4-FFF2-40B4-BE49-F238E27FC236}">
                    <a16:creationId xmlns:a16="http://schemas.microsoft.com/office/drawing/2014/main" id="{ADD4054B-D3CA-F1D5-FB83-C4093C4708C0}"/>
                  </a:ext>
                </a:extLst>
              </p:cNvPr>
              <p:cNvSpPr/>
              <p:nvPr/>
            </p:nvSpPr>
            <p:spPr>
              <a:xfrm>
                <a:off x="-1670464" y="4479394"/>
                <a:ext cx="1115187" cy="497109"/>
              </a:xfrm>
              <a:custGeom>
                <a:avLst/>
                <a:gdLst>
                  <a:gd name="connsiteX0" fmla="*/ 1115187 w 1115187"/>
                  <a:gd name="connsiteY0" fmla="*/ 497110 h 497109"/>
                  <a:gd name="connsiteX1" fmla="*/ 678847 w 1115187"/>
                  <a:gd name="connsiteY1" fmla="*/ 0 h 497109"/>
                  <a:gd name="connsiteX2" fmla="*/ 435388 w 1115187"/>
                  <a:gd name="connsiteY2" fmla="*/ 303848 h 497109"/>
                  <a:gd name="connsiteX3" fmla="*/ 280607 w 1115187"/>
                  <a:gd name="connsiteY3" fmla="*/ 174403 h 497109"/>
                  <a:gd name="connsiteX4" fmla="*/ 0 w 1115187"/>
                  <a:gd name="connsiteY4" fmla="*/ 495395 h 497109"/>
                  <a:gd name="connsiteX5" fmla="*/ 290036 w 1115187"/>
                  <a:gd name="connsiteY5" fmla="*/ 497110 h 497109"/>
                  <a:gd name="connsiteX6" fmla="*/ 290036 w 1115187"/>
                  <a:gd name="connsiteY6" fmla="*/ 497110 h 497109"/>
                  <a:gd name="connsiteX7" fmla="*/ 1115187 w 1115187"/>
                  <a:gd name="connsiteY7" fmla="*/ 497110 h 49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187" h="497109">
                    <a:moveTo>
                      <a:pt x="1115187" y="497110"/>
                    </a:moveTo>
                    <a:lnTo>
                      <a:pt x="678847" y="0"/>
                    </a:lnTo>
                    <a:lnTo>
                      <a:pt x="435388" y="303848"/>
                    </a:lnTo>
                    <a:lnTo>
                      <a:pt x="280607" y="174403"/>
                    </a:lnTo>
                    <a:lnTo>
                      <a:pt x="0" y="495395"/>
                    </a:lnTo>
                    <a:lnTo>
                      <a:pt x="290036" y="497110"/>
                    </a:lnTo>
                    <a:lnTo>
                      <a:pt x="290036" y="497110"/>
                    </a:lnTo>
                    <a:lnTo>
                      <a:pt x="1115187" y="497110"/>
                    </a:lnTo>
                  </a:path>
                </a:pathLst>
              </a:custGeom>
              <a:noFill/>
              <a:ln w="15875" cap="rnd">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0" name="Freeform: Shape 99">
                <a:extLst>
                  <a:ext uri="{FF2B5EF4-FFF2-40B4-BE49-F238E27FC236}">
                    <a16:creationId xmlns:a16="http://schemas.microsoft.com/office/drawing/2014/main" id="{3AD8E8B6-77F4-56BE-A88E-8CC99CB2ACF1}"/>
                  </a:ext>
                </a:extLst>
              </p:cNvPr>
              <p:cNvSpPr/>
              <p:nvPr/>
            </p:nvSpPr>
            <p:spPr>
              <a:xfrm>
                <a:off x="-1293941" y="4139828"/>
                <a:ext cx="302323" cy="339566"/>
              </a:xfrm>
              <a:custGeom>
                <a:avLst/>
                <a:gdLst>
                  <a:gd name="connsiteX0" fmla="*/ 302323 w 302323"/>
                  <a:gd name="connsiteY0" fmla="*/ 339566 h 339566"/>
                  <a:gd name="connsiteX1" fmla="*/ 302323 w 302323"/>
                  <a:gd name="connsiteY1" fmla="*/ 0 h 339566"/>
                  <a:gd name="connsiteX2" fmla="*/ 0 w 302323"/>
                  <a:gd name="connsiteY2" fmla="*/ 0 h 339566"/>
                  <a:gd name="connsiteX3" fmla="*/ 89726 w 302323"/>
                  <a:gd name="connsiteY3" fmla="*/ 118777 h 339566"/>
                  <a:gd name="connsiteX4" fmla="*/ 9525 w 302323"/>
                  <a:gd name="connsiteY4" fmla="*/ 224219 h 339566"/>
                  <a:gd name="connsiteX5" fmla="*/ 302323 w 302323"/>
                  <a:gd name="connsiteY5" fmla="*/ 224219 h 33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323" h="339566">
                    <a:moveTo>
                      <a:pt x="302323" y="339566"/>
                    </a:moveTo>
                    <a:lnTo>
                      <a:pt x="302323" y="0"/>
                    </a:lnTo>
                    <a:lnTo>
                      <a:pt x="0" y="0"/>
                    </a:lnTo>
                    <a:lnTo>
                      <a:pt x="89726" y="118777"/>
                    </a:lnTo>
                    <a:lnTo>
                      <a:pt x="9525" y="224219"/>
                    </a:lnTo>
                    <a:lnTo>
                      <a:pt x="302323" y="224219"/>
                    </a:lnTo>
                  </a:path>
                </a:pathLst>
              </a:custGeom>
              <a:noFill/>
              <a:ln w="15875" cap="rnd">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grpSp>
          <p:nvGrpSpPr>
            <p:cNvPr id="101" name="Group 100">
              <a:extLst>
                <a:ext uri="{FF2B5EF4-FFF2-40B4-BE49-F238E27FC236}">
                  <a16:creationId xmlns:a16="http://schemas.microsoft.com/office/drawing/2014/main" id="{A1299BA5-4382-F91E-08E4-294C9114BFFA}"/>
                </a:ext>
              </a:extLst>
            </p:cNvPr>
            <p:cNvGrpSpPr/>
            <p:nvPr/>
          </p:nvGrpSpPr>
          <p:grpSpPr>
            <a:xfrm>
              <a:off x="1530712" y="4864895"/>
              <a:ext cx="363084" cy="365124"/>
              <a:chOff x="6743700" y="5003741"/>
              <a:chExt cx="458204" cy="460781"/>
            </a:xfrm>
          </p:grpSpPr>
          <p:sp>
            <p:nvSpPr>
              <p:cNvPr id="102" name="Freeform: Shape 101">
                <a:extLst>
                  <a:ext uri="{FF2B5EF4-FFF2-40B4-BE49-F238E27FC236}">
                    <a16:creationId xmlns:a16="http://schemas.microsoft.com/office/drawing/2014/main" id="{FBA58865-D43B-783E-2E24-7454973715D9}"/>
                  </a:ext>
                </a:extLst>
              </p:cNvPr>
              <p:cNvSpPr/>
              <p:nvPr/>
            </p:nvSpPr>
            <p:spPr>
              <a:xfrm>
                <a:off x="6938837" y="5003741"/>
                <a:ext cx="55434" cy="55434"/>
              </a:xfrm>
              <a:custGeom>
                <a:avLst/>
                <a:gdLst>
                  <a:gd name="connsiteX0" fmla="*/ 108585 w 108585"/>
                  <a:gd name="connsiteY0" fmla="*/ 54293 h 108585"/>
                  <a:gd name="connsiteX1" fmla="*/ 54292 w 108585"/>
                  <a:gd name="connsiteY1" fmla="*/ 108585 h 108585"/>
                  <a:gd name="connsiteX2" fmla="*/ 0 w 108585"/>
                  <a:gd name="connsiteY2" fmla="*/ 54293 h 108585"/>
                  <a:gd name="connsiteX3" fmla="*/ 54292 w 108585"/>
                  <a:gd name="connsiteY3" fmla="*/ 0 h 108585"/>
                  <a:gd name="connsiteX4" fmla="*/ 108585 w 108585"/>
                  <a:gd name="connsiteY4" fmla="*/ 54293 h 10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5" h="108585">
                    <a:moveTo>
                      <a:pt x="108585" y="54293"/>
                    </a:moveTo>
                    <a:cubicBezTo>
                      <a:pt x="108585" y="84277"/>
                      <a:pt x="84277" y="108585"/>
                      <a:pt x="54292" y="108585"/>
                    </a:cubicBezTo>
                    <a:cubicBezTo>
                      <a:pt x="24308" y="108585"/>
                      <a:pt x="0" y="84277"/>
                      <a:pt x="0" y="54293"/>
                    </a:cubicBezTo>
                    <a:cubicBezTo>
                      <a:pt x="0" y="24308"/>
                      <a:pt x="24308" y="0"/>
                      <a:pt x="54292" y="0"/>
                    </a:cubicBezTo>
                    <a:cubicBezTo>
                      <a:pt x="84277" y="0"/>
                      <a:pt x="108585" y="24308"/>
                      <a:pt x="108585" y="54293"/>
                    </a:cubicBezTo>
                    <a:close/>
                  </a:path>
                </a:pathLst>
              </a:custGeom>
              <a:noFill/>
              <a:ln w="15875" cap="rnd">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3" name="Freeform: Shape 102">
                <a:extLst>
                  <a:ext uri="{FF2B5EF4-FFF2-40B4-BE49-F238E27FC236}">
                    <a16:creationId xmlns:a16="http://schemas.microsoft.com/office/drawing/2014/main" id="{CD3A477F-9ADB-2DEB-0389-AAC42558CE76}"/>
                  </a:ext>
                </a:extLst>
              </p:cNvPr>
              <p:cNvSpPr/>
              <p:nvPr/>
            </p:nvSpPr>
            <p:spPr>
              <a:xfrm>
                <a:off x="6815776" y="5030806"/>
                <a:ext cx="287186" cy="293377"/>
              </a:xfrm>
              <a:custGeom>
                <a:avLst/>
                <a:gdLst>
                  <a:gd name="connsiteX0" fmla="*/ 6929 w 562547"/>
                  <a:gd name="connsiteY0" fmla="*/ 219971 h 574673"/>
                  <a:gd name="connsiteX1" fmla="*/ 6929 w 562547"/>
                  <a:gd name="connsiteY1" fmla="*/ 219971 h 574673"/>
                  <a:gd name="connsiteX2" fmla="*/ 6929 w 562547"/>
                  <a:gd name="connsiteY2" fmla="*/ 186538 h 574673"/>
                  <a:gd name="connsiteX3" fmla="*/ 106561 w 562547"/>
                  <a:gd name="connsiteY3" fmla="*/ 86906 h 574673"/>
                  <a:gd name="connsiteX4" fmla="*/ 136374 w 562547"/>
                  <a:gd name="connsiteY4" fmla="*/ 73571 h 574673"/>
                  <a:gd name="connsiteX5" fmla="*/ 166949 w 562547"/>
                  <a:gd name="connsiteY5" fmla="*/ 71857 h 574673"/>
                  <a:gd name="connsiteX6" fmla="*/ 423458 w 562547"/>
                  <a:gd name="connsiteY6" fmla="*/ 76810 h 574673"/>
                  <a:gd name="connsiteX7" fmla="*/ 423458 w 562547"/>
                  <a:gd name="connsiteY7" fmla="*/ 76810 h 574673"/>
                  <a:gd name="connsiteX8" fmla="*/ 516707 w 562547"/>
                  <a:gd name="connsiteY8" fmla="*/ 5849 h 574673"/>
                  <a:gd name="connsiteX9" fmla="*/ 553855 w 562547"/>
                  <a:gd name="connsiteY9" fmla="*/ 8039 h 574673"/>
                  <a:gd name="connsiteX10" fmla="*/ 553855 w 562547"/>
                  <a:gd name="connsiteY10" fmla="*/ 8039 h 574673"/>
                  <a:gd name="connsiteX11" fmla="*/ 554236 w 562547"/>
                  <a:gd name="connsiteY11" fmla="*/ 48711 h 574673"/>
                  <a:gd name="connsiteX12" fmla="*/ 470511 w 562547"/>
                  <a:gd name="connsiteY12" fmla="*/ 132912 h 574673"/>
                  <a:gd name="connsiteX13" fmla="*/ 442222 w 562547"/>
                  <a:gd name="connsiteY13" fmla="*/ 146914 h 574673"/>
                  <a:gd name="connsiteX14" fmla="*/ 361736 w 562547"/>
                  <a:gd name="connsiteY14" fmla="*/ 157772 h 574673"/>
                  <a:gd name="connsiteX15" fmla="*/ 345448 w 562547"/>
                  <a:gd name="connsiteY15" fmla="*/ 171393 h 574673"/>
                  <a:gd name="connsiteX16" fmla="*/ 324112 w 562547"/>
                  <a:gd name="connsiteY16" fmla="*/ 238259 h 574673"/>
                  <a:gd name="connsiteX17" fmla="*/ 332970 w 562547"/>
                  <a:gd name="connsiteY17" fmla="*/ 256451 h 574673"/>
                  <a:gd name="connsiteX18" fmla="*/ 425553 w 562547"/>
                  <a:gd name="connsiteY18" fmla="*/ 291027 h 574673"/>
                  <a:gd name="connsiteX19" fmla="*/ 446794 w 562547"/>
                  <a:gd name="connsiteY19" fmla="*/ 306267 h 574673"/>
                  <a:gd name="connsiteX20" fmla="*/ 541663 w 562547"/>
                  <a:gd name="connsiteY20" fmla="*/ 422567 h 574673"/>
                  <a:gd name="connsiteX21" fmla="*/ 540044 w 562547"/>
                  <a:gd name="connsiteY21" fmla="*/ 473621 h 574673"/>
                  <a:gd name="connsiteX22" fmla="*/ 540044 w 562547"/>
                  <a:gd name="connsiteY22" fmla="*/ 473621 h 574673"/>
                  <a:gd name="connsiteX23" fmla="*/ 484037 w 562547"/>
                  <a:gd name="connsiteY23" fmla="*/ 474574 h 574673"/>
                  <a:gd name="connsiteX24" fmla="*/ 405646 w 562547"/>
                  <a:gd name="connsiteY24" fmla="*/ 395802 h 574673"/>
                  <a:gd name="connsiteX25" fmla="*/ 356116 w 562547"/>
                  <a:gd name="connsiteY25" fmla="*/ 372656 h 574673"/>
                  <a:gd name="connsiteX26" fmla="*/ 300395 w 562547"/>
                  <a:gd name="connsiteY26" fmla="*/ 367799 h 574673"/>
                  <a:gd name="connsiteX27" fmla="*/ 273058 w 562547"/>
                  <a:gd name="connsiteY27" fmla="*/ 381610 h 574673"/>
                  <a:gd name="connsiteX28" fmla="*/ 221051 w 562547"/>
                  <a:gd name="connsiteY28" fmla="*/ 466478 h 574673"/>
                  <a:gd name="connsiteX29" fmla="*/ 206478 w 562547"/>
                  <a:gd name="connsiteY29" fmla="*/ 482099 h 574673"/>
                  <a:gd name="connsiteX30" fmla="*/ 85796 w 562547"/>
                  <a:gd name="connsiteY30" fmla="*/ 567919 h 574673"/>
                  <a:gd name="connsiteX31" fmla="*/ 34838 w 562547"/>
                  <a:gd name="connsiteY31" fmla="*/ 559156 h 574673"/>
                  <a:gd name="connsiteX32" fmla="*/ 34838 w 562547"/>
                  <a:gd name="connsiteY32" fmla="*/ 559156 h 574673"/>
                  <a:gd name="connsiteX33" fmla="*/ 39505 w 562547"/>
                  <a:gd name="connsiteY33" fmla="*/ 511817 h 574673"/>
                  <a:gd name="connsiteX34" fmla="*/ 139613 w 562547"/>
                  <a:gd name="connsiteY34" fmla="*/ 416567 h 574673"/>
                  <a:gd name="connsiteX35" fmla="*/ 153995 w 562547"/>
                  <a:gd name="connsiteY35" fmla="*/ 392945 h 574673"/>
                  <a:gd name="connsiteX36" fmla="*/ 168854 w 562547"/>
                  <a:gd name="connsiteY36" fmla="*/ 341891 h 574673"/>
                  <a:gd name="connsiteX37" fmla="*/ 191619 w 562547"/>
                  <a:gd name="connsiteY37" fmla="*/ 182728 h 574673"/>
                  <a:gd name="connsiteX38" fmla="*/ 191619 w 562547"/>
                  <a:gd name="connsiteY38" fmla="*/ 162249 h 574673"/>
                  <a:gd name="connsiteX39" fmla="*/ 176189 w 562547"/>
                  <a:gd name="connsiteY39" fmla="*/ 146533 h 574673"/>
                  <a:gd name="connsiteX40" fmla="*/ 135136 w 562547"/>
                  <a:gd name="connsiteY40" fmla="*/ 145771 h 574673"/>
                  <a:gd name="connsiteX41" fmla="*/ 117419 w 562547"/>
                  <a:gd name="connsiteY41" fmla="*/ 152248 h 574673"/>
                  <a:gd name="connsiteX42" fmla="*/ 39219 w 562547"/>
                  <a:gd name="connsiteY42" fmla="*/ 221209 h 574673"/>
                  <a:gd name="connsiteX43" fmla="*/ 6834 w 562547"/>
                  <a:gd name="connsiteY43" fmla="*/ 220161 h 57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62547" h="574673">
                    <a:moveTo>
                      <a:pt x="6929" y="219971"/>
                    </a:moveTo>
                    <a:lnTo>
                      <a:pt x="6929" y="219971"/>
                    </a:lnTo>
                    <a:cubicBezTo>
                      <a:pt x="-2310" y="210731"/>
                      <a:pt x="-2310" y="195777"/>
                      <a:pt x="6929" y="186538"/>
                    </a:cubicBezTo>
                    <a:lnTo>
                      <a:pt x="106561" y="86906"/>
                    </a:lnTo>
                    <a:cubicBezTo>
                      <a:pt x="114562" y="78905"/>
                      <a:pt x="125135" y="74238"/>
                      <a:pt x="136374" y="73571"/>
                    </a:cubicBezTo>
                    <a:lnTo>
                      <a:pt x="166949" y="71857"/>
                    </a:lnTo>
                    <a:cubicBezTo>
                      <a:pt x="252484" y="67094"/>
                      <a:pt x="338209" y="68714"/>
                      <a:pt x="423458" y="76810"/>
                    </a:cubicBezTo>
                    <a:lnTo>
                      <a:pt x="423458" y="76810"/>
                    </a:lnTo>
                    <a:cubicBezTo>
                      <a:pt x="423458" y="76810"/>
                      <a:pt x="516707" y="5849"/>
                      <a:pt x="516707" y="5849"/>
                    </a:cubicBezTo>
                    <a:cubicBezTo>
                      <a:pt x="527947" y="-2724"/>
                      <a:pt x="543663" y="-1771"/>
                      <a:pt x="553855" y="8039"/>
                    </a:cubicBezTo>
                    <a:lnTo>
                      <a:pt x="553855" y="8039"/>
                    </a:lnTo>
                    <a:cubicBezTo>
                      <a:pt x="565285" y="19088"/>
                      <a:pt x="565475" y="37376"/>
                      <a:pt x="554236" y="48711"/>
                    </a:cubicBezTo>
                    <a:lnTo>
                      <a:pt x="470511" y="132912"/>
                    </a:lnTo>
                    <a:cubicBezTo>
                      <a:pt x="462891" y="140532"/>
                      <a:pt x="452985" y="145485"/>
                      <a:pt x="442222" y="146914"/>
                    </a:cubicBezTo>
                    <a:lnTo>
                      <a:pt x="361736" y="157772"/>
                    </a:lnTo>
                    <a:cubicBezTo>
                      <a:pt x="354116" y="158820"/>
                      <a:pt x="347734" y="164154"/>
                      <a:pt x="345448" y="171393"/>
                    </a:cubicBezTo>
                    <a:lnTo>
                      <a:pt x="324112" y="238259"/>
                    </a:lnTo>
                    <a:cubicBezTo>
                      <a:pt x="321731" y="245688"/>
                      <a:pt x="325636" y="253784"/>
                      <a:pt x="332970" y="256451"/>
                    </a:cubicBezTo>
                    <a:lnTo>
                      <a:pt x="425553" y="291027"/>
                    </a:lnTo>
                    <a:cubicBezTo>
                      <a:pt x="433840" y="294170"/>
                      <a:pt x="441174" y="299409"/>
                      <a:pt x="446794" y="306267"/>
                    </a:cubicBezTo>
                    <a:lnTo>
                      <a:pt x="541663" y="422567"/>
                    </a:lnTo>
                    <a:cubicBezTo>
                      <a:pt x="553950" y="437617"/>
                      <a:pt x="553188" y="459429"/>
                      <a:pt x="540044" y="473621"/>
                    </a:cubicBezTo>
                    <a:lnTo>
                      <a:pt x="540044" y="473621"/>
                    </a:lnTo>
                    <a:cubicBezTo>
                      <a:pt x="524994" y="489814"/>
                      <a:pt x="499562" y="490195"/>
                      <a:pt x="484037" y="474574"/>
                    </a:cubicBezTo>
                    <a:lnTo>
                      <a:pt x="405646" y="395802"/>
                    </a:lnTo>
                    <a:cubicBezTo>
                      <a:pt x="392406" y="382467"/>
                      <a:pt x="374880" y="374276"/>
                      <a:pt x="356116" y="372656"/>
                    </a:cubicBezTo>
                    <a:lnTo>
                      <a:pt x="300395" y="367799"/>
                    </a:lnTo>
                    <a:cubicBezTo>
                      <a:pt x="289441" y="366846"/>
                      <a:pt x="278868" y="372180"/>
                      <a:pt x="273058" y="381610"/>
                    </a:cubicBezTo>
                    <a:lnTo>
                      <a:pt x="221051" y="466478"/>
                    </a:lnTo>
                    <a:cubicBezTo>
                      <a:pt x="217337" y="472574"/>
                      <a:pt x="212384" y="477908"/>
                      <a:pt x="206478" y="482099"/>
                    </a:cubicBezTo>
                    <a:lnTo>
                      <a:pt x="85796" y="567919"/>
                    </a:lnTo>
                    <a:cubicBezTo>
                      <a:pt x="69318" y="579635"/>
                      <a:pt x="46458" y="575729"/>
                      <a:pt x="34838" y="559156"/>
                    </a:cubicBezTo>
                    <a:lnTo>
                      <a:pt x="34838" y="559156"/>
                    </a:lnTo>
                    <a:cubicBezTo>
                      <a:pt x="24455" y="544392"/>
                      <a:pt x="26456" y="524294"/>
                      <a:pt x="39505" y="511817"/>
                    </a:cubicBezTo>
                    <a:lnTo>
                      <a:pt x="139613" y="416567"/>
                    </a:lnTo>
                    <a:cubicBezTo>
                      <a:pt x="146375" y="410090"/>
                      <a:pt x="151424" y="401898"/>
                      <a:pt x="153995" y="392945"/>
                    </a:cubicBezTo>
                    <a:lnTo>
                      <a:pt x="168854" y="341891"/>
                    </a:lnTo>
                    <a:cubicBezTo>
                      <a:pt x="183904" y="290170"/>
                      <a:pt x="191619" y="236544"/>
                      <a:pt x="191619" y="182728"/>
                    </a:cubicBezTo>
                    <a:lnTo>
                      <a:pt x="191619" y="162249"/>
                    </a:lnTo>
                    <a:cubicBezTo>
                      <a:pt x="191619" y="153677"/>
                      <a:pt x="184761" y="146628"/>
                      <a:pt x="176189" y="146533"/>
                    </a:cubicBezTo>
                    <a:lnTo>
                      <a:pt x="135136" y="145771"/>
                    </a:lnTo>
                    <a:cubicBezTo>
                      <a:pt x="128659" y="145676"/>
                      <a:pt x="122277" y="147962"/>
                      <a:pt x="117419" y="152248"/>
                    </a:cubicBezTo>
                    <a:lnTo>
                      <a:pt x="39219" y="221209"/>
                    </a:lnTo>
                    <a:cubicBezTo>
                      <a:pt x="29885" y="229496"/>
                      <a:pt x="15692" y="229019"/>
                      <a:pt x="6834" y="220161"/>
                    </a:cubicBezTo>
                    <a:close/>
                  </a:path>
                </a:pathLst>
              </a:custGeom>
              <a:noFill/>
              <a:ln w="15875" cap="rnd">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4" name="Freeform: Shape 103">
                <a:extLst>
                  <a:ext uri="{FF2B5EF4-FFF2-40B4-BE49-F238E27FC236}">
                    <a16:creationId xmlns:a16="http://schemas.microsoft.com/office/drawing/2014/main" id="{047133C3-C22F-B382-61FD-4D1A3F18644E}"/>
                  </a:ext>
                </a:extLst>
              </p:cNvPr>
              <p:cNvSpPr/>
              <p:nvPr/>
            </p:nvSpPr>
            <p:spPr>
              <a:xfrm>
                <a:off x="6743700" y="5412979"/>
                <a:ext cx="134208" cy="51543"/>
              </a:xfrm>
              <a:custGeom>
                <a:avLst/>
                <a:gdLst>
                  <a:gd name="connsiteX0" fmla="*/ 0 w 262890"/>
                  <a:gd name="connsiteY0" fmla="*/ 0 h 100964"/>
                  <a:gd name="connsiteX1" fmla="*/ 262890 w 262890"/>
                  <a:gd name="connsiteY1" fmla="*/ 0 h 100964"/>
                  <a:gd name="connsiteX2" fmla="*/ 262890 w 262890"/>
                  <a:gd name="connsiteY2" fmla="*/ 100965 h 100964"/>
                  <a:gd name="connsiteX3" fmla="*/ 0 w 262890"/>
                  <a:gd name="connsiteY3" fmla="*/ 100965 h 100964"/>
                </a:gdLst>
                <a:ahLst/>
                <a:cxnLst>
                  <a:cxn ang="0">
                    <a:pos x="connsiteX0" y="connsiteY0"/>
                  </a:cxn>
                  <a:cxn ang="0">
                    <a:pos x="connsiteX1" y="connsiteY1"/>
                  </a:cxn>
                  <a:cxn ang="0">
                    <a:pos x="connsiteX2" y="connsiteY2"/>
                  </a:cxn>
                  <a:cxn ang="0">
                    <a:pos x="connsiteX3" y="connsiteY3"/>
                  </a:cxn>
                </a:cxnLst>
                <a:rect l="l" t="t" r="r" b="b"/>
                <a:pathLst>
                  <a:path w="262890" h="100964">
                    <a:moveTo>
                      <a:pt x="0" y="0"/>
                    </a:moveTo>
                    <a:lnTo>
                      <a:pt x="262890" y="0"/>
                    </a:lnTo>
                    <a:lnTo>
                      <a:pt x="262890" y="100965"/>
                    </a:lnTo>
                    <a:lnTo>
                      <a:pt x="0" y="100965"/>
                    </a:lnTo>
                    <a:close/>
                  </a:path>
                </a:pathLst>
              </a:custGeom>
              <a:noFill/>
              <a:ln w="15875" cap="rnd">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5" name="Freeform: Shape 104">
                <a:extLst>
                  <a:ext uri="{FF2B5EF4-FFF2-40B4-BE49-F238E27FC236}">
                    <a16:creationId xmlns:a16="http://schemas.microsoft.com/office/drawing/2014/main" id="{76650B78-2D1D-3376-DA2F-7658E50F1B01}"/>
                  </a:ext>
                </a:extLst>
              </p:cNvPr>
              <p:cNvSpPr/>
              <p:nvPr/>
            </p:nvSpPr>
            <p:spPr>
              <a:xfrm>
                <a:off x="6905722" y="5371112"/>
                <a:ext cx="134208" cy="91514"/>
              </a:xfrm>
              <a:custGeom>
                <a:avLst/>
                <a:gdLst>
                  <a:gd name="connsiteX0" fmla="*/ 0 w 262890"/>
                  <a:gd name="connsiteY0" fmla="*/ 0 h 179260"/>
                  <a:gd name="connsiteX1" fmla="*/ 262890 w 262890"/>
                  <a:gd name="connsiteY1" fmla="*/ 0 h 179260"/>
                  <a:gd name="connsiteX2" fmla="*/ 262890 w 262890"/>
                  <a:gd name="connsiteY2" fmla="*/ 179261 h 179260"/>
                  <a:gd name="connsiteX3" fmla="*/ 0 w 262890"/>
                  <a:gd name="connsiteY3" fmla="*/ 179261 h 179260"/>
                </a:gdLst>
                <a:ahLst/>
                <a:cxnLst>
                  <a:cxn ang="0">
                    <a:pos x="connsiteX0" y="connsiteY0"/>
                  </a:cxn>
                  <a:cxn ang="0">
                    <a:pos x="connsiteX1" y="connsiteY1"/>
                  </a:cxn>
                  <a:cxn ang="0">
                    <a:pos x="connsiteX2" y="connsiteY2"/>
                  </a:cxn>
                  <a:cxn ang="0">
                    <a:pos x="connsiteX3" y="connsiteY3"/>
                  </a:cxn>
                </a:cxnLst>
                <a:rect l="l" t="t" r="r" b="b"/>
                <a:pathLst>
                  <a:path w="262890" h="179260">
                    <a:moveTo>
                      <a:pt x="0" y="0"/>
                    </a:moveTo>
                    <a:lnTo>
                      <a:pt x="262890" y="0"/>
                    </a:lnTo>
                    <a:lnTo>
                      <a:pt x="262890" y="179261"/>
                    </a:lnTo>
                    <a:lnTo>
                      <a:pt x="0" y="179261"/>
                    </a:lnTo>
                    <a:close/>
                  </a:path>
                </a:pathLst>
              </a:custGeom>
              <a:noFill/>
              <a:ln w="15875" cap="rnd">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6" name="Freeform: Shape 105">
                <a:extLst>
                  <a:ext uri="{FF2B5EF4-FFF2-40B4-BE49-F238E27FC236}">
                    <a16:creationId xmlns:a16="http://schemas.microsoft.com/office/drawing/2014/main" id="{4C63643A-E3A3-3BBF-90DD-A1E9321550DD}"/>
                  </a:ext>
                </a:extLst>
              </p:cNvPr>
              <p:cNvSpPr/>
              <p:nvPr/>
            </p:nvSpPr>
            <p:spPr>
              <a:xfrm>
                <a:off x="7067696" y="5326035"/>
                <a:ext cx="134208" cy="134548"/>
              </a:xfrm>
              <a:custGeom>
                <a:avLst/>
                <a:gdLst>
                  <a:gd name="connsiteX0" fmla="*/ 0 w 262889"/>
                  <a:gd name="connsiteY0" fmla="*/ 0 h 263556"/>
                  <a:gd name="connsiteX1" fmla="*/ 262890 w 262889"/>
                  <a:gd name="connsiteY1" fmla="*/ 0 h 263556"/>
                  <a:gd name="connsiteX2" fmla="*/ 262890 w 262889"/>
                  <a:gd name="connsiteY2" fmla="*/ 263557 h 263556"/>
                  <a:gd name="connsiteX3" fmla="*/ 0 w 262889"/>
                  <a:gd name="connsiteY3" fmla="*/ 263557 h 263556"/>
                </a:gdLst>
                <a:ahLst/>
                <a:cxnLst>
                  <a:cxn ang="0">
                    <a:pos x="connsiteX0" y="connsiteY0"/>
                  </a:cxn>
                  <a:cxn ang="0">
                    <a:pos x="connsiteX1" y="connsiteY1"/>
                  </a:cxn>
                  <a:cxn ang="0">
                    <a:pos x="connsiteX2" y="connsiteY2"/>
                  </a:cxn>
                  <a:cxn ang="0">
                    <a:pos x="connsiteX3" y="connsiteY3"/>
                  </a:cxn>
                </a:cxnLst>
                <a:rect l="l" t="t" r="r" b="b"/>
                <a:pathLst>
                  <a:path w="262889" h="263556">
                    <a:moveTo>
                      <a:pt x="0" y="0"/>
                    </a:moveTo>
                    <a:lnTo>
                      <a:pt x="262890" y="0"/>
                    </a:lnTo>
                    <a:lnTo>
                      <a:pt x="262890" y="263557"/>
                    </a:lnTo>
                    <a:lnTo>
                      <a:pt x="0" y="263557"/>
                    </a:lnTo>
                    <a:close/>
                  </a:path>
                </a:pathLst>
              </a:custGeom>
              <a:noFill/>
              <a:ln w="15875" cap="rnd">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grpSp>
          <p:nvGrpSpPr>
            <p:cNvPr id="107" name="Group 106">
              <a:extLst>
                <a:ext uri="{FF2B5EF4-FFF2-40B4-BE49-F238E27FC236}">
                  <a16:creationId xmlns:a16="http://schemas.microsoft.com/office/drawing/2014/main" id="{9715893D-ED2F-FC56-E0CB-E7118969C0E3}"/>
                </a:ext>
              </a:extLst>
            </p:cNvPr>
            <p:cNvGrpSpPr/>
            <p:nvPr/>
          </p:nvGrpSpPr>
          <p:grpSpPr>
            <a:xfrm>
              <a:off x="4295357" y="4860925"/>
              <a:ext cx="399522" cy="366714"/>
              <a:chOff x="9451588" y="4992385"/>
              <a:chExt cx="405805" cy="372482"/>
            </a:xfrm>
          </p:grpSpPr>
          <p:sp>
            <p:nvSpPr>
              <p:cNvPr id="108" name="Freeform: Shape 107">
                <a:extLst>
                  <a:ext uri="{FF2B5EF4-FFF2-40B4-BE49-F238E27FC236}">
                    <a16:creationId xmlns:a16="http://schemas.microsoft.com/office/drawing/2014/main" id="{B0D9D4A9-2439-DAF4-7D9D-60AB5AC89548}"/>
                  </a:ext>
                </a:extLst>
              </p:cNvPr>
              <p:cNvSpPr/>
              <p:nvPr/>
            </p:nvSpPr>
            <p:spPr>
              <a:xfrm>
                <a:off x="9451588" y="5254442"/>
                <a:ext cx="405805" cy="110424"/>
              </a:xfrm>
              <a:custGeom>
                <a:avLst/>
                <a:gdLst>
                  <a:gd name="connsiteX0" fmla="*/ 285003 w 405805"/>
                  <a:gd name="connsiteY0" fmla="*/ 55484 h 110424"/>
                  <a:gd name="connsiteX1" fmla="*/ 285003 w 405805"/>
                  <a:gd name="connsiteY1" fmla="*/ 0 h 110424"/>
                  <a:gd name="connsiteX2" fmla="*/ 120802 w 405805"/>
                  <a:gd name="connsiteY2" fmla="*/ 0 h 110424"/>
                  <a:gd name="connsiteX3" fmla="*/ 120802 w 405805"/>
                  <a:gd name="connsiteY3" fmla="*/ 29140 h 110424"/>
                  <a:gd name="connsiteX4" fmla="*/ 0 w 405805"/>
                  <a:gd name="connsiteY4" fmla="*/ 29140 h 110424"/>
                  <a:gd name="connsiteX5" fmla="*/ 0 w 405805"/>
                  <a:gd name="connsiteY5" fmla="*/ 110425 h 110424"/>
                  <a:gd name="connsiteX6" fmla="*/ 120802 w 405805"/>
                  <a:gd name="connsiteY6" fmla="*/ 110425 h 110424"/>
                  <a:gd name="connsiteX7" fmla="*/ 285003 w 405805"/>
                  <a:gd name="connsiteY7" fmla="*/ 110425 h 110424"/>
                  <a:gd name="connsiteX8" fmla="*/ 405805 w 405805"/>
                  <a:gd name="connsiteY8" fmla="*/ 110425 h 110424"/>
                  <a:gd name="connsiteX9" fmla="*/ 405805 w 405805"/>
                  <a:gd name="connsiteY9" fmla="*/ 55484 h 110424"/>
                  <a:gd name="connsiteX10" fmla="*/ 285003 w 405805"/>
                  <a:gd name="connsiteY10" fmla="*/ 55484 h 11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5805" h="110424">
                    <a:moveTo>
                      <a:pt x="285003" y="55484"/>
                    </a:moveTo>
                    <a:lnTo>
                      <a:pt x="285003" y="0"/>
                    </a:lnTo>
                    <a:lnTo>
                      <a:pt x="120802" y="0"/>
                    </a:lnTo>
                    <a:lnTo>
                      <a:pt x="120802" y="29140"/>
                    </a:lnTo>
                    <a:lnTo>
                      <a:pt x="0" y="29140"/>
                    </a:lnTo>
                    <a:lnTo>
                      <a:pt x="0" y="110425"/>
                    </a:lnTo>
                    <a:lnTo>
                      <a:pt x="120802" y="110425"/>
                    </a:lnTo>
                    <a:lnTo>
                      <a:pt x="285003" y="110425"/>
                    </a:lnTo>
                    <a:lnTo>
                      <a:pt x="405805" y="110425"/>
                    </a:lnTo>
                    <a:lnTo>
                      <a:pt x="405805" y="55484"/>
                    </a:lnTo>
                    <a:lnTo>
                      <a:pt x="285003" y="55484"/>
                    </a:lnTo>
                    <a:close/>
                  </a:path>
                </a:pathLst>
              </a:custGeom>
              <a:noFill/>
              <a:ln w="15875" cap="rnd">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09" name="Freeform: Shape 108">
                <a:extLst>
                  <a:ext uri="{FF2B5EF4-FFF2-40B4-BE49-F238E27FC236}">
                    <a16:creationId xmlns:a16="http://schemas.microsoft.com/office/drawing/2014/main" id="{4572B548-56C9-A942-0617-9BFDBC1C9FEF}"/>
                  </a:ext>
                </a:extLst>
              </p:cNvPr>
              <p:cNvSpPr/>
              <p:nvPr/>
            </p:nvSpPr>
            <p:spPr>
              <a:xfrm>
                <a:off x="9639572" y="5007533"/>
                <a:ext cx="29864" cy="29864"/>
              </a:xfrm>
              <a:custGeom>
                <a:avLst/>
                <a:gdLst>
                  <a:gd name="connsiteX0" fmla="*/ 29864 w 29864"/>
                  <a:gd name="connsiteY0" fmla="*/ 14932 h 29864"/>
                  <a:gd name="connsiteX1" fmla="*/ 14932 w 29864"/>
                  <a:gd name="connsiteY1" fmla="*/ 29864 h 29864"/>
                  <a:gd name="connsiteX2" fmla="*/ 0 w 29864"/>
                  <a:gd name="connsiteY2" fmla="*/ 14932 h 29864"/>
                  <a:gd name="connsiteX3" fmla="*/ 14932 w 29864"/>
                  <a:gd name="connsiteY3" fmla="*/ 0 h 29864"/>
                  <a:gd name="connsiteX4" fmla="*/ 29864 w 29864"/>
                  <a:gd name="connsiteY4" fmla="*/ 14932 h 29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64" h="29864">
                    <a:moveTo>
                      <a:pt x="29864" y="14932"/>
                    </a:moveTo>
                    <a:cubicBezTo>
                      <a:pt x="29864" y="23187"/>
                      <a:pt x="23187" y="29864"/>
                      <a:pt x="14932" y="29864"/>
                    </a:cubicBezTo>
                    <a:cubicBezTo>
                      <a:pt x="6677" y="29864"/>
                      <a:pt x="0" y="23187"/>
                      <a:pt x="0" y="14932"/>
                    </a:cubicBezTo>
                    <a:cubicBezTo>
                      <a:pt x="0" y="6677"/>
                      <a:pt x="6677" y="0"/>
                      <a:pt x="14932" y="0"/>
                    </a:cubicBezTo>
                    <a:cubicBezTo>
                      <a:pt x="23187" y="0"/>
                      <a:pt x="29864" y="6677"/>
                      <a:pt x="29864" y="14932"/>
                    </a:cubicBezTo>
                    <a:close/>
                  </a:path>
                </a:pathLst>
              </a:custGeom>
              <a:noFill/>
              <a:ln w="15875" cap="rnd">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0" name="Freeform: Shape 109">
                <a:extLst>
                  <a:ext uri="{FF2B5EF4-FFF2-40B4-BE49-F238E27FC236}">
                    <a16:creationId xmlns:a16="http://schemas.microsoft.com/office/drawing/2014/main" id="{88AD1A1F-8DC5-C1FA-6888-1EDF25D07381}"/>
                  </a:ext>
                </a:extLst>
              </p:cNvPr>
              <p:cNvSpPr/>
              <p:nvPr/>
            </p:nvSpPr>
            <p:spPr>
              <a:xfrm>
                <a:off x="9591670" y="4992385"/>
                <a:ext cx="125719" cy="262057"/>
              </a:xfrm>
              <a:custGeom>
                <a:avLst/>
                <a:gdLst>
                  <a:gd name="connsiteX0" fmla="*/ 85529 w 125719"/>
                  <a:gd name="connsiteY0" fmla="*/ 125650 h 262057"/>
                  <a:gd name="connsiteX1" fmla="*/ 90990 w 125719"/>
                  <a:gd name="connsiteY1" fmla="*/ 82044 h 262057"/>
                  <a:gd name="connsiteX2" fmla="*/ 124192 w 125719"/>
                  <a:gd name="connsiteY2" fmla="*/ 7643 h 262057"/>
                  <a:gd name="connsiteX3" fmla="*/ 113530 w 125719"/>
                  <a:gd name="connsiteY3" fmla="*/ 34 h 262057"/>
                  <a:gd name="connsiteX4" fmla="*/ 104654 w 125719"/>
                  <a:gd name="connsiteY4" fmla="*/ 9144 h 262057"/>
                  <a:gd name="connsiteX5" fmla="*/ 90291 w 125719"/>
                  <a:gd name="connsiteY5" fmla="*/ 56347 h 262057"/>
                  <a:gd name="connsiteX6" fmla="*/ 62834 w 125719"/>
                  <a:gd name="connsiteY6" fmla="*/ 66129 h 262057"/>
                  <a:gd name="connsiteX7" fmla="*/ 35376 w 125719"/>
                  <a:gd name="connsiteY7" fmla="*/ 56347 h 262057"/>
                  <a:gd name="connsiteX8" fmla="*/ 21014 w 125719"/>
                  <a:gd name="connsiteY8" fmla="*/ 9144 h 262057"/>
                  <a:gd name="connsiteX9" fmla="*/ 12137 w 125719"/>
                  <a:gd name="connsiteY9" fmla="*/ 34 h 262057"/>
                  <a:gd name="connsiteX10" fmla="*/ 1475 w 125719"/>
                  <a:gd name="connsiteY10" fmla="*/ 7643 h 262057"/>
                  <a:gd name="connsiteX11" fmla="*/ 34678 w 125719"/>
                  <a:gd name="connsiteY11" fmla="*/ 82044 h 262057"/>
                  <a:gd name="connsiteX12" fmla="*/ 40138 w 125719"/>
                  <a:gd name="connsiteY12" fmla="*/ 125650 h 262057"/>
                  <a:gd name="connsiteX13" fmla="*/ 0 w 125719"/>
                  <a:gd name="connsiteY13" fmla="*/ 262057 h 262057"/>
                  <a:gd name="connsiteX14" fmla="*/ 20418 w 125719"/>
                  <a:gd name="connsiteY14" fmla="*/ 262057 h 262057"/>
                  <a:gd name="connsiteX15" fmla="*/ 62860 w 125719"/>
                  <a:gd name="connsiteY15" fmla="*/ 151451 h 262057"/>
                  <a:gd name="connsiteX16" fmla="*/ 105301 w 125719"/>
                  <a:gd name="connsiteY16" fmla="*/ 262057 h 262057"/>
                  <a:gd name="connsiteX17" fmla="*/ 125719 w 125719"/>
                  <a:gd name="connsiteY17" fmla="*/ 262057 h 262057"/>
                  <a:gd name="connsiteX18" fmla="*/ 85581 w 125719"/>
                  <a:gd name="connsiteY18" fmla="*/ 125650 h 26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5719" h="262057">
                    <a:moveTo>
                      <a:pt x="85529" y="125650"/>
                    </a:moveTo>
                    <a:lnTo>
                      <a:pt x="90990" y="82044"/>
                    </a:lnTo>
                    <a:cubicBezTo>
                      <a:pt x="129549" y="61134"/>
                      <a:pt x="124348" y="9195"/>
                      <a:pt x="124192" y="7643"/>
                    </a:cubicBezTo>
                    <a:cubicBezTo>
                      <a:pt x="123701" y="3036"/>
                      <a:pt x="118913" y="-380"/>
                      <a:pt x="113530" y="34"/>
                    </a:cubicBezTo>
                    <a:cubicBezTo>
                      <a:pt x="108122" y="448"/>
                      <a:pt x="104162" y="4537"/>
                      <a:pt x="104654" y="9144"/>
                    </a:cubicBezTo>
                    <a:cubicBezTo>
                      <a:pt x="104680" y="9428"/>
                      <a:pt x="107604" y="40172"/>
                      <a:pt x="90291" y="56347"/>
                    </a:cubicBezTo>
                    <a:cubicBezTo>
                      <a:pt x="83511" y="62687"/>
                      <a:pt x="74505" y="65870"/>
                      <a:pt x="62834" y="66129"/>
                    </a:cubicBezTo>
                    <a:cubicBezTo>
                      <a:pt x="51162" y="65870"/>
                      <a:pt x="42157" y="62687"/>
                      <a:pt x="35376" y="56347"/>
                    </a:cubicBezTo>
                    <a:cubicBezTo>
                      <a:pt x="18063" y="40172"/>
                      <a:pt x="20962" y="9428"/>
                      <a:pt x="21014" y="9144"/>
                    </a:cubicBezTo>
                    <a:cubicBezTo>
                      <a:pt x="21505" y="4537"/>
                      <a:pt x="17520" y="448"/>
                      <a:pt x="12137" y="34"/>
                    </a:cubicBezTo>
                    <a:cubicBezTo>
                      <a:pt x="6754" y="-380"/>
                      <a:pt x="1967" y="3010"/>
                      <a:pt x="1475" y="7643"/>
                    </a:cubicBezTo>
                    <a:cubicBezTo>
                      <a:pt x="1320" y="9195"/>
                      <a:pt x="-3882" y="61134"/>
                      <a:pt x="34678" y="82044"/>
                    </a:cubicBezTo>
                    <a:lnTo>
                      <a:pt x="40138" y="125650"/>
                    </a:lnTo>
                    <a:lnTo>
                      <a:pt x="0" y="262057"/>
                    </a:lnTo>
                    <a:lnTo>
                      <a:pt x="20418" y="262057"/>
                    </a:lnTo>
                    <a:lnTo>
                      <a:pt x="62860" y="151451"/>
                    </a:lnTo>
                    <a:lnTo>
                      <a:pt x="105301" y="262057"/>
                    </a:lnTo>
                    <a:lnTo>
                      <a:pt x="125719" y="262057"/>
                    </a:lnTo>
                    <a:lnTo>
                      <a:pt x="85581" y="125650"/>
                    </a:lnTo>
                    <a:close/>
                  </a:path>
                </a:pathLst>
              </a:custGeom>
              <a:noFill/>
              <a:ln w="15875" cap="rnd">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1" name="Freeform: Shape 110">
                <a:extLst>
                  <a:ext uri="{FF2B5EF4-FFF2-40B4-BE49-F238E27FC236}">
                    <a16:creationId xmlns:a16="http://schemas.microsoft.com/office/drawing/2014/main" id="{D7F03E1A-8CBF-1807-3B93-A8008E28C3DD}"/>
                  </a:ext>
                </a:extLst>
              </p:cNvPr>
              <p:cNvSpPr/>
              <p:nvPr/>
            </p:nvSpPr>
            <p:spPr>
              <a:xfrm>
                <a:off x="9572391" y="5283582"/>
                <a:ext cx="2587" cy="81285"/>
              </a:xfrm>
              <a:custGeom>
                <a:avLst/>
                <a:gdLst>
                  <a:gd name="connsiteX0" fmla="*/ 0 w 2587"/>
                  <a:gd name="connsiteY0" fmla="*/ 0 h 81285"/>
                  <a:gd name="connsiteX1" fmla="*/ 0 w 2587"/>
                  <a:gd name="connsiteY1" fmla="*/ 81285 h 81285"/>
                </a:gdLst>
                <a:ahLst/>
                <a:cxnLst>
                  <a:cxn ang="0">
                    <a:pos x="connsiteX0" y="connsiteY0"/>
                  </a:cxn>
                  <a:cxn ang="0">
                    <a:pos x="connsiteX1" y="connsiteY1"/>
                  </a:cxn>
                </a:cxnLst>
                <a:rect l="l" t="t" r="r" b="b"/>
                <a:pathLst>
                  <a:path w="2587" h="81285">
                    <a:moveTo>
                      <a:pt x="0" y="0"/>
                    </a:moveTo>
                    <a:lnTo>
                      <a:pt x="0" y="81285"/>
                    </a:lnTo>
                  </a:path>
                </a:pathLst>
              </a:custGeom>
              <a:noFill/>
              <a:ln w="15875" cap="rnd">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112" name="Freeform: Shape 111">
                <a:extLst>
                  <a:ext uri="{FF2B5EF4-FFF2-40B4-BE49-F238E27FC236}">
                    <a16:creationId xmlns:a16="http://schemas.microsoft.com/office/drawing/2014/main" id="{C867D3A9-86DC-3AA4-6ADC-B03889494756}"/>
                  </a:ext>
                </a:extLst>
              </p:cNvPr>
              <p:cNvSpPr/>
              <p:nvPr/>
            </p:nvSpPr>
            <p:spPr>
              <a:xfrm>
                <a:off x="9736592" y="5309927"/>
                <a:ext cx="2587" cy="54940"/>
              </a:xfrm>
              <a:custGeom>
                <a:avLst/>
                <a:gdLst>
                  <a:gd name="connsiteX0" fmla="*/ 0 w 2587"/>
                  <a:gd name="connsiteY0" fmla="*/ 0 h 54940"/>
                  <a:gd name="connsiteX1" fmla="*/ 0 w 2587"/>
                  <a:gd name="connsiteY1" fmla="*/ 54941 h 54940"/>
                </a:gdLst>
                <a:ahLst/>
                <a:cxnLst>
                  <a:cxn ang="0">
                    <a:pos x="connsiteX0" y="connsiteY0"/>
                  </a:cxn>
                  <a:cxn ang="0">
                    <a:pos x="connsiteX1" y="connsiteY1"/>
                  </a:cxn>
                </a:cxnLst>
                <a:rect l="l" t="t" r="r" b="b"/>
                <a:pathLst>
                  <a:path w="2587" h="54940">
                    <a:moveTo>
                      <a:pt x="0" y="0"/>
                    </a:moveTo>
                    <a:lnTo>
                      <a:pt x="0" y="54941"/>
                    </a:lnTo>
                  </a:path>
                </a:pathLst>
              </a:custGeom>
              <a:noFill/>
              <a:ln w="15875" cap="rnd">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dirty="0"/>
              </a:p>
            </p:txBody>
          </p:sp>
        </p:grpSp>
      </p:grpSp>
      <p:sp>
        <p:nvSpPr>
          <p:cNvPr id="4" name="Graphic 6">
            <a:extLst>
              <a:ext uri="{FF2B5EF4-FFF2-40B4-BE49-F238E27FC236}">
                <a16:creationId xmlns:a16="http://schemas.microsoft.com/office/drawing/2014/main" id="{6C53253E-4806-2F58-15B4-314C40202B93}"/>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46" name="Rectangle: Rounded Corners 45">
            <a:extLst>
              <a:ext uri="{FF2B5EF4-FFF2-40B4-BE49-F238E27FC236}">
                <a16:creationId xmlns:a16="http://schemas.microsoft.com/office/drawing/2014/main" id="{EB178BC1-F1D0-97CA-0C99-8E47E40D9BC9}"/>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7" name="Straight Connector 46">
            <a:extLst>
              <a:ext uri="{FF2B5EF4-FFF2-40B4-BE49-F238E27FC236}">
                <a16:creationId xmlns:a16="http://schemas.microsoft.com/office/drawing/2014/main" id="{6BF8231B-2B0F-57F2-5DF2-4C5F2648ED24}"/>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Slide Number Placeholder 47">
            <a:extLst>
              <a:ext uri="{FF2B5EF4-FFF2-40B4-BE49-F238E27FC236}">
                <a16:creationId xmlns:a16="http://schemas.microsoft.com/office/drawing/2014/main" id="{513E3362-21EC-447E-F5E4-03291F7CA89A}"/>
              </a:ext>
            </a:extLst>
          </p:cNvPr>
          <p:cNvSpPr>
            <a:spLocks noGrp="1"/>
          </p:cNvSpPr>
          <p:nvPr>
            <p:ph type="sldNum" sz="quarter" idx="4"/>
          </p:nvPr>
        </p:nvSpPr>
        <p:spPr/>
        <p:txBody>
          <a:bodyPr/>
          <a:lstStyle/>
          <a:p>
            <a:fld id="{8855CCE4-D0BE-4DED-8941-E3B093153CBB}" type="slidenum">
              <a:rPr lang="en-GB" smtClean="0"/>
              <a:pPr/>
              <a:t>12</a:t>
            </a:fld>
            <a:endParaRPr lang="en-GB" dirty="0"/>
          </a:p>
        </p:txBody>
      </p:sp>
    </p:spTree>
    <p:extLst>
      <p:ext uri="{BB962C8B-B14F-4D97-AF65-F5344CB8AC3E}">
        <p14:creationId xmlns:p14="http://schemas.microsoft.com/office/powerpoint/2010/main" val="374742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59AB-A9A7-1EBA-9F93-27E2122A90F9}"/>
            </a:ext>
          </a:extLst>
        </p:cNvPr>
        <p:cNvGrpSpPr/>
        <p:nvPr/>
      </p:nvGrpSpPr>
      <p:grpSpPr>
        <a:xfrm>
          <a:off x="0" y="0"/>
          <a:ext cx="0" cy="0"/>
          <a:chOff x="0" y="0"/>
          <a:chExt cx="0" cy="0"/>
        </a:xfrm>
      </p:grpSpPr>
      <p:pic>
        <p:nvPicPr>
          <p:cNvPr id="68" name="Picture 67">
            <a:extLst>
              <a:ext uri="{FF2B5EF4-FFF2-40B4-BE49-F238E27FC236}">
                <a16:creationId xmlns:a16="http://schemas.microsoft.com/office/drawing/2014/main" id="{355FEB5E-7EF9-2752-12C9-2121F5DAE51C}"/>
              </a:ext>
            </a:extLst>
          </p:cNvPr>
          <p:cNvPicPr>
            <a:picLocks noChangeAspect="1"/>
          </p:cNvPicPr>
          <p:nvPr/>
        </p:nvPicPr>
        <p:blipFill>
          <a:blip r:embed="rId3">
            <a:extLst>
              <a:ext uri="{28A0092B-C50C-407E-A947-70E740481C1C}">
                <a14:useLocalDpi xmlns:a14="http://schemas.microsoft.com/office/drawing/2010/main" val="0"/>
              </a:ext>
            </a:extLst>
          </a:blip>
          <a:srcRect l="11109" r="11109"/>
          <a:stretch/>
        </p:blipFill>
        <p:spPr>
          <a:xfrm>
            <a:off x="4207150" y="0"/>
            <a:ext cx="7984850" cy="6858000"/>
          </a:xfrm>
          <a:prstGeom prst="rect">
            <a:avLst/>
          </a:prstGeom>
        </p:spPr>
      </p:pic>
      <p:sp>
        <p:nvSpPr>
          <p:cNvPr id="6" name="Rectangle 5">
            <a:extLst>
              <a:ext uri="{FF2B5EF4-FFF2-40B4-BE49-F238E27FC236}">
                <a16:creationId xmlns:a16="http://schemas.microsoft.com/office/drawing/2014/main" id="{FBF1691E-B9FC-A219-3D45-E583A46ADA2A}"/>
              </a:ext>
            </a:extLst>
          </p:cNvPr>
          <p:cNvSpPr/>
          <p:nvPr/>
        </p:nvSpPr>
        <p:spPr>
          <a:xfrm>
            <a:off x="0" y="0"/>
            <a:ext cx="12192000" cy="6858000"/>
          </a:xfrm>
          <a:prstGeom prst="rect">
            <a:avLst/>
          </a:prstGeom>
          <a:gradFill flip="none" rotWithShape="1">
            <a:gsLst>
              <a:gs pos="67000">
                <a:srgbClr val="202E39">
                  <a:alpha val="74000"/>
                </a:srgbClr>
              </a:gs>
              <a:gs pos="36000">
                <a:schemeClr val="tx1"/>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06351C8F-DCEE-D0A0-6832-AFA8CFCB00FF}"/>
              </a:ext>
            </a:extLst>
          </p:cNvPr>
          <p:cNvSpPr>
            <a:spLocks noGrp="1"/>
          </p:cNvSpPr>
          <p:nvPr>
            <p:ph type="title"/>
          </p:nvPr>
        </p:nvSpPr>
        <p:spPr/>
        <p:txBody>
          <a:bodyPr/>
          <a:lstStyle/>
          <a:p>
            <a:r>
              <a:rPr lang="en-IN" dirty="0"/>
              <a:t>Lorem Ipsum</a:t>
            </a:r>
          </a:p>
        </p:txBody>
      </p:sp>
      <p:sp>
        <p:nvSpPr>
          <p:cNvPr id="26" name="Rectangle: Top Corners Rounded 25">
            <a:extLst>
              <a:ext uri="{FF2B5EF4-FFF2-40B4-BE49-F238E27FC236}">
                <a16:creationId xmlns:a16="http://schemas.microsoft.com/office/drawing/2014/main" id="{CB881EA4-74FE-E050-B7A5-FA6E85BDCDFA}"/>
              </a:ext>
            </a:extLst>
          </p:cNvPr>
          <p:cNvSpPr/>
          <p:nvPr/>
        </p:nvSpPr>
        <p:spPr>
          <a:xfrm>
            <a:off x="363538" y="1131887"/>
            <a:ext cx="8691562" cy="5223491"/>
          </a:xfrm>
          <a:prstGeom prst="round2SameRect">
            <a:avLst>
              <a:gd name="adj1" fmla="val 4441"/>
              <a:gd name="adj2" fmla="val 0"/>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27" name="Rectangle 26">
            <a:extLst>
              <a:ext uri="{FF2B5EF4-FFF2-40B4-BE49-F238E27FC236}">
                <a16:creationId xmlns:a16="http://schemas.microsoft.com/office/drawing/2014/main" id="{3CD82D8D-9DBF-FEDC-8B52-A22A282D871A}"/>
              </a:ext>
            </a:extLst>
          </p:cNvPr>
          <p:cNvSpPr/>
          <p:nvPr/>
        </p:nvSpPr>
        <p:spPr>
          <a:xfrm>
            <a:off x="531211" y="1319213"/>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2024</a:t>
            </a:r>
          </a:p>
          <a:p>
            <a:pPr algn="ctr">
              <a:spcAft>
                <a:spcPts val="400"/>
              </a:spcAft>
            </a:pPr>
            <a:r>
              <a:rPr lang="en-US" sz="1200" b="1" dirty="0">
                <a:solidFill>
                  <a:schemeClr val="bg1"/>
                </a:solidFill>
              </a:rPr>
              <a:t>Best for Vets</a:t>
            </a:r>
          </a:p>
          <a:p>
            <a:pPr algn="ctr">
              <a:spcAft>
                <a:spcPts val="400"/>
              </a:spcAft>
            </a:pPr>
            <a:r>
              <a:rPr lang="en-US" sz="1000" dirty="0">
                <a:solidFill>
                  <a:schemeClr val="bg1"/>
                </a:solidFill>
              </a:rPr>
              <a:t>Military Times</a:t>
            </a:r>
            <a:endParaRPr lang="en-IN" sz="1000" dirty="0">
              <a:solidFill>
                <a:schemeClr val="bg1"/>
              </a:solidFill>
            </a:endParaRPr>
          </a:p>
        </p:txBody>
      </p:sp>
      <p:sp>
        <p:nvSpPr>
          <p:cNvPr id="44" name="Rectangle 43">
            <a:extLst>
              <a:ext uri="{FF2B5EF4-FFF2-40B4-BE49-F238E27FC236}">
                <a16:creationId xmlns:a16="http://schemas.microsoft.com/office/drawing/2014/main" id="{D4D74E61-2BAD-294B-41AA-949DAFBEEFA7}"/>
              </a:ext>
            </a:extLst>
          </p:cNvPr>
          <p:cNvSpPr/>
          <p:nvPr/>
        </p:nvSpPr>
        <p:spPr>
          <a:xfrm>
            <a:off x="2669399" y="1319213"/>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2023</a:t>
            </a:r>
          </a:p>
          <a:p>
            <a:pPr algn="ctr">
              <a:spcAft>
                <a:spcPts val="400"/>
              </a:spcAft>
            </a:pPr>
            <a:r>
              <a:rPr lang="en-US" sz="1200" b="1" dirty="0">
                <a:solidFill>
                  <a:schemeClr val="bg1"/>
                </a:solidFill>
              </a:rPr>
              <a:t>Community </a:t>
            </a:r>
            <a:br>
              <a:rPr lang="en-US" sz="1200" b="1" dirty="0">
                <a:solidFill>
                  <a:schemeClr val="bg1"/>
                </a:solidFill>
              </a:rPr>
            </a:br>
            <a:r>
              <a:rPr lang="en-US" sz="1200" b="1" dirty="0">
                <a:solidFill>
                  <a:schemeClr val="bg1"/>
                </a:solidFill>
              </a:rPr>
              <a:t>Service and Social Responsibility</a:t>
            </a:r>
          </a:p>
          <a:p>
            <a:pPr algn="ctr">
              <a:spcAft>
                <a:spcPts val="400"/>
              </a:spcAft>
            </a:pPr>
            <a:r>
              <a:rPr lang="en-US" sz="1000" dirty="0">
                <a:solidFill>
                  <a:schemeClr val="bg1"/>
                </a:solidFill>
              </a:rPr>
              <a:t>Communitas Awards</a:t>
            </a:r>
            <a:endParaRPr lang="en-IN" sz="1000" dirty="0">
              <a:solidFill>
                <a:schemeClr val="bg1"/>
              </a:solidFill>
            </a:endParaRPr>
          </a:p>
        </p:txBody>
      </p:sp>
      <p:sp>
        <p:nvSpPr>
          <p:cNvPr id="45" name="Rectangle 44">
            <a:extLst>
              <a:ext uri="{FF2B5EF4-FFF2-40B4-BE49-F238E27FC236}">
                <a16:creationId xmlns:a16="http://schemas.microsoft.com/office/drawing/2014/main" id="{6A9B2F40-93C0-5E8E-25A0-03586CD37EBD}"/>
              </a:ext>
            </a:extLst>
          </p:cNvPr>
          <p:cNvSpPr/>
          <p:nvPr/>
        </p:nvSpPr>
        <p:spPr>
          <a:xfrm>
            <a:off x="4807586" y="1319213"/>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2024</a:t>
            </a:r>
          </a:p>
          <a:p>
            <a:pPr algn="ctr">
              <a:spcAft>
                <a:spcPts val="400"/>
              </a:spcAft>
            </a:pPr>
            <a:r>
              <a:rPr lang="en-US" sz="1200" b="1" dirty="0">
                <a:solidFill>
                  <a:schemeClr val="bg1"/>
                </a:solidFill>
              </a:rPr>
              <a:t>HIRE Vets</a:t>
            </a:r>
            <a:br>
              <a:rPr lang="en-US" sz="1200" b="1" dirty="0">
                <a:solidFill>
                  <a:schemeClr val="bg1"/>
                </a:solidFill>
              </a:rPr>
            </a:br>
            <a:r>
              <a:rPr lang="en-US" sz="1200" b="1" dirty="0">
                <a:solidFill>
                  <a:schemeClr val="bg1"/>
                </a:solidFill>
              </a:rPr>
              <a:t>Medallion Gold</a:t>
            </a:r>
          </a:p>
          <a:p>
            <a:pPr algn="ctr">
              <a:spcAft>
                <a:spcPts val="400"/>
              </a:spcAft>
            </a:pPr>
            <a:r>
              <a:rPr lang="en-US" sz="1000" dirty="0">
                <a:solidFill>
                  <a:schemeClr val="bg1"/>
                </a:solidFill>
              </a:rPr>
              <a:t>HIRE Vets</a:t>
            </a:r>
            <a:endParaRPr lang="en-IN" sz="1000" dirty="0">
              <a:solidFill>
                <a:schemeClr val="bg1"/>
              </a:solidFill>
            </a:endParaRPr>
          </a:p>
        </p:txBody>
      </p:sp>
      <p:sp>
        <p:nvSpPr>
          <p:cNvPr id="46" name="Rectangle 45">
            <a:extLst>
              <a:ext uri="{FF2B5EF4-FFF2-40B4-BE49-F238E27FC236}">
                <a16:creationId xmlns:a16="http://schemas.microsoft.com/office/drawing/2014/main" id="{01ED55A7-A911-C26A-B705-5793F13D1739}"/>
              </a:ext>
            </a:extLst>
          </p:cNvPr>
          <p:cNvSpPr/>
          <p:nvPr/>
        </p:nvSpPr>
        <p:spPr>
          <a:xfrm>
            <a:off x="6945777" y="1319213"/>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2023</a:t>
            </a:r>
          </a:p>
          <a:p>
            <a:pPr algn="ctr">
              <a:spcAft>
                <a:spcPts val="400"/>
              </a:spcAft>
            </a:pPr>
            <a:r>
              <a:rPr lang="en-US" sz="1200" b="1" dirty="0">
                <a:solidFill>
                  <a:schemeClr val="bg1"/>
                </a:solidFill>
              </a:rPr>
              <a:t>Innovation and Technology in Maritime Search and Rescue</a:t>
            </a:r>
          </a:p>
          <a:p>
            <a:pPr algn="ctr">
              <a:spcAft>
                <a:spcPts val="400"/>
              </a:spcAft>
            </a:pPr>
            <a:r>
              <a:rPr lang="en-US" sz="1000" dirty="0">
                <a:solidFill>
                  <a:schemeClr val="bg1"/>
                </a:solidFill>
              </a:rPr>
              <a:t>International Maritime Rescue Federation</a:t>
            </a:r>
            <a:endParaRPr lang="en-IN" sz="1000" dirty="0">
              <a:solidFill>
                <a:schemeClr val="bg1"/>
              </a:solidFill>
            </a:endParaRPr>
          </a:p>
        </p:txBody>
      </p:sp>
      <p:sp>
        <p:nvSpPr>
          <p:cNvPr id="47" name="Rectangle 46">
            <a:extLst>
              <a:ext uri="{FF2B5EF4-FFF2-40B4-BE49-F238E27FC236}">
                <a16:creationId xmlns:a16="http://schemas.microsoft.com/office/drawing/2014/main" id="{C626D66A-72A4-EF13-B0A8-F651CC94AE15}"/>
              </a:ext>
            </a:extLst>
          </p:cNvPr>
          <p:cNvSpPr/>
          <p:nvPr/>
        </p:nvSpPr>
        <p:spPr>
          <a:xfrm>
            <a:off x="531211" y="2990960"/>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2023</a:t>
            </a:r>
          </a:p>
          <a:p>
            <a:pPr algn="ctr">
              <a:spcAft>
                <a:spcPts val="400"/>
              </a:spcAft>
            </a:pPr>
            <a:r>
              <a:rPr lang="en-US" sz="1200" b="1" dirty="0">
                <a:solidFill>
                  <a:schemeClr val="bg1"/>
                </a:solidFill>
              </a:rPr>
              <a:t>Innovator of the Year</a:t>
            </a:r>
          </a:p>
          <a:p>
            <a:pPr algn="ctr">
              <a:spcAft>
                <a:spcPts val="400"/>
              </a:spcAft>
            </a:pPr>
            <a:r>
              <a:rPr lang="en-US" sz="1000" dirty="0">
                <a:solidFill>
                  <a:schemeClr val="bg1"/>
                </a:solidFill>
              </a:rPr>
              <a:t>Arizona Governor’s Celebration of </a:t>
            </a:r>
            <a:br>
              <a:rPr lang="en-US" sz="1000" dirty="0">
                <a:solidFill>
                  <a:schemeClr val="bg1"/>
                </a:solidFill>
              </a:rPr>
            </a:br>
            <a:r>
              <a:rPr lang="en-US" sz="1000" dirty="0">
                <a:solidFill>
                  <a:schemeClr val="bg1"/>
                </a:solidFill>
              </a:rPr>
              <a:t>Innovation Awards</a:t>
            </a:r>
            <a:endParaRPr lang="en-IN" sz="1000" dirty="0">
              <a:solidFill>
                <a:schemeClr val="bg1"/>
              </a:solidFill>
            </a:endParaRPr>
          </a:p>
        </p:txBody>
      </p:sp>
      <p:sp>
        <p:nvSpPr>
          <p:cNvPr id="48" name="Rectangle 47">
            <a:extLst>
              <a:ext uri="{FF2B5EF4-FFF2-40B4-BE49-F238E27FC236}">
                <a16:creationId xmlns:a16="http://schemas.microsoft.com/office/drawing/2014/main" id="{CEEBA060-6FCC-6FB6-F54B-B789EAB28998}"/>
              </a:ext>
            </a:extLst>
          </p:cNvPr>
          <p:cNvSpPr/>
          <p:nvPr/>
        </p:nvSpPr>
        <p:spPr>
          <a:xfrm>
            <a:off x="2669400" y="2990960"/>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2023</a:t>
            </a:r>
          </a:p>
          <a:p>
            <a:pPr algn="ctr">
              <a:spcAft>
                <a:spcPts val="400"/>
              </a:spcAft>
            </a:pPr>
            <a:r>
              <a:rPr lang="en-US" sz="1200" b="1" dirty="0">
                <a:solidFill>
                  <a:schemeClr val="bg1"/>
                </a:solidFill>
              </a:rPr>
              <a:t>Sustainability </a:t>
            </a:r>
            <a:br>
              <a:rPr lang="en-US" sz="1200" b="1" dirty="0">
                <a:solidFill>
                  <a:schemeClr val="bg1"/>
                </a:solidFill>
              </a:rPr>
            </a:br>
            <a:r>
              <a:rPr lang="en-US" sz="1200" b="1" dirty="0">
                <a:solidFill>
                  <a:schemeClr val="bg1"/>
                </a:solidFill>
              </a:rPr>
              <a:t>Champion Award</a:t>
            </a:r>
          </a:p>
          <a:p>
            <a:pPr algn="ctr">
              <a:spcAft>
                <a:spcPts val="400"/>
              </a:spcAft>
            </a:pPr>
            <a:r>
              <a:rPr lang="en-US" sz="1000" dirty="0">
                <a:solidFill>
                  <a:schemeClr val="bg1"/>
                </a:solidFill>
              </a:rPr>
              <a:t>Carlsbad Business Journal</a:t>
            </a:r>
            <a:endParaRPr lang="en-IN" sz="1000" dirty="0">
              <a:solidFill>
                <a:schemeClr val="bg1"/>
              </a:solidFill>
            </a:endParaRPr>
          </a:p>
        </p:txBody>
      </p:sp>
      <p:sp>
        <p:nvSpPr>
          <p:cNvPr id="49" name="Rectangle 48">
            <a:extLst>
              <a:ext uri="{FF2B5EF4-FFF2-40B4-BE49-F238E27FC236}">
                <a16:creationId xmlns:a16="http://schemas.microsoft.com/office/drawing/2014/main" id="{F40BDD6A-1205-FDC8-7BBE-D3F27EFF062C}"/>
              </a:ext>
            </a:extLst>
          </p:cNvPr>
          <p:cNvSpPr/>
          <p:nvPr/>
        </p:nvSpPr>
        <p:spPr>
          <a:xfrm>
            <a:off x="4807588" y="2990960"/>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2023</a:t>
            </a:r>
          </a:p>
          <a:p>
            <a:pPr algn="ctr">
              <a:spcAft>
                <a:spcPts val="400"/>
              </a:spcAft>
            </a:pPr>
            <a:r>
              <a:rPr lang="en-US" sz="1200" b="1" dirty="0">
                <a:solidFill>
                  <a:schemeClr val="bg1"/>
                </a:solidFill>
              </a:rPr>
              <a:t>Top 100 Companies Leading in </a:t>
            </a:r>
            <a:br>
              <a:rPr lang="en-US" sz="1200" b="1" dirty="0">
                <a:solidFill>
                  <a:schemeClr val="bg1"/>
                </a:solidFill>
              </a:rPr>
            </a:br>
            <a:r>
              <a:rPr lang="en-US" sz="1200" b="1" dirty="0">
                <a:solidFill>
                  <a:schemeClr val="bg1"/>
                </a:solidFill>
              </a:rPr>
              <a:t>Wellbeing Index</a:t>
            </a:r>
          </a:p>
          <a:p>
            <a:pPr algn="ctr">
              <a:spcAft>
                <a:spcPts val="400"/>
              </a:spcAft>
            </a:pPr>
            <a:r>
              <a:rPr lang="en-US" sz="1000" dirty="0">
                <a:solidFill>
                  <a:schemeClr val="bg1"/>
                </a:solidFill>
              </a:rPr>
              <a:t>Ibec</a:t>
            </a:r>
            <a:endParaRPr lang="en-IN" sz="1000" dirty="0">
              <a:solidFill>
                <a:schemeClr val="bg1"/>
              </a:solidFill>
            </a:endParaRPr>
          </a:p>
        </p:txBody>
      </p:sp>
      <p:sp>
        <p:nvSpPr>
          <p:cNvPr id="50" name="Rectangle 49">
            <a:extLst>
              <a:ext uri="{FF2B5EF4-FFF2-40B4-BE49-F238E27FC236}">
                <a16:creationId xmlns:a16="http://schemas.microsoft.com/office/drawing/2014/main" id="{89884AF1-2F0C-E51D-1D98-ED617FCCB2B0}"/>
              </a:ext>
            </a:extLst>
          </p:cNvPr>
          <p:cNvSpPr/>
          <p:nvPr/>
        </p:nvSpPr>
        <p:spPr>
          <a:xfrm>
            <a:off x="6945777" y="2990960"/>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2024</a:t>
            </a:r>
          </a:p>
          <a:p>
            <a:pPr algn="ctr">
              <a:spcAft>
                <a:spcPts val="400"/>
              </a:spcAft>
            </a:pPr>
            <a:r>
              <a:rPr lang="en-US" sz="1200" b="1" dirty="0">
                <a:solidFill>
                  <a:schemeClr val="bg1"/>
                </a:solidFill>
              </a:rPr>
              <a:t>Best Places to Work for People with Disabilities</a:t>
            </a:r>
          </a:p>
          <a:p>
            <a:pPr algn="ctr">
              <a:spcAft>
                <a:spcPts val="400"/>
              </a:spcAft>
            </a:pPr>
            <a:r>
              <a:rPr lang="en-US" sz="1000" dirty="0">
                <a:solidFill>
                  <a:schemeClr val="bg1"/>
                </a:solidFill>
              </a:rPr>
              <a:t>Disability Equality Index</a:t>
            </a:r>
            <a:endParaRPr lang="en-IN" sz="1000" dirty="0">
              <a:solidFill>
                <a:schemeClr val="bg1"/>
              </a:solidFill>
            </a:endParaRPr>
          </a:p>
        </p:txBody>
      </p:sp>
      <p:sp>
        <p:nvSpPr>
          <p:cNvPr id="51" name="Rectangle 50">
            <a:extLst>
              <a:ext uri="{FF2B5EF4-FFF2-40B4-BE49-F238E27FC236}">
                <a16:creationId xmlns:a16="http://schemas.microsoft.com/office/drawing/2014/main" id="{EEBFDD9A-C9F3-88DB-85E1-133E0B7765EF}"/>
              </a:ext>
            </a:extLst>
          </p:cNvPr>
          <p:cNvSpPr/>
          <p:nvPr/>
        </p:nvSpPr>
        <p:spPr>
          <a:xfrm>
            <a:off x="531211" y="4662707"/>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2024</a:t>
            </a:r>
          </a:p>
          <a:p>
            <a:pPr algn="ctr">
              <a:spcAft>
                <a:spcPts val="400"/>
              </a:spcAft>
            </a:pPr>
            <a:r>
              <a:rPr lang="en-US" sz="1200" b="1" dirty="0">
                <a:solidFill>
                  <a:schemeClr val="bg1"/>
                </a:solidFill>
              </a:rPr>
              <a:t>Bronze</a:t>
            </a:r>
          </a:p>
          <a:p>
            <a:pPr algn="ctr">
              <a:spcAft>
                <a:spcPts val="400"/>
              </a:spcAft>
            </a:pPr>
            <a:r>
              <a:rPr lang="en-US" sz="1000" dirty="0">
                <a:solidFill>
                  <a:schemeClr val="bg1"/>
                </a:solidFill>
              </a:rPr>
              <a:t>Anthem Awards</a:t>
            </a:r>
            <a:endParaRPr lang="en-IN" sz="1000" dirty="0">
              <a:solidFill>
                <a:schemeClr val="bg1"/>
              </a:solidFill>
            </a:endParaRPr>
          </a:p>
        </p:txBody>
      </p:sp>
      <p:sp>
        <p:nvSpPr>
          <p:cNvPr id="52" name="Rectangle 51">
            <a:extLst>
              <a:ext uri="{FF2B5EF4-FFF2-40B4-BE49-F238E27FC236}">
                <a16:creationId xmlns:a16="http://schemas.microsoft.com/office/drawing/2014/main" id="{DC0A0FD4-D265-451C-1D3C-7A76D71A4EB9}"/>
              </a:ext>
            </a:extLst>
          </p:cNvPr>
          <p:cNvSpPr/>
          <p:nvPr/>
        </p:nvSpPr>
        <p:spPr>
          <a:xfrm>
            <a:off x="2669400" y="4662707"/>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2024</a:t>
            </a:r>
          </a:p>
          <a:p>
            <a:pPr algn="ctr">
              <a:spcAft>
                <a:spcPts val="400"/>
              </a:spcAft>
            </a:pPr>
            <a:r>
              <a:rPr lang="en-US" sz="1200" b="1" dirty="0">
                <a:solidFill>
                  <a:schemeClr val="bg1"/>
                </a:solidFill>
              </a:rPr>
              <a:t>Built In Best </a:t>
            </a:r>
            <a:br>
              <a:rPr lang="en-US" sz="1200" b="1" dirty="0">
                <a:solidFill>
                  <a:schemeClr val="bg1"/>
                </a:solidFill>
              </a:rPr>
            </a:br>
            <a:r>
              <a:rPr lang="en-US" sz="1200" b="1" dirty="0">
                <a:solidFill>
                  <a:schemeClr val="bg1"/>
                </a:solidFill>
              </a:rPr>
              <a:t>Places </a:t>
            </a:r>
            <a:br>
              <a:rPr lang="en-US" sz="1200" b="1" dirty="0">
                <a:solidFill>
                  <a:schemeClr val="bg1"/>
                </a:solidFill>
              </a:rPr>
            </a:br>
            <a:r>
              <a:rPr lang="en-US" sz="1200" b="1" dirty="0">
                <a:solidFill>
                  <a:schemeClr val="bg1"/>
                </a:solidFill>
              </a:rPr>
              <a:t>to work</a:t>
            </a:r>
          </a:p>
          <a:p>
            <a:pPr algn="ctr">
              <a:spcAft>
                <a:spcPts val="400"/>
              </a:spcAft>
            </a:pPr>
            <a:r>
              <a:rPr lang="en-US" sz="1000" dirty="0">
                <a:solidFill>
                  <a:schemeClr val="bg1"/>
                </a:solidFill>
              </a:rPr>
              <a:t>Built In</a:t>
            </a:r>
            <a:endParaRPr lang="en-IN" sz="1000" dirty="0">
              <a:solidFill>
                <a:schemeClr val="bg1"/>
              </a:solidFill>
            </a:endParaRPr>
          </a:p>
        </p:txBody>
      </p:sp>
      <p:sp>
        <p:nvSpPr>
          <p:cNvPr id="53" name="Rectangle 52">
            <a:extLst>
              <a:ext uri="{FF2B5EF4-FFF2-40B4-BE49-F238E27FC236}">
                <a16:creationId xmlns:a16="http://schemas.microsoft.com/office/drawing/2014/main" id="{DA938EA3-76B0-423E-F0D7-426FAB3F2FD3}"/>
              </a:ext>
            </a:extLst>
          </p:cNvPr>
          <p:cNvSpPr/>
          <p:nvPr/>
        </p:nvSpPr>
        <p:spPr>
          <a:xfrm>
            <a:off x="4807588" y="4662707"/>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2025</a:t>
            </a:r>
          </a:p>
          <a:p>
            <a:pPr algn="ctr">
              <a:spcAft>
                <a:spcPts val="400"/>
              </a:spcAft>
            </a:pPr>
            <a:r>
              <a:rPr lang="en-US" sz="1200" b="1" dirty="0">
                <a:solidFill>
                  <a:schemeClr val="bg1"/>
                </a:solidFill>
              </a:rPr>
              <a:t>Satellite Mobile Innovation Award</a:t>
            </a:r>
          </a:p>
          <a:p>
            <a:pPr algn="ctr">
              <a:spcAft>
                <a:spcPts val="400"/>
              </a:spcAft>
            </a:pPr>
            <a:r>
              <a:rPr lang="en-US" sz="1000" dirty="0">
                <a:solidFill>
                  <a:schemeClr val="bg1"/>
                </a:solidFill>
              </a:rPr>
              <a:t>Mobile Satellite Users Association</a:t>
            </a:r>
            <a:endParaRPr lang="en-IN" sz="1000" dirty="0">
              <a:solidFill>
                <a:schemeClr val="bg1"/>
              </a:solidFill>
            </a:endParaRPr>
          </a:p>
        </p:txBody>
      </p:sp>
      <p:sp>
        <p:nvSpPr>
          <p:cNvPr id="54" name="Rectangle 53">
            <a:extLst>
              <a:ext uri="{FF2B5EF4-FFF2-40B4-BE49-F238E27FC236}">
                <a16:creationId xmlns:a16="http://schemas.microsoft.com/office/drawing/2014/main" id="{3A340DE1-6868-AC0F-6B7F-24D19C24E978}"/>
              </a:ext>
            </a:extLst>
          </p:cNvPr>
          <p:cNvSpPr/>
          <p:nvPr/>
        </p:nvSpPr>
        <p:spPr>
          <a:xfrm>
            <a:off x="6945777" y="4662707"/>
            <a:ext cx="1921347" cy="1424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0000" tIns="36000" rIns="90000" bIns="36000" rtlCol="0" anchor="ctr"/>
          <a:lstStyle/>
          <a:p>
            <a:pPr algn="ctr">
              <a:spcAft>
                <a:spcPts val="400"/>
              </a:spcAft>
            </a:pPr>
            <a:r>
              <a:rPr lang="en-US" sz="1600" b="1" dirty="0">
                <a:solidFill>
                  <a:schemeClr val="bg1"/>
                </a:solidFill>
              </a:rPr>
              <a:t>2024</a:t>
            </a:r>
          </a:p>
          <a:p>
            <a:pPr algn="ctr">
              <a:spcAft>
                <a:spcPts val="400"/>
              </a:spcAft>
            </a:pPr>
            <a:r>
              <a:rPr lang="en-US" sz="1200" b="1" dirty="0">
                <a:solidFill>
                  <a:schemeClr val="bg1"/>
                </a:solidFill>
              </a:rPr>
              <a:t>Top 100 Defense Companies</a:t>
            </a:r>
          </a:p>
          <a:p>
            <a:pPr algn="ctr">
              <a:spcAft>
                <a:spcPts val="400"/>
              </a:spcAft>
            </a:pPr>
            <a:r>
              <a:rPr lang="en-US" sz="1000" dirty="0">
                <a:solidFill>
                  <a:schemeClr val="bg1"/>
                </a:solidFill>
              </a:rPr>
              <a:t>Defense News</a:t>
            </a:r>
            <a:endParaRPr lang="en-IN" sz="1000" dirty="0">
              <a:solidFill>
                <a:schemeClr val="bg1"/>
              </a:solidFill>
            </a:endParaRPr>
          </a:p>
        </p:txBody>
      </p:sp>
      <p:cxnSp>
        <p:nvCxnSpPr>
          <p:cNvPr id="28" name="Straight Connector 27">
            <a:extLst>
              <a:ext uri="{FF2B5EF4-FFF2-40B4-BE49-F238E27FC236}">
                <a16:creationId xmlns:a16="http://schemas.microsoft.com/office/drawing/2014/main" id="{F0B6B661-E355-948E-082F-306D82308D32}"/>
              </a:ext>
            </a:extLst>
          </p:cNvPr>
          <p:cNvCxnSpPr/>
          <p:nvPr/>
        </p:nvCxnSpPr>
        <p:spPr>
          <a:xfrm>
            <a:off x="2560978" y="1319213"/>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68283DF-FBEC-0BBC-4BC8-FB33542C99FB}"/>
              </a:ext>
            </a:extLst>
          </p:cNvPr>
          <p:cNvCxnSpPr/>
          <p:nvPr/>
        </p:nvCxnSpPr>
        <p:spPr>
          <a:xfrm>
            <a:off x="4699166" y="1319213"/>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C6D3CBD-2AF1-D69D-85FA-8861D2BF6DB6}"/>
              </a:ext>
            </a:extLst>
          </p:cNvPr>
          <p:cNvCxnSpPr/>
          <p:nvPr/>
        </p:nvCxnSpPr>
        <p:spPr>
          <a:xfrm>
            <a:off x="6837353" y="1319213"/>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A01FE38-F226-82E8-CBF0-9EF06882C510}"/>
              </a:ext>
            </a:extLst>
          </p:cNvPr>
          <p:cNvCxnSpPr/>
          <p:nvPr/>
        </p:nvCxnSpPr>
        <p:spPr>
          <a:xfrm>
            <a:off x="2560978" y="2990960"/>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7FCC732-3BC6-F02D-B301-D4598DA49761}"/>
              </a:ext>
            </a:extLst>
          </p:cNvPr>
          <p:cNvCxnSpPr/>
          <p:nvPr/>
        </p:nvCxnSpPr>
        <p:spPr>
          <a:xfrm>
            <a:off x="4699166" y="2990960"/>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3DD023-004D-F76C-D148-56425C6CE316}"/>
              </a:ext>
            </a:extLst>
          </p:cNvPr>
          <p:cNvCxnSpPr/>
          <p:nvPr/>
        </p:nvCxnSpPr>
        <p:spPr>
          <a:xfrm>
            <a:off x="6837353" y="2990960"/>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7AB6F0C-4A2E-11A1-FD90-8FE3DF8336EA}"/>
              </a:ext>
            </a:extLst>
          </p:cNvPr>
          <p:cNvCxnSpPr/>
          <p:nvPr/>
        </p:nvCxnSpPr>
        <p:spPr>
          <a:xfrm>
            <a:off x="2560978" y="4662707"/>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4052422-52A5-F25E-BFAD-0C70A8592EFD}"/>
              </a:ext>
            </a:extLst>
          </p:cNvPr>
          <p:cNvCxnSpPr/>
          <p:nvPr/>
        </p:nvCxnSpPr>
        <p:spPr>
          <a:xfrm>
            <a:off x="4699166" y="4662707"/>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C4BFE91-8CF3-C119-3C95-1807B1D4BF82}"/>
              </a:ext>
            </a:extLst>
          </p:cNvPr>
          <p:cNvCxnSpPr/>
          <p:nvPr/>
        </p:nvCxnSpPr>
        <p:spPr>
          <a:xfrm>
            <a:off x="6837353" y="4662707"/>
            <a:ext cx="0" cy="142458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1CA9DA0-4794-B709-D06B-99E6364F6277}"/>
              </a:ext>
            </a:extLst>
          </p:cNvPr>
          <p:cNvCxnSpPr/>
          <p:nvPr/>
        </p:nvCxnSpPr>
        <p:spPr>
          <a:xfrm>
            <a:off x="531211" y="2867379"/>
            <a:ext cx="192134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C82453B-2234-A29C-4156-AC78B7D30903}"/>
              </a:ext>
            </a:extLst>
          </p:cNvPr>
          <p:cNvCxnSpPr/>
          <p:nvPr/>
        </p:nvCxnSpPr>
        <p:spPr>
          <a:xfrm>
            <a:off x="2669399" y="2867379"/>
            <a:ext cx="192134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DF0AF85-E5CA-7034-882E-684BD11031E6}"/>
              </a:ext>
            </a:extLst>
          </p:cNvPr>
          <p:cNvCxnSpPr/>
          <p:nvPr/>
        </p:nvCxnSpPr>
        <p:spPr>
          <a:xfrm>
            <a:off x="4807586" y="2867379"/>
            <a:ext cx="192134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78424AF-CBE4-C698-5FD9-7BD3F36E0FB7}"/>
              </a:ext>
            </a:extLst>
          </p:cNvPr>
          <p:cNvCxnSpPr/>
          <p:nvPr/>
        </p:nvCxnSpPr>
        <p:spPr>
          <a:xfrm>
            <a:off x="6945777" y="2867379"/>
            <a:ext cx="192134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821EC091-7142-C0C4-4767-D52B3D8ADF9C}"/>
              </a:ext>
            </a:extLst>
          </p:cNvPr>
          <p:cNvGrpSpPr/>
          <p:nvPr/>
        </p:nvGrpSpPr>
        <p:grpSpPr>
          <a:xfrm>
            <a:off x="531211" y="4539126"/>
            <a:ext cx="8335912" cy="0"/>
            <a:chOff x="539051" y="4438123"/>
            <a:chExt cx="8725683" cy="0"/>
          </a:xfrm>
        </p:grpSpPr>
        <p:cxnSp>
          <p:nvCxnSpPr>
            <p:cNvPr id="42" name="Straight Connector 41">
              <a:extLst>
                <a:ext uri="{FF2B5EF4-FFF2-40B4-BE49-F238E27FC236}">
                  <a16:creationId xmlns:a16="http://schemas.microsoft.com/office/drawing/2014/main" id="{EA8F3E67-50E5-2323-CC66-952945338F22}"/>
                </a:ext>
              </a:extLst>
            </p:cNvPr>
            <p:cNvCxnSpPr/>
            <p:nvPr/>
          </p:nvCxnSpPr>
          <p:spPr>
            <a:xfrm>
              <a:off x="539051" y="4438123"/>
              <a:ext cx="201118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10541DF-AE95-D1C6-BA07-1AFA3FB436B7}"/>
                </a:ext>
              </a:extLst>
            </p:cNvPr>
            <p:cNvCxnSpPr/>
            <p:nvPr/>
          </p:nvCxnSpPr>
          <p:spPr>
            <a:xfrm>
              <a:off x="2777216" y="4438123"/>
              <a:ext cx="201118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6008FEE-C183-E771-C782-A3A681021C38}"/>
                </a:ext>
              </a:extLst>
            </p:cNvPr>
            <p:cNvCxnSpPr/>
            <p:nvPr/>
          </p:nvCxnSpPr>
          <p:spPr>
            <a:xfrm>
              <a:off x="5015381" y="4438123"/>
              <a:ext cx="201118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A35EAE7-4FC6-55EE-6D10-D918078FCE6A}"/>
                </a:ext>
              </a:extLst>
            </p:cNvPr>
            <p:cNvCxnSpPr/>
            <p:nvPr/>
          </p:nvCxnSpPr>
          <p:spPr>
            <a:xfrm>
              <a:off x="7253549" y="4438123"/>
              <a:ext cx="201118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8" name="Oval 57">
            <a:extLst>
              <a:ext uri="{FF2B5EF4-FFF2-40B4-BE49-F238E27FC236}">
                <a16:creationId xmlns:a16="http://schemas.microsoft.com/office/drawing/2014/main" id="{26F66E99-9B8C-8FBF-79AC-83D2D2AB8DB8}"/>
              </a:ext>
            </a:extLst>
          </p:cNvPr>
          <p:cNvSpPr/>
          <p:nvPr/>
        </p:nvSpPr>
        <p:spPr>
          <a:xfrm>
            <a:off x="2506894" y="2816979"/>
            <a:ext cx="101880" cy="100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9" name="Oval 58">
            <a:extLst>
              <a:ext uri="{FF2B5EF4-FFF2-40B4-BE49-F238E27FC236}">
                <a16:creationId xmlns:a16="http://schemas.microsoft.com/office/drawing/2014/main" id="{2396383F-FBB4-A832-3D98-DA4160470AC6}"/>
              </a:ext>
            </a:extLst>
          </p:cNvPr>
          <p:cNvSpPr/>
          <p:nvPr/>
        </p:nvSpPr>
        <p:spPr>
          <a:xfrm>
            <a:off x="4648226" y="2816979"/>
            <a:ext cx="101880" cy="100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Oval 59">
            <a:extLst>
              <a:ext uri="{FF2B5EF4-FFF2-40B4-BE49-F238E27FC236}">
                <a16:creationId xmlns:a16="http://schemas.microsoft.com/office/drawing/2014/main" id="{FC0419CB-F5ED-45AF-1283-2A149C6FB010}"/>
              </a:ext>
            </a:extLst>
          </p:cNvPr>
          <p:cNvSpPr/>
          <p:nvPr/>
        </p:nvSpPr>
        <p:spPr>
          <a:xfrm>
            <a:off x="6789557" y="2816979"/>
            <a:ext cx="101880" cy="100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60">
            <a:extLst>
              <a:ext uri="{FF2B5EF4-FFF2-40B4-BE49-F238E27FC236}">
                <a16:creationId xmlns:a16="http://schemas.microsoft.com/office/drawing/2014/main" id="{9CA4F243-3251-5AB6-A433-1A64E6052248}"/>
              </a:ext>
            </a:extLst>
          </p:cNvPr>
          <p:cNvSpPr/>
          <p:nvPr/>
        </p:nvSpPr>
        <p:spPr>
          <a:xfrm>
            <a:off x="2506894" y="4488726"/>
            <a:ext cx="101880" cy="100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Oval 61">
            <a:extLst>
              <a:ext uri="{FF2B5EF4-FFF2-40B4-BE49-F238E27FC236}">
                <a16:creationId xmlns:a16="http://schemas.microsoft.com/office/drawing/2014/main" id="{6B4E7719-A750-172D-C5D4-E0675F8062AB}"/>
              </a:ext>
            </a:extLst>
          </p:cNvPr>
          <p:cNvSpPr/>
          <p:nvPr/>
        </p:nvSpPr>
        <p:spPr>
          <a:xfrm>
            <a:off x="4648226" y="4488726"/>
            <a:ext cx="101880" cy="100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Oval 62">
            <a:extLst>
              <a:ext uri="{FF2B5EF4-FFF2-40B4-BE49-F238E27FC236}">
                <a16:creationId xmlns:a16="http://schemas.microsoft.com/office/drawing/2014/main" id="{87E3D067-3B22-FB0E-2EC1-F96711D69722}"/>
              </a:ext>
            </a:extLst>
          </p:cNvPr>
          <p:cNvSpPr/>
          <p:nvPr/>
        </p:nvSpPr>
        <p:spPr>
          <a:xfrm>
            <a:off x="6789557" y="4488726"/>
            <a:ext cx="101880" cy="100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Graphic 6">
            <a:extLst>
              <a:ext uri="{FF2B5EF4-FFF2-40B4-BE49-F238E27FC236}">
                <a16:creationId xmlns:a16="http://schemas.microsoft.com/office/drawing/2014/main" id="{9B918A7E-28F3-6627-7E8D-A3D0EB62A8FA}"/>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cxnSp>
        <p:nvCxnSpPr>
          <p:cNvPr id="81" name="Straight Connector 80">
            <a:extLst>
              <a:ext uri="{FF2B5EF4-FFF2-40B4-BE49-F238E27FC236}">
                <a16:creationId xmlns:a16="http://schemas.microsoft.com/office/drawing/2014/main" id="{57C3462E-A78E-7C11-D12B-3FB0A588AC41}"/>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0" name="Rectangle: Rounded Corners 79">
            <a:extLst>
              <a:ext uri="{FF2B5EF4-FFF2-40B4-BE49-F238E27FC236}">
                <a16:creationId xmlns:a16="http://schemas.microsoft.com/office/drawing/2014/main" id="{FE1787F0-D65E-D4E3-E1E6-60643872544E}"/>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2" name="Slide Number Placeholder 81">
            <a:extLst>
              <a:ext uri="{FF2B5EF4-FFF2-40B4-BE49-F238E27FC236}">
                <a16:creationId xmlns:a16="http://schemas.microsoft.com/office/drawing/2014/main" id="{00CF2DC5-B98A-C457-62EC-2FA34C6091C7}"/>
              </a:ext>
            </a:extLst>
          </p:cNvPr>
          <p:cNvSpPr>
            <a:spLocks noGrp="1"/>
          </p:cNvSpPr>
          <p:nvPr>
            <p:ph type="sldNum" sz="quarter" idx="4"/>
          </p:nvPr>
        </p:nvSpPr>
        <p:spPr/>
        <p:txBody>
          <a:bodyPr/>
          <a:lstStyle/>
          <a:p>
            <a:fld id="{8855CCE4-D0BE-4DED-8941-E3B093153CBB}" type="slidenum">
              <a:rPr lang="en-GB" smtClean="0"/>
              <a:pPr/>
              <a:t>13</a:t>
            </a:fld>
            <a:endParaRPr lang="en-GB" dirty="0"/>
          </a:p>
        </p:txBody>
      </p:sp>
    </p:spTree>
    <p:extLst>
      <p:ext uri="{BB962C8B-B14F-4D97-AF65-F5344CB8AC3E}">
        <p14:creationId xmlns:p14="http://schemas.microsoft.com/office/powerpoint/2010/main" val="563738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09ECA-FD82-3755-A302-90ED61E81D48}"/>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0A06E857-A383-9DA0-C684-312520E1784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0"/>
            <a:ext cx="12191999" cy="6858000"/>
          </a:xfrm>
          <a:prstGeom prst="rect">
            <a:avLst/>
          </a:prstGeom>
        </p:spPr>
      </p:pic>
      <p:sp>
        <p:nvSpPr>
          <p:cNvPr id="9" name="Freeform: Shape 8">
            <a:extLst>
              <a:ext uri="{FF2B5EF4-FFF2-40B4-BE49-F238E27FC236}">
                <a16:creationId xmlns:a16="http://schemas.microsoft.com/office/drawing/2014/main" id="{F92F6773-848B-A4A9-0201-230BF88757B2}"/>
              </a:ext>
            </a:extLst>
          </p:cNvPr>
          <p:cNvSpPr/>
          <p:nvPr/>
        </p:nvSpPr>
        <p:spPr>
          <a:xfrm>
            <a:off x="1" y="723645"/>
            <a:ext cx="7024914" cy="6131118"/>
          </a:xfrm>
          <a:custGeom>
            <a:avLst/>
            <a:gdLst>
              <a:gd name="connsiteX0" fmla="*/ 0 w 7024914"/>
              <a:gd name="connsiteY0" fmla="*/ 0 h 6131118"/>
              <a:gd name="connsiteX1" fmla="*/ 5825949 w 7024914"/>
              <a:gd name="connsiteY1" fmla="*/ 1657237 h 6131118"/>
              <a:gd name="connsiteX2" fmla="*/ 5825955 w 7024914"/>
              <a:gd name="connsiteY2" fmla="*/ 1657239 h 6131118"/>
              <a:gd name="connsiteX3" fmla="*/ 6232411 w 7024914"/>
              <a:gd name="connsiteY3" fmla="*/ 1772858 h 6131118"/>
              <a:gd name="connsiteX4" fmla="*/ 6983019 w 7024914"/>
              <a:gd name="connsiteY4" fmla="*/ 3120262 h 6131118"/>
              <a:gd name="connsiteX5" fmla="*/ 6126558 w 7024914"/>
              <a:gd name="connsiteY5" fmla="*/ 6131118 h 6131118"/>
              <a:gd name="connsiteX6" fmla="*/ 0 w 7024914"/>
              <a:gd name="connsiteY6" fmla="*/ 6131118 h 613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24914" h="6131118">
                <a:moveTo>
                  <a:pt x="0" y="0"/>
                </a:moveTo>
                <a:lnTo>
                  <a:pt x="5825949" y="1657237"/>
                </a:lnTo>
                <a:lnTo>
                  <a:pt x="5825955" y="1657239"/>
                </a:lnTo>
                <a:lnTo>
                  <a:pt x="6232411" y="1772858"/>
                </a:lnTo>
                <a:cubicBezTo>
                  <a:pt x="6811760" y="1937659"/>
                  <a:pt x="7147819" y="2540913"/>
                  <a:pt x="6983019" y="3120262"/>
                </a:cubicBezTo>
                <a:lnTo>
                  <a:pt x="6126558" y="6131118"/>
                </a:lnTo>
                <a:lnTo>
                  <a:pt x="0" y="6131118"/>
                </a:lnTo>
                <a:close/>
              </a:path>
            </a:pathLst>
          </a:cu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5" name="Freeform: Shape 4">
            <a:extLst>
              <a:ext uri="{FF2B5EF4-FFF2-40B4-BE49-F238E27FC236}">
                <a16:creationId xmlns:a16="http://schemas.microsoft.com/office/drawing/2014/main" id="{792C4E7E-D2F2-B126-FBD3-C29CDDEA8378}"/>
              </a:ext>
            </a:extLst>
          </p:cNvPr>
          <p:cNvSpPr/>
          <p:nvPr/>
        </p:nvSpPr>
        <p:spPr>
          <a:xfrm>
            <a:off x="-5953" y="0"/>
            <a:ext cx="12197953" cy="6840141"/>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6125638 w 12192000"/>
              <a:gd name="connsiteY3" fmla="*/ 6858000 h 6858000"/>
              <a:gd name="connsiteX4" fmla="*/ 6983020 w 12192000"/>
              <a:gd name="connsiteY4" fmla="*/ 3843906 h 6858000"/>
              <a:gd name="connsiteX5" fmla="*/ 6232412 w 12192000"/>
              <a:gd name="connsiteY5" fmla="*/ 2496502 h 6858000"/>
              <a:gd name="connsiteX6" fmla="*/ 5825949 w 12192000"/>
              <a:gd name="connsiteY6" fmla="*/ 2380881 h 6858000"/>
              <a:gd name="connsiteX7" fmla="*/ 5825933 w 12192000"/>
              <a:gd name="connsiteY7" fmla="*/ 2380875 h 6858000"/>
              <a:gd name="connsiteX8" fmla="*/ 0 w 12192000"/>
              <a:gd name="connsiteY8" fmla="*/ 723643 h 6858000"/>
              <a:gd name="connsiteX9" fmla="*/ 0 w 1219200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6125638" y="6858000"/>
                </a:lnTo>
                <a:lnTo>
                  <a:pt x="6983020" y="3843906"/>
                </a:lnTo>
                <a:cubicBezTo>
                  <a:pt x="7147820" y="3264557"/>
                  <a:pt x="6811761" y="2661303"/>
                  <a:pt x="6232412" y="2496502"/>
                </a:cubicBezTo>
                <a:lnTo>
                  <a:pt x="5825949" y="2380881"/>
                </a:lnTo>
                <a:lnTo>
                  <a:pt x="5825933" y="2380875"/>
                </a:lnTo>
                <a:lnTo>
                  <a:pt x="0" y="723643"/>
                </a:lnTo>
                <a:lnTo>
                  <a:pt x="0" y="0"/>
                </a:lnTo>
                <a:close/>
              </a:path>
            </a:pathLst>
          </a:cu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 name="Title 1">
            <a:extLst>
              <a:ext uri="{FF2B5EF4-FFF2-40B4-BE49-F238E27FC236}">
                <a16:creationId xmlns:a16="http://schemas.microsoft.com/office/drawing/2014/main" id="{855A70FA-19F8-B0C1-E4BA-571DB1D9C46C}"/>
              </a:ext>
            </a:extLst>
          </p:cNvPr>
          <p:cNvSpPr>
            <a:spLocks noGrp="1"/>
          </p:cNvSpPr>
          <p:nvPr>
            <p:ph type="title"/>
          </p:nvPr>
        </p:nvSpPr>
        <p:spPr>
          <a:xfrm>
            <a:off x="381000" y="351388"/>
            <a:ext cx="9032631" cy="457282"/>
          </a:xfrm>
        </p:spPr>
        <p:txBody>
          <a:bodyPr/>
          <a:lstStyle/>
          <a:p>
            <a:r>
              <a:rPr lang="en-IN" dirty="0"/>
              <a:t>Lorem Ipsum</a:t>
            </a:r>
          </a:p>
        </p:txBody>
      </p:sp>
      <p:sp>
        <p:nvSpPr>
          <p:cNvPr id="37" name="TextBox 36">
            <a:extLst>
              <a:ext uri="{FF2B5EF4-FFF2-40B4-BE49-F238E27FC236}">
                <a16:creationId xmlns:a16="http://schemas.microsoft.com/office/drawing/2014/main" id="{11C22768-220D-FE1F-729C-9A7344D01119}"/>
              </a:ext>
            </a:extLst>
          </p:cNvPr>
          <p:cNvSpPr txBox="1"/>
          <p:nvPr/>
        </p:nvSpPr>
        <p:spPr>
          <a:xfrm>
            <a:off x="380999" y="2572884"/>
            <a:ext cx="5773058" cy="3354765"/>
          </a:xfrm>
          <a:prstGeom prst="rect">
            <a:avLst/>
          </a:prstGeom>
          <a:noFill/>
        </p:spPr>
        <p:txBody>
          <a:bodyPr wrap="square" lIns="0" tIns="0" rIns="0" bIns="0">
            <a:spAutoFit/>
          </a:bodyPr>
          <a:lstStyle/>
          <a:p>
            <a:pPr>
              <a:spcBef>
                <a:spcPts val="1200"/>
              </a:spcBef>
            </a:pPr>
            <a:r>
              <a:rPr lang="en-US" sz="1600" dirty="0"/>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600" dirty="0" err="1"/>
              <a:t>popularised</a:t>
            </a:r>
            <a:r>
              <a:rPr lang="en-US" sz="1600" dirty="0"/>
              <a:t> in the 1960s with the release of Letraset sheets containing Lorem Ipsum passages, and more recently with desktop publishing software like Aldus PageMaker including versions of Lorem Ipsum.</a:t>
            </a:r>
          </a:p>
          <a:p>
            <a:pPr>
              <a:spcBef>
                <a:spcPts val="1200"/>
              </a:spcBef>
            </a:pPr>
            <a:r>
              <a:rPr lang="en-US" sz="1600" dirty="0"/>
              <a:t>Lorem Ipsum is simply dummy text of the printing and typesetting industry. Lorem Ipsum has been the industry's standard dummy text ever since the 1500s, when an unknown printer took a galley of type and scrambled it to make a type specimen book.</a:t>
            </a:r>
          </a:p>
        </p:txBody>
      </p:sp>
      <p:grpSp>
        <p:nvGrpSpPr>
          <p:cNvPr id="38" name="Group 4">
            <a:extLst>
              <a:ext uri="{FF2B5EF4-FFF2-40B4-BE49-F238E27FC236}">
                <a16:creationId xmlns:a16="http://schemas.microsoft.com/office/drawing/2014/main" id="{B920E9C0-45F9-97EA-B218-F4F14A72A4F9}"/>
              </a:ext>
            </a:extLst>
          </p:cNvPr>
          <p:cNvGrpSpPr>
            <a:grpSpLocks noChangeAspect="1"/>
          </p:cNvGrpSpPr>
          <p:nvPr/>
        </p:nvGrpSpPr>
        <p:grpSpPr bwMode="auto">
          <a:xfrm>
            <a:off x="384174" y="1497885"/>
            <a:ext cx="904097" cy="900600"/>
            <a:chOff x="242" y="829"/>
            <a:chExt cx="517" cy="515"/>
          </a:xfrm>
        </p:grpSpPr>
        <p:sp>
          <p:nvSpPr>
            <p:cNvPr id="40" name="Freeform 5">
              <a:extLst>
                <a:ext uri="{FF2B5EF4-FFF2-40B4-BE49-F238E27FC236}">
                  <a16:creationId xmlns:a16="http://schemas.microsoft.com/office/drawing/2014/main" id="{B73F1EE7-5DA9-E496-578D-63CAF66A37F2}"/>
                </a:ext>
              </a:extLst>
            </p:cNvPr>
            <p:cNvSpPr>
              <a:spLocks/>
            </p:cNvSpPr>
            <p:nvPr/>
          </p:nvSpPr>
          <p:spPr bwMode="auto">
            <a:xfrm>
              <a:off x="359" y="944"/>
              <a:ext cx="284" cy="283"/>
            </a:xfrm>
            <a:custGeom>
              <a:avLst/>
              <a:gdLst>
                <a:gd name="T0" fmla="*/ 252 w 254"/>
                <a:gd name="T1" fmla="*/ 131 h 253"/>
                <a:gd name="T2" fmla="*/ 215 w 254"/>
                <a:gd name="T3" fmla="*/ 216 h 253"/>
                <a:gd name="T4" fmla="*/ 123 w 254"/>
                <a:gd name="T5" fmla="*/ 252 h 253"/>
                <a:gd name="T6" fmla="*/ 2 w 254"/>
                <a:gd name="T7" fmla="*/ 123 h 253"/>
                <a:gd name="T8" fmla="*/ 7 w 254"/>
                <a:gd name="T9" fmla="*/ 91 h 253"/>
                <a:gd name="T10" fmla="*/ 7 w 254"/>
                <a:gd name="T11" fmla="*/ 90 h 253"/>
                <a:gd name="T12" fmla="*/ 131 w 254"/>
                <a:gd name="T13" fmla="*/ 2 h 253"/>
                <a:gd name="T14" fmla="*/ 252 w 254"/>
                <a:gd name="T15" fmla="*/ 131 h 2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4" h="253">
                  <a:moveTo>
                    <a:pt x="252" y="131"/>
                  </a:moveTo>
                  <a:cubicBezTo>
                    <a:pt x="251" y="164"/>
                    <a:pt x="237" y="194"/>
                    <a:pt x="215" y="216"/>
                  </a:cubicBezTo>
                  <a:cubicBezTo>
                    <a:pt x="192" y="239"/>
                    <a:pt x="159" y="253"/>
                    <a:pt x="123" y="252"/>
                  </a:cubicBezTo>
                  <a:cubicBezTo>
                    <a:pt x="54" y="250"/>
                    <a:pt x="0" y="192"/>
                    <a:pt x="2" y="123"/>
                  </a:cubicBezTo>
                  <a:cubicBezTo>
                    <a:pt x="2" y="112"/>
                    <a:pt x="4" y="101"/>
                    <a:pt x="7" y="91"/>
                  </a:cubicBezTo>
                  <a:cubicBezTo>
                    <a:pt x="7" y="91"/>
                    <a:pt x="7" y="90"/>
                    <a:pt x="7" y="90"/>
                  </a:cubicBezTo>
                  <a:cubicBezTo>
                    <a:pt x="24" y="38"/>
                    <a:pt x="73" y="0"/>
                    <a:pt x="131" y="2"/>
                  </a:cubicBezTo>
                  <a:cubicBezTo>
                    <a:pt x="200" y="4"/>
                    <a:pt x="254" y="62"/>
                    <a:pt x="252" y="131"/>
                  </a:cubicBezTo>
                  <a:close/>
                </a:path>
              </a:pathLst>
            </a:custGeom>
            <a:noFill/>
            <a:ln w="158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1" name="Freeform 6">
              <a:extLst>
                <a:ext uri="{FF2B5EF4-FFF2-40B4-BE49-F238E27FC236}">
                  <a16:creationId xmlns:a16="http://schemas.microsoft.com/office/drawing/2014/main" id="{AB2FA8BB-7C0E-8DB8-2BED-CD25454841AA}"/>
                </a:ext>
              </a:extLst>
            </p:cNvPr>
            <p:cNvSpPr>
              <a:spLocks/>
            </p:cNvSpPr>
            <p:nvPr/>
          </p:nvSpPr>
          <p:spPr bwMode="auto">
            <a:xfrm>
              <a:off x="242" y="829"/>
              <a:ext cx="517" cy="515"/>
            </a:xfrm>
            <a:custGeom>
              <a:avLst/>
              <a:gdLst>
                <a:gd name="T0" fmla="*/ 68 w 461"/>
                <a:gd name="T1" fmla="*/ 180 h 459"/>
                <a:gd name="T2" fmla="*/ 70 w 461"/>
                <a:gd name="T3" fmla="*/ 173 h 459"/>
                <a:gd name="T4" fmla="*/ 83 w 461"/>
                <a:gd name="T5" fmla="*/ 147 h 459"/>
                <a:gd name="T6" fmla="*/ 87 w 461"/>
                <a:gd name="T7" fmla="*/ 140 h 459"/>
                <a:gd name="T8" fmla="*/ 82 w 461"/>
                <a:gd name="T9" fmla="*/ 134 h 459"/>
                <a:gd name="T10" fmla="*/ 50 w 461"/>
                <a:gd name="T11" fmla="*/ 89 h 459"/>
                <a:gd name="T12" fmla="*/ 81 w 461"/>
                <a:gd name="T13" fmla="*/ 58 h 459"/>
                <a:gd name="T14" fmla="*/ 104 w 461"/>
                <a:gd name="T15" fmla="*/ 40 h 459"/>
                <a:gd name="T16" fmla="*/ 151 w 461"/>
                <a:gd name="T17" fmla="*/ 80 h 459"/>
                <a:gd name="T18" fmla="*/ 158 w 461"/>
                <a:gd name="T19" fmla="*/ 76 h 459"/>
                <a:gd name="T20" fmla="*/ 186 w 461"/>
                <a:gd name="T21" fmla="*/ 65 h 459"/>
                <a:gd name="T22" fmla="*/ 193 w 461"/>
                <a:gd name="T23" fmla="*/ 63 h 459"/>
                <a:gd name="T24" fmla="*/ 194 w 461"/>
                <a:gd name="T25" fmla="*/ 56 h 459"/>
                <a:gd name="T26" fmla="*/ 204 w 461"/>
                <a:gd name="T27" fmla="*/ 0 h 459"/>
                <a:gd name="T28" fmla="*/ 273 w 461"/>
                <a:gd name="T29" fmla="*/ 1 h 459"/>
                <a:gd name="T30" fmla="*/ 281 w 461"/>
                <a:gd name="T31" fmla="*/ 66 h 459"/>
                <a:gd name="T32" fmla="*/ 288 w 461"/>
                <a:gd name="T33" fmla="*/ 69 h 459"/>
                <a:gd name="T34" fmla="*/ 314 w 461"/>
                <a:gd name="T35" fmla="*/ 80 h 459"/>
                <a:gd name="T36" fmla="*/ 321 w 461"/>
                <a:gd name="T37" fmla="*/ 84 h 459"/>
                <a:gd name="T38" fmla="*/ 373 w 461"/>
                <a:gd name="T39" fmla="*/ 47 h 459"/>
                <a:gd name="T40" fmla="*/ 421 w 461"/>
                <a:gd name="T41" fmla="*/ 101 h 459"/>
                <a:gd name="T42" fmla="*/ 405 w 461"/>
                <a:gd name="T43" fmla="*/ 121 h 459"/>
                <a:gd name="T44" fmla="*/ 387 w 461"/>
                <a:gd name="T45" fmla="*/ 142 h 459"/>
                <a:gd name="T46" fmla="*/ 382 w 461"/>
                <a:gd name="T47" fmla="*/ 148 h 459"/>
                <a:gd name="T48" fmla="*/ 385 w 461"/>
                <a:gd name="T49" fmla="*/ 155 h 459"/>
                <a:gd name="T50" fmla="*/ 396 w 461"/>
                <a:gd name="T51" fmla="*/ 185 h 459"/>
                <a:gd name="T52" fmla="*/ 398 w 461"/>
                <a:gd name="T53" fmla="*/ 192 h 459"/>
                <a:gd name="T54" fmla="*/ 461 w 461"/>
                <a:gd name="T55" fmla="*/ 203 h 459"/>
                <a:gd name="T56" fmla="*/ 460 w 461"/>
                <a:gd name="T57" fmla="*/ 272 h 459"/>
                <a:gd name="T58" fmla="*/ 395 w 461"/>
                <a:gd name="T59" fmla="*/ 280 h 459"/>
                <a:gd name="T60" fmla="*/ 393 w 461"/>
                <a:gd name="T61" fmla="*/ 286 h 459"/>
                <a:gd name="T62" fmla="*/ 380 w 461"/>
                <a:gd name="T63" fmla="*/ 313 h 459"/>
                <a:gd name="T64" fmla="*/ 376 w 461"/>
                <a:gd name="T65" fmla="*/ 319 h 459"/>
                <a:gd name="T66" fmla="*/ 381 w 461"/>
                <a:gd name="T67" fmla="*/ 325 h 459"/>
                <a:gd name="T68" fmla="*/ 413 w 461"/>
                <a:gd name="T69" fmla="*/ 370 h 459"/>
                <a:gd name="T70" fmla="*/ 382 w 461"/>
                <a:gd name="T71" fmla="*/ 401 h 459"/>
                <a:gd name="T72" fmla="*/ 359 w 461"/>
                <a:gd name="T73" fmla="*/ 419 h 459"/>
                <a:gd name="T74" fmla="*/ 311 w 461"/>
                <a:gd name="T75" fmla="*/ 379 h 459"/>
                <a:gd name="T76" fmla="*/ 304 w 461"/>
                <a:gd name="T77" fmla="*/ 382 h 459"/>
                <a:gd name="T78" fmla="*/ 277 w 461"/>
                <a:gd name="T79" fmla="*/ 393 h 459"/>
                <a:gd name="T80" fmla="*/ 269 w 461"/>
                <a:gd name="T81" fmla="*/ 395 h 459"/>
                <a:gd name="T82" fmla="*/ 268 w 461"/>
                <a:gd name="T83" fmla="*/ 402 h 459"/>
                <a:gd name="T84" fmla="*/ 259 w 461"/>
                <a:gd name="T85" fmla="*/ 459 h 459"/>
                <a:gd name="T86" fmla="*/ 258 w 461"/>
                <a:gd name="T87" fmla="*/ 459 h 459"/>
                <a:gd name="T88" fmla="*/ 189 w 461"/>
                <a:gd name="T89" fmla="*/ 457 h 459"/>
                <a:gd name="T90" fmla="*/ 181 w 461"/>
                <a:gd name="T91" fmla="*/ 392 h 459"/>
                <a:gd name="T92" fmla="*/ 174 w 461"/>
                <a:gd name="T93" fmla="*/ 390 h 459"/>
                <a:gd name="T94" fmla="*/ 148 w 461"/>
                <a:gd name="T95" fmla="*/ 378 h 459"/>
                <a:gd name="T96" fmla="*/ 142 w 461"/>
                <a:gd name="T97" fmla="*/ 376 h 459"/>
                <a:gd name="T98" fmla="*/ 90 w 461"/>
                <a:gd name="T99" fmla="*/ 413 h 459"/>
                <a:gd name="T100" fmla="*/ 42 w 461"/>
                <a:gd name="T101" fmla="*/ 360 h 459"/>
                <a:gd name="T102" fmla="*/ 58 w 461"/>
                <a:gd name="T103" fmla="*/ 340 h 459"/>
                <a:gd name="T104" fmla="*/ 76 w 461"/>
                <a:gd name="T105" fmla="*/ 318 h 459"/>
                <a:gd name="T106" fmla="*/ 81 w 461"/>
                <a:gd name="T107" fmla="*/ 312 h 459"/>
                <a:gd name="T108" fmla="*/ 78 w 461"/>
                <a:gd name="T109" fmla="*/ 305 h 459"/>
                <a:gd name="T110" fmla="*/ 66 w 461"/>
                <a:gd name="T111" fmla="*/ 277 h 459"/>
                <a:gd name="T112" fmla="*/ 64 w 461"/>
                <a:gd name="T113" fmla="*/ 269 h 459"/>
                <a:gd name="T114" fmla="*/ 0 w 461"/>
                <a:gd name="T115" fmla="*/ 258 h 459"/>
                <a:gd name="T116" fmla="*/ 1 w 461"/>
                <a:gd name="T117" fmla="*/ 189 h 459"/>
                <a:gd name="T118" fmla="*/ 68 w 461"/>
                <a:gd name="T119" fmla="*/ 18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61" h="459">
                  <a:moveTo>
                    <a:pt x="68" y="180"/>
                  </a:moveTo>
                  <a:cubicBezTo>
                    <a:pt x="70" y="173"/>
                    <a:pt x="70" y="173"/>
                    <a:pt x="70" y="173"/>
                  </a:cubicBezTo>
                  <a:cubicBezTo>
                    <a:pt x="74" y="164"/>
                    <a:pt x="77" y="156"/>
                    <a:pt x="83" y="147"/>
                  </a:cubicBezTo>
                  <a:cubicBezTo>
                    <a:pt x="87" y="140"/>
                    <a:pt x="87" y="140"/>
                    <a:pt x="87" y="140"/>
                  </a:cubicBezTo>
                  <a:cubicBezTo>
                    <a:pt x="82" y="134"/>
                    <a:pt x="82" y="134"/>
                    <a:pt x="82" y="134"/>
                  </a:cubicBezTo>
                  <a:cubicBezTo>
                    <a:pt x="74" y="122"/>
                    <a:pt x="63" y="107"/>
                    <a:pt x="50" y="89"/>
                  </a:cubicBezTo>
                  <a:cubicBezTo>
                    <a:pt x="56" y="82"/>
                    <a:pt x="66" y="72"/>
                    <a:pt x="81" y="58"/>
                  </a:cubicBezTo>
                  <a:cubicBezTo>
                    <a:pt x="98" y="41"/>
                    <a:pt x="104" y="39"/>
                    <a:pt x="104" y="40"/>
                  </a:cubicBezTo>
                  <a:cubicBezTo>
                    <a:pt x="151" y="80"/>
                    <a:pt x="151" y="80"/>
                    <a:pt x="151" y="80"/>
                  </a:cubicBezTo>
                  <a:cubicBezTo>
                    <a:pt x="158" y="76"/>
                    <a:pt x="158" y="76"/>
                    <a:pt x="158" y="76"/>
                  </a:cubicBezTo>
                  <a:cubicBezTo>
                    <a:pt x="167" y="72"/>
                    <a:pt x="176" y="68"/>
                    <a:pt x="186" y="65"/>
                  </a:cubicBezTo>
                  <a:cubicBezTo>
                    <a:pt x="193" y="63"/>
                    <a:pt x="193" y="63"/>
                    <a:pt x="193" y="63"/>
                  </a:cubicBezTo>
                  <a:cubicBezTo>
                    <a:pt x="194" y="56"/>
                    <a:pt x="194" y="56"/>
                    <a:pt x="194" y="56"/>
                  </a:cubicBezTo>
                  <a:cubicBezTo>
                    <a:pt x="198" y="28"/>
                    <a:pt x="202" y="9"/>
                    <a:pt x="204" y="0"/>
                  </a:cubicBezTo>
                  <a:cubicBezTo>
                    <a:pt x="273" y="1"/>
                    <a:pt x="273" y="1"/>
                    <a:pt x="273" y="1"/>
                  </a:cubicBezTo>
                  <a:cubicBezTo>
                    <a:pt x="281" y="66"/>
                    <a:pt x="281" y="66"/>
                    <a:pt x="281" y="66"/>
                  </a:cubicBezTo>
                  <a:cubicBezTo>
                    <a:pt x="288" y="69"/>
                    <a:pt x="288" y="69"/>
                    <a:pt x="288" y="69"/>
                  </a:cubicBezTo>
                  <a:cubicBezTo>
                    <a:pt x="298" y="72"/>
                    <a:pt x="306" y="76"/>
                    <a:pt x="314" y="80"/>
                  </a:cubicBezTo>
                  <a:cubicBezTo>
                    <a:pt x="321" y="84"/>
                    <a:pt x="321" y="84"/>
                    <a:pt x="321" y="84"/>
                  </a:cubicBezTo>
                  <a:cubicBezTo>
                    <a:pt x="373" y="47"/>
                    <a:pt x="373" y="47"/>
                    <a:pt x="373" y="47"/>
                  </a:cubicBezTo>
                  <a:cubicBezTo>
                    <a:pt x="398" y="72"/>
                    <a:pt x="414" y="90"/>
                    <a:pt x="421" y="101"/>
                  </a:cubicBezTo>
                  <a:cubicBezTo>
                    <a:pt x="418" y="105"/>
                    <a:pt x="412" y="112"/>
                    <a:pt x="405" y="121"/>
                  </a:cubicBezTo>
                  <a:cubicBezTo>
                    <a:pt x="397" y="130"/>
                    <a:pt x="391" y="137"/>
                    <a:pt x="387" y="142"/>
                  </a:cubicBezTo>
                  <a:cubicBezTo>
                    <a:pt x="382" y="148"/>
                    <a:pt x="382" y="148"/>
                    <a:pt x="382" y="148"/>
                  </a:cubicBezTo>
                  <a:cubicBezTo>
                    <a:pt x="385" y="155"/>
                    <a:pt x="385" y="155"/>
                    <a:pt x="385" y="155"/>
                  </a:cubicBezTo>
                  <a:cubicBezTo>
                    <a:pt x="390" y="165"/>
                    <a:pt x="393" y="175"/>
                    <a:pt x="396" y="185"/>
                  </a:cubicBezTo>
                  <a:cubicBezTo>
                    <a:pt x="398" y="192"/>
                    <a:pt x="398" y="192"/>
                    <a:pt x="398" y="192"/>
                  </a:cubicBezTo>
                  <a:cubicBezTo>
                    <a:pt x="461" y="203"/>
                    <a:pt x="461" y="203"/>
                    <a:pt x="461" y="203"/>
                  </a:cubicBezTo>
                  <a:cubicBezTo>
                    <a:pt x="460" y="272"/>
                    <a:pt x="460" y="272"/>
                    <a:pt x="460" y="272"/>
                  </a:cubicBezTo>
                  <a:cubicBezTo>
                    <a:pt x="395" y="280"/>
                    <a:pt x="395" y="280"/>
                    <a:pt x="395" y="280"/>
                  </a:cubicBezTo>
                  <a:cubicBezTo>
                    <a:pt x="393" y="286"/>
                    <a:pt x="393" y="286"/>
                    <a:pt x="393" y="286"/>
                  </a:cubicBezTo>
                  <a:cubicBezTo>
                    <a:pt x="388" y="297"/>
                    <a:pt x="384" y="306"/>
                    <a:pt x="380" y="313"/>
                  </a:cubicBezTo>
                  <a:cubicBezTo>
                    <a:pt x="376" y="319"/>
                    <a:pt x="376" y="319"/>
                    <a:pt x="376" y="319"/>
                  </a:cubicBezTo>
                  <a:cubicBezTo>
                    <a:pt x="381" y="325"/>
                    <a:pt x="381" y="325"/>
                    <a:pt x="381" y="325"/>
                  </a:cubicBezTo>
                  <a:cubicBezTo>
                    <a:pt x="388" y="336"/>
                    <a:pt x="398" y="351"/>
                    <a:pt x="413" y="370"/>
                  </a:cubicBezTo>
                  <a:cubicBezTo>
                    <a:pt x="407" y="377"/>
                    <a:pt x="397" y="388"/>
                    <a:pt x="382" y="401"/>
                  </a:cubicBezTo>
                  <a:cubicBezTo>
                    <a:pt x="365" y="418"/>
                    <a:pt x="359" y="419"/>
                    <a:pt x="359" y="419"/>
                  </a:cubicBezTo>
                  <a:cubicBezTo>
                    <a:pt x="311" y="379"/>
                    <a:pt x="311" y="379"/>
                    <a:pt x="311" y="379"/>
                  </a:cubicBezTo>
                  <a:cubicBezTo>
                    <a:pt x="304" y="382"/>
                    <a:pt x="304" y="382"/>
                    <a:pt x="304" y="382"/>
                  </a:cubicBezTo>
                  <a:cubicBezTo>
                    <a:pt x="295" y="386"/>
                    <a:pt x="286" y="390"/>
                    <a:pt x="277" y="393"/>
                  </a:cubicBezTo>
                  <a:cubicBezTo>
                    <a:pt x="269" y="395"/>
                    <a:pt x="269" y="395"/>
                    <a:pt x="269" y="395"/>
                  </a:cubicBezTo>
                  <a:cubicBezTo>
                    <a:pt x="268" y="402"/>
                    <a:pt x="268" y="402"/>
                    <a:pt x="268" y="402"/>
                  </a:cubicBezTo>
                  <a:cubicBezTo>
                    <a:pt x="264" y="430"/>
                    <a:pt x="260" y="449"/>
                    <a:pt x="259" y="459"/>
                  </a:cubicBezTo>
                  <a:cubicBezTo>
                    <a:pt x="258" y="459"/>
                    <a:pt x="258" y="459"/>
                    <a:pt x="258" y="459"/>
                  </a:cubicBezTo>
                  <a:cubicBezTo>
                    <a:pt x="189" y="457"/>
                    <a:pt x="189" y="457"/>
                    <a:pt x="189" y="457"/>
                  </a:cubicBezTo>
                  <a:cubicBezTo>
                    <a:pt x="181" y="392"/>
                    <a:pt x="181" y="392"/>
                    <a:pt x="181" y="392"/>
                  </a:cubicBezTo>
                  <a:cubicBezTo>
                    <a:pt x="174" y="390"/>
                    <a:pt x="174" y="390"/>
                    <a:pt x="174" y="390"/>
                  </a:cubicBezTo>
                  <a:cubicBezTo>
                    <a:pt x="165" y="386"/>
                    <a:pt x="156" y="382"/>
                    <a:pt x="148" y="378"/>
                  </a:cubicBezTo>
                  <a:cubicBezTo>
                    <a:pt x="142" y="376"/>
                    <a:pt x="142" y="376"/>
                    <a:pt x="142" y="376"/>
                  </a:cubicBezTo>
                  <a:cubicBezTo>
                    <a:pt x="90" y="413"/>
                    <a:pt x="90" y="413"/>
                    <a:pt x="90" y="413"/>
                  </a:cubicBezTo>
                  <a:cubicBezTo>
                    <a:pt x="66" y="389"/>
                    <a:pt x="49" y="371"/>
                    <a:pt x="42" y="360"/>
                  </a:cubicBezTo>
                  <a:cubicBezTo>
                    <a:pt x="45" y="356"/>
                    <a:pt x="51" y="349"/>
                    <a:pt x="58" y="340"/>
                  </a:cubicBezTo>
                  <a:cubicBezTo>
                    <a:pt x="66" y="330"/>
                    <a:pt x="72" y="323"/>
                    <a:pt x="76" y="318"/>
                  </a:cubicBezTo>
                  <a:cubicBezTo>
                    <a:pt x="81" y="312"/>
                    <a:pt x="81" y="312"/>
                    <a:pt x="81" y="312"/>
                  </a:cubicBezTo>
                  <a:cubicBezTo>
                    <a:pt x="78" y="305"/>
                    <a:pt x="78" y="305"/>
                    <a:pt x="78" y="305"/>
                  </a:cubicBezTo>
                  <a:cubicBezTo>
                    <a:pt x="73" y="295"/>
                    <a:pt x="69" y="286"/>
                    <a:pt x="66" y="277"/>
                  </a:cubicBezTo>
                  <a:cubicBezTo>
                    <a:pt x="64" y="269"/>
                    <a:pt x="64" y="269"/>
                    <a:pt x="64" y="269"/>
                  </a:cubicBezTo>
                  <a:cubicBezTo>
                    <a:pt x="0" y="258"/>
                    <a:pt x="0" y="258"/>
                    <a:pt x="0" y="258"/>
                  </a:cubicBezTo>
                  <a:cubicBezTo>
                    <a:pt x="1" y="189"/>
                    <a:pt x="1" y="189"/>
                    <a:pt x="1" y="189"/>
                  </a:cubicBezTo>
                  <a:lnTo>
                    <a:pt x="68" y="180"/>
                  </a:lnTo>
                  <a:close/>
                </a:path>
              </a:pathLst>
            </a:custGeom>
            <a:noFill/>
            <a:ln w="158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2" name="Oval 7">
              <a:extLst>
                <a:ext uri="{FF2B5EF4-FFF2-40B4-BE49-F238E27FC236}">
                  <a16:creationId xmlns:a16="http://schemas.microsoft.com/office/drawing/2014/main" id="{3B1D0F54-8263-7109-AD75-C60FA906B5E9}"/>
                </a:ext>
              </a:extLst>
            </p:cNvPr>
            <p:cNvSpPr>
              <a:spLocks noChangeArrowheads="1"/>
            </p:cNvSpPr>
            <p:nvPr/>
          </p:nvSpPr>
          <p:spPr bwMode="auto">
            <a:xfrm>
              <a:off x="451" y="1014"/>
              <a:ext cx="101" cy="101"/>
            </a:xfrm>
            <a:prstGeom prst="ellipse">
              <a:avLst/>
            </a:prstGeom>
            <a:noFill/>
            <a:ln w="158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3" name="Freeform 8">
              <a:extLst>
                <a:ext uri="{FF2B5EF4-FFF2-40B4-BE49-F238E27FC236}">
                  <a16:creationId xmlns:a16="http://schemas.microsoft.com/office/drawing/2014/main" id="{FDA336C5-ECE2-0AD8-CF00-2312DD930258}"/>
                </a:ext>
              </a:extLst>
            </p:cNvPr>
            <p:cNvSpPr>
              <a:spLocks/>
            </p:cNvSpPr>
            <p:nvPr/>
          </p:nvSpPr>
          <p:spPr bwMode="auto">
            <a:xfrm>
              <a:off x="409" y="1128"/>
              <a:ext cx="183" cy="64"/>
            </a:xfrm>
            <a:custGeom>
              <a:avLst/>
              <a:gdLst>
                <a:gd name="T0" fmla="*/ 0 w 163"/>
                <a:gd name="T1" fmla="*/ 57 h 57"/>
                <a:gd name="T2" fmla="*/ 82 w 163"/>
                <a:gd name="T3" fmla="*/ 0 h 57"/>
                <a:gd name="T4" fmla="*/ 163 w 163"/>
                <a:gd name="T5" fmla="*/ 57 h 57"/>
              </a:gdLst>
              <a:ahLst/>
              <a:cxnLst>
                <a:cxn ang="0">
                  <a:pos x="T0" y="T1"/>
                </a:cxn>
                <a:cxn ang="0">
                  <a:pos x="T2" y="T3"/>
                </a:cxn>
                <a:cxn ang="0">
                  <a:pos x="T4" y="T5"/>
                </a:cxn>
              </a:cxnLst>
              <a:rect l="0" t="0" r="r" b="b"/>
              <a:pathLst>
                <a:path w="163" h="57">
                  <a:moveTo>
                    <a:pt x="0" y="57"/>
                  </a:moveTo>
                  <a:cubicBezTo>
                    <a:pt x="13" y="24"/>
                    <a:pt x="44" y="0"/>
                    <a:pt x="82" y="0"/>
                  </a:cubicBezTo>
                  <a:cubicBezTo>
                    <a:pt x="119" y="0"/>
                    <a:pt x="151" y="24"/>
                    <a:pt x="163" y="57"/>
                  </a:cubicBezTo>
                </a:path>
              </a:pathLst>
            </a:custGeom>
            <a:noFill/>
            <a:ln w="15875"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grpSp>
      <p:sp>
        <p:nvSpPr>
          <p:cNvPr id="4" name="Graphic 6">
            <a:extLst>
              <a:ext uri="{FF2B5EF4-FFF2-40B4-BE49-F238E27FC236}">
                <a16:creationId xmlns:a16="http://schemas.microsoft.com/office/drawing/2014/main" id="{8E761CA6-2F22-0F14-9CE6-BE1EC3A9A1C9}"/>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50" name="Rectangle: Rounded Corners 49">
            <a:extLst>
              <a:ext uri="{FF2B5EF4-FFF2-40B4-BE49-F238E27FC236}">
                <a16:creationId xmlns:a16="http://schemas.microsoft.com/office/drawing/2014/main" id="{757B3E08-F404-1A13-E4DD-C4F3FE31D55C}"/>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51" name="Straight Connector 50">
            <a:extLst>
              <a:ext uri="{FF2B5EF4-FFF2-40B4-BE49-F238E27FC236}">
                <a16:creationId xmlns:a16="http://schemas.microsoft.com/office/drawing/2014/main" id="{5B701708-5ACC-BB09-26DD-E13AFAA441A6}"/>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Slide Number Placeholder 51">
            <a:extLst>
              <a:ext uri="{FF2B5EF4-FFF2-40B4-BE49-F238E27FC236}">
                <a16:creationId xmlns:a16="http://schemas.microsoft.com/office/drawing/2014/main" id="{494E5DBE-B0F0-76F3-B578-EA06A0B79E0B}"/>
              </a:ext>
            </a:extLst>
          </p:cNvPr>
          <p:cNvSpPr>
            <a:spLocks noGrp="1"/>
          </p:cNvSpPr>
          <p:nvPr>
            <p:ph type="sldNum" sz="quarter" idx="4"/>
          </p:nvPr>
        </p:nvSpPr>
        <p:spPr/>
        <p:txBody>
          <a:bodyPr/>
          <a:lstStyle/>
          <a:p>
            <a:fld id="{8855CCE4-D0BE-4DED-8941-E3B093153CBB}" type="slidenum">
              <a:rPr lang="en-GB" smtClean="0"/>
              <a:pPr/>
              <a:t>14</a:t>
            </a:fld>
            <a:endParaRPr lang="en-GB" dirty="0"/>
          </a:p>
        </p:txBody>
      </p:sp>
    </p:spTree>
    <p:extLst>
      <p:ext uri="{BB962C8B-B14F-4D97-AF65-F5344CB8AC3E}">
        <p14:creationId xmlns:p14="http://schemas.microsoft.com/office/powerpoint/2010/main" val="1439015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712CF-39A8-D829-7583-17070687CED9}"/>
            </a:ext>
          </a:extLst>
        </p:cNvPr>
        <p:cNvGrpSpPr/>
        <p:nvPr/>
      </p:nvGrpSpPr>
      <p:grpSpPr>
        <a:xfrm>
          <a:off x="0" y="0"/>
          <a:ext cx="0" cy="0"/>
          <a:chOff x="0" y="0"/>
          <a:chExt cx="0" cy="0"/>
        </a:xfrm>
      </p:grpSpPr>
      <p:sp>
        <p:nvSpPr>
          <p:cNvPr id="7" name="Graphic 6">
            <a:extLst>
              <a:ext uri="{FF2B5EF4-FFF2-40B4-BE49-F238E27FC236}">
                <a16:creationId xmlns:a16="http://schemas.microsoft.com/office/drawing/2014/main" id="{09F17F84-7561-5DCD-9766-F1BF3F061660}"/>
              </a:ext>
            </a:extLst>
          </p:cNvPr>
          <p:cNvSpPr/>
          <p:nvPr/>
        </p:nvSpPr>
        <p:spPr>
          <a:xfrm>
            <a:off x="0" y="2602893"/>
            <a:ext cx="12208669" cy="114655"/>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pic>
        <p:nvPicPr>
          <p:cNvPr id="28" name="Picture 27">
            <a:extLst>
              <a:ext uri="{FF2B5EF4-FFF2-40B4-BE49-F238E27FC236}">
                <a16:creationId xmlns:a16="http://schemas.microsoft.com/office/drawing/2014/main" id="{0D0D018E-CA07-BEBD-6FAA-8DDC415C7B0D}"/>
              </a:ext>
            </a:extLst>
          </p:cNvPr>
          <p:cNvPicPr>
            <a:picLocks noChangeAspect="1"/>
          </p:cNvPicPr>
          <p:nvPr/>
        </p:nvPicPr>
        <p:blipFill rotWithShape="1">
          <a:blip r:embed="rId3">
            <a:extLst>
              <a:ext uri="{28A0092B-C50C-407E-A947-70E740481C1C}">
                <a14:useLocalDpi xmlns:a14="http://schemas.microsoft.com/office/drawing/2010/main" val="0"/>
              </a:ext>
            </a:extLst>
          </a:blip>
          <a:srcRect t="21772" b="21772"/>
          <a:stretch>
            <a:fillRect/>
          </a:stretch>
        </p:blipFill>
        <p:spPr>
          <a:xfrm>
            <a:off x="0" y="1"/>
            <a:ext cx="12192000" cy="2609849"/>
          </a:xfrm>
          <a:custGeom>
            <a:avLst/>
            <a:gdLst>
              <a:gd name="connsiteX0" fmla="*/ 12192000 w 12192000"/>
              <a:gd name="connsiteY0" fmla="*/ 0 h 2757714"/>
              <a:gd name="connsiteX1" fmla="*/ 0 w 12192000"/>
              <a:gd name="connsiteY1" fmla="*/ 0 h 2757714"/>
              <a:gd name="connsiteX2" fmla="*/ 0 w 12192000"/>
              <a:gd name="connsiteY2" fmla="*/ 2757714 h 2757714"/>
              <a:gd name="connsiteX3" fmla="*/ 12192000 w 12192000"/>
              <a:gd name="connsiteY3" fmla="*/ 2757714 h 2757714"/>
            </a:gdLst>
            <a:ahLst/>
            <a:cxnLst>
              <a:cxn ang="0">
                <a:pos x="connsiteX0" y="connsiteY0"/>
              </a:cxn>
              <a:cxn ang="0">
                <a:pos x="connsiteX1" y="connsiteY1"/>
              </a:cxn>
              <a:cxn ang="0">
                <a:pos x="connsiteX2" y="connsiteY2"/>
              </a:cxn>
              <a:cxn ang="0">
                <a:pos x="connsiteX3" y="connsiteY3"/>
              </a:cxn>
            </a:cxnLst>
            <a:rect l="l" t="t" r="r" b="b"/>
            <a:pathLst>
              <a:path w="12192000" h="2757714">
                <a:moveTo>
                  <a:pt x="12192000" y="0"/>
                </a:moveTo>
                <a:lnTo>
                  <a:pt x="0" y="0"/>
                </a:lnTo>
                <a:lnTo>
                  <a:pt x="0" y="2757714"/>
                </a:lnTo>
                <a:lnTo>
                  <a:pt x="12192000" y="2757714"/>
                </a:lnTo>
                <a:close/>
              </a:path>
            </a:pathLst>
          </a:custGeom>
        </p:spPr>
      </p:pic>
      <p:sp>
        <p:nvSpPr>
          <p:cNvPr id="10" name="Rectangle 9">
            <a:extLst>
              <a:ext uri="{FF2B5EF4-FFF2-40B4-BE49-F238E27FC236}">
                <a16:creationId xmlns:a16="http://schemas.microsoft.com/office/drawing/2014/main" id="{FDB03691-ED8E-90CD-FDEA-5452E3AAC8BF}"/>
              </a:ext>
            </a:extLst>
          </p:cNvPr>
          <p:cNvSpPr/>
          <p:nvPr/>
        </p:nvSpPr>
        <p:spPr>
          <a:xfrm flipH="1">
            <a:off x="0" y="1"/>
            <a:ext cx="12192000" cy="2609849"/>
          </a:xfrm>
          <a:prstGeom prst="rect">
            <a:avLst/>
          </a:prstGeom>
          <a:solidFill>
            <a:schemeClr val="tx1">
              <a:alpha val="40000"/>
            </a:schemeClr>
          </a:solidFill>
          <a:ln w="9525" cap="flat">
            <a:noFill/>
            <a:prstDash val="solid"/>
            <a:miter/>
          </a:ln>
        </p:spPr>
        <p:txBody>
          <a:bodyPr rtlCol="0" anchor="ctr"/>
          <a:lstStyle/>
          <a:p>
            <a:endParaRPr lang="en-IN" dirty="0">
              <a:solidFill>
                <a:schemeClr val="tx1"/>
              </a:solidFill>
            </a:endParaRPr>
          </a:p>
        </p:txBody>
      </p:sp>
      <p:sp>
        <p:nvSpPr>
          <p:cNvPr id="2" name="Title 1">
            <a:extLst>
              <a:ext uri="{FF2B5EF4-FFF2-40B4-BE49-F238E27FC236}">
                <a16:creationId xmlns:a16="http://schemas.microsoft.com/office/drawing/2014/main" id="{B1E913EB-FA1D-F8BA-5BE4-2467C9372419}"/>
              </a:ext>
            </a:extLst>
          </p:cNvPr>
          <p:cNvSpPr>
            <a:spLocks noGrp="1"/>
          </p:cNvSpPr>
          <p:nvPr>
            <p:ph type="title"/>
          </p:nvPr>
        </p:nvSpPr>
        <p:spPr>
          <a:xfrm>
            <a:off x="381000" y="351388"/>
            <a:ext cx="9032631" cy="457282"/>
          </a:xfrm>
        </p:spPr>
        <p:txBody>
          <a:bodyPr/>
          <a:lstStyle/>
          <a:p>
            <a:r>
              <a:rPr lang="en-IN" dirty="0"/>
              <a:t>Lorem Ipsum</a:t>
            </a:r>
          </a:p>
        </p:txBody>
      </p:sp>
      <p:pic>
        <p:nvPicPr>
          <p:cNvPr id="12" name="Graphic 11">
            <a:extLst>
              <a:ext uri="{FF2B5EF4-FFF2-40B4-BE49-F238E27FC236}">
                <a16:creationId xmlns:a16="http://schemas.microsoft.com/office/drawing/2014/main" id="{E2E375A3-E5E8-F4E9-1450-CE3CB7380B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85400" y="234907"/>
            <a:ext cx="1628775" cy="542925"/>
          </a:xfrm>
          <a:prstGeom prst="rect">
            <a:avLst/>
          </a:prstGeom>
        </p:spPr>
      </p:pic>
      <p:sp>
        <p:nvSpPr>
          <p:cNvPr id="5" name="TextBox 4">
            <a:extLst>
              <a:ext uri="{FF2B5EF4-FFF2-40B4-BE49-F238E27FC236}">
                <a16:creationId xmlns:a16="http://schemas.microsoft.com/office/drawing/2014/main" id="{40276EB2-4C79-D9FE-749C-56891B08B963}"/>
              </a:ext>
            </a:extLst>
          </p:cNvPr>
          <p:cNvSpPr txBox="1"/>
          <p:nvPr/>
        </p:nvSpPr>
        <p:spPr>
          <a:xfrm>
            <a:off x="363535" y="2846337"/>
            <a:ext cx="11450639" cy="3326684"/>
          </a:xfrm>
          <a:prstGeom prst="rect">
            <a:avLst/>
          </a:prstGeom>
          <a:noFill/>
        </p:spPr>
        <p:txBody>
          <a:bodyPr wrap="square" lIns="0" tIns="0" rIns="0" bIns="0" numCol="2" spcCol="360000">
            <a:noAutofit/>
          </a:bodyPr>
          <a:lstStyle/>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1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3" name="Graphic 6">
            <a:extLst>
              <a:ext uri="{FF2B5EF4-FFF2-40B4-BE49-F238E27FC236}">
                <a16:creationId xmlns:a16="http://schemas.microsoft.com/office/drawing/2014/main" id="{C66907AC-5122-450B-BB8A-030406AF696C}"/>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25" name="Rectangle: Rounded Corners 24">
            <a:extLst>
              <a:ext uri="{FF2B5EF4-FFF2-40B4-BE49-F238E27FC236}">
                <a16:creationId xmlns:a16="http://schemas.microsoft.com/office/drawing/2014/main" id="{C46F2375-361C-1FF3-F4CB-F6C2BED79A55}"/>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6" name="Straight Connector 25">
            <a:extLst>
              <a:ext uri="{FF2B5EF4-FFF2-40B4-BE49-F238E27FC236}">
                <a16:creationId xmlns:a16="http://schemas.microsoft.com/office/drawing/2014/main" id="{BF75B158-30C1-A0D9-A38C-D2BC3B7A0A5D}"/>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Slide Number Placeholder 26">
            <a:extLst>
              <a:ext uri="{FF2B5EF4-FFF2-40B4-BE49-F238E27FC236}">
                <a16:creationId xmlns:a16="http://schemas.microsoft.com/office/drawing/2014/main" id="{500587DE-A304-7ACA-D15C-59B4C784665A}"/>
              </a:ext>
            </a:extLst>
          </p:cNvPr>
          <p:cNvSpPr>
            <a:spLocks noGrp="1"/>
          </p:cNvSpPr>
          <p:nvPr>
            <p:ph type="sldNum" sz="quarter" idx="4"/>
          </p:nvPr>
        </p:nvSpPr>
        <p:spPr/>
        <p:txBody>
          <a:bodyPr/>
          <a:lstStyle/>
          <a:p>
            <a:fld id="{8855CCE4-D0BE-4DED-8941-E3B093153CBB}" type="slidenum">
              <a:rPr lang="en-GB" smtClean="0"/>
              <a:pPr/>
              <a:t>15</a:t>
            </a:fld>
            <a:endParaRPr lang="en-GB" dirty="0"/>
          </a:p>
        </p:txBody>
      </p:sp>
    </p:spTree>
    <p:extLst>
      <p:ext uri="{BB962C8B-B14F-4D97-AF65-F5344CB8AC3E}">
        <p14:creationId xmlns:p14="http://schemas.microsoft.com/office/powerpoint/2010/main" val="1386776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6BF9C-8AAD-90C4-BCA1-CC26F741E73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CEFB03E-BBA5-1635-838C-887F51460914}"/>
              </a:ext>
            </a:extLst>
          </p:cNvPr>
          <p:cNvPicPr>
            <a:picLocks noChangeAspect="1"/>
          </p:cNvPicPr>
          <p:nvPr/>
        </p:nvPicPr>
        <p:blipFill>
          <a:blip r:embed="rId3">
            <a:extLst>
              <a:ext uri="{28A0092B-C50C-407E-A947-70E740481C1C}">
                <a14:useLocalDpi xmlns:a14="http://schemas.microsoft.com/office/drawing/2010/main" val="0"/>
              </a:ext>
            </a:extLst>
          </a:blip>
          <a:srcRect l="13144" r="13502"/>
          <a:stretch>
            <a:fillRect/>
          </a:stretch>
        </p:blipFill>
        <p:spPr>
          <a:xfrm flipH="1">
            <a:off x="4649674" y="0"/>
            <a:ext cx="7542326" cy="6858000"/>
          </a:xfrm>
          <a:prstGeom prst="rect">
            <a:avLst/>
          </a:prstGeom>
        </p:spPr>
      </p:pic>
      <p:sp>
        <p:nvSpPr>
          <p:cNvPr id="3" name="Rectangle 2">
            <a:extLst>
              <a:ext uri="{FF2B5EF4-FFF2-40B4-BE49-F238E27FC236}">
                <a16:creationId xmlns:a16="http://schemas.microsoft.com/office/drawing/2014/main" id="{34766CA3-E7B4-551C-98B7-CED54B4FBC11}"/>
              </a:ext>
            </a:extLst>
          </p:cNvPr>
          <p:cNvSpPr/>
          <p:nvPr/>
        </p:nvSpPr>
        <p:spPr>
          <a:xfrm>
            <a:off x="0" y="0"/>
            <a:ext cx="12192000" cy="6858000"/>
          </a:xfrm>
          <a:prstGeom prst="rect">
            <a:avLst/>
          </a:prstGeom>
          <a:gradFill flip="none" rotWithShape="1">
            <a:gsLst>
              <a:gs pos="100000">
                <a:schemeClr val="tx1">
                  <a:alpha val="0"/>
                </a:schemeClr>
              </a:gs>
              <a:gs pos="52000">
                <a:srgbClr val="202E39"/>
              </a:gs>
              <a:gs pos="0">
                <a:schemeClr val="tx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8BBF5EF1-2B51-F6F1-72F9-3D9A195BE8C3}"/>
              </a:ext>
            </a:extLst>
          </p:cNvPr>
          <p:cNvSpPr>
            <a:spLocks noGrp="1"/>
          </p:cNvSpPr>
          <p:nvPr>
            <p:ph type="title"/>
          </p:nvPr>
        </p:nvSpPr>
        <p:spPr>
          <a:xfrm>
            <a:off x="381000" y="351388"/>
            <a:ext cx="9032631" cy="457282"/>
          </a:xfrm>
        </p:spPr>
        <p:txBody>
          <a:bodyPr/>
          <a:lstStyle/>
          <a:p>
            <a:r>
              <a:rPr lang="en-IN" dirty="0"/>
              <a:t>Lorem Ipsum</a:t>
            </a:r>
          </a:p>
        </p:txBody>
      </p:sp>
      <p:sp>
        <p:nvSpPr>
          <p:cNvPr id="5" name="TextBox 4">
            <a:extLst>
              <a:ext uri="{FF2B5EF4-FFF2-40B4-BE49-F238E27FC236}">
                <a16:creationId xmlns:a16="http://schemas.microsoft.com/office/drawing/2014/main" id="{9E092DF3-8351-DBB0-BCA0-B3ADB6992427}"/>
              </a:ext>
            </a:extLst>
          </p:cNvPr>
          <p:cNvSpPr txBox="1"/>
          <p:nvPr/>
        </p:nvSpPr>
        <p:spPr>
          <a:xfrm>
            <a:off x="380999" y="1058073"/>
            <a:ext cx="7214617" cy="5109091"/>
          </a:xfrm>
          <a:prstGeom prst="rect">
            <a:avLst/>
          </a:prstGeom>
          <a:noFill/>
        </p:spPr>
        <p:txBody>
          <a:bodyPr wrap="square" lIns="0" tIns="0" rIns="0" bIns="0">
            <a:spAutoFit/>
          </a:bodyPr>
          <a:lstStyle/>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216000" indent="-216000">
              <a:spcBef>
                <a:spcPts val="300"/>
              </a:spcBef>
              <a:buClr>
                <a:schemeClr val="bg1"/>
              </a:buClr>
              <a:buFont typeface="Arial" panose="020B0604020202020204" pitchFamily="34" charset="0"/>
              <a:buChar char="•"/>
            </a:pPr>
            <a:r>
              <a:rPr lang="en-US" sz="1200" dirty="0">
                <a:solidFill>
                  <a:schemeClr val="bg1"/>
                </a:solidFill>
              </a:rPr>
              <a:t>Lorem Ipsum is simply dummy text of the printing and typesetting industry. Lorem Ipsum has been the industry's standard dummy text ever since the 1500s.</a:t>
            </a:r>
          </a:p>
        </p:txBody>
      </p:sp>
      <p:sp>
        <p:nvSpPr>
          <p:cNvPr id="4" name="Graphic 6">
            <a:extLst>
              <a:ext uri="{FF2B5EF4-FFF2-40B4-BE49-F238E27FC236}">
                <a16:creationId xmlns:a16="http://schemas.microsoft.com/office/drawing/2014/main" id="{65BE173D-6BEC-4CD5-4EA7-1B04CAF45B3F}"/>
              </a:ext>
            </a:extLst>
          </p:cNvPr>
          <p:cNvSpPr/>
          <p:nvPr/>
        </p:nvSpPr>
        <p:spPr>
          <a:xfrm>
            <a:off x="0" y="6355080"/>
            <a:ext cx="12192000" cy="502920"/>
          </a:xfrm>
          <a:custGeom>
            <a:avLst/>
            <a:gdLst>
              <a:gd name="connsiteX0" fmla="*/ 0 w 9144000"/>
              <a:gd name="connsiteY0" fmla="*/ 0 h 442912"/>
              <a:gd name="connsiteX1" fmla="*/ 9144000 w 9144000"/>
              <a:gd name="connsiteY1" fmla="*/ 0 h 442912"/>
              <a:gd name="connsiteX2" fmla="*/ 9144000 w 9144000"/>
              <a:gd name="connsiteY2" fmla="*/ 442913 h 442912"/>
              <a:gd name="connsiteX3" fmla="*/ 0 w 9144000"/>
              <a:gd name="connsiteY3" fmla="*/ 442913 h 442912"/>
            </a:gdLst>
            <a:ahLst/>
            <a:cxnLst>
              <a:cxn ang="0">
                <a:pos x="connsiteX0" y="connsiteY0"/>
              </a:cxn>
              <a:cxn ang="0">
                <a:pos x="connsiteX1" y="connsiteY1"/>
              </a:cxn>
              <a:cxn ang="0">
                <a:pos x="connsiteX2" y="connsiteY2"/>
              </a:cxn>
              <a:cxn ang="0">
                <a:pos x="connsiteX3" y="connsiteY3"/>
              </a:cxn>
            </a:cxnLst>
            <a:rect l="l" t="t" r="r" b="b"/>
            <a:pathLst>
              <a:path w="9144000" h="442912">
                <a:moveTo>
                  <a:pt x="0" y="0"/>
                </a:moveTo>
                <a:lnTo>
                  <a:pt x="9144000" y="0"/>
                </a:lnTo>
                <a:lnTo>
                  <a:pt x="9144000" y="442913"/>
                </a:lnTo>
                <a:lnTo>
                  <a:pt x="0" y="442913"/>
                </a:lnTo>
                <a:close/>
              </a:path>
            </a:pathLst>
          </a:custGeom>
          <a:gradFill>
            <a:gsLst>
              <a:gs pos="0">
                <a:srgbClr val="009DE0"/>
              </a:gs>
              <a:gs pos="33000">
                <a:srgbClr val="3FB0A6"/>
              </a:gs>
              <a:gs pos="67000">
                <a:srgbClr val="7EC36C"/>
              </a:gs>
              <a:gs pos="100000">
                <a:srgbClr val="BED733"/>
              </a:gs>
            </a:gsLst>
            <a:lin ang="0" scaled="1"/>
          </a:gradFill>
          <a:ln w="9525" cap="flat">
            <a:noFill/>
            <a:prstDash val="solid"/>
            <a:miter/>
          </a:ln>
        </p:spPr>
        <p:txBody>
          <a:bodyPr rtlCol="0" anchor="ctr"/>
          <a:lstStyle/>
          <a:p>
            <a:endParaRPr lang="en-IN" dirty="0"/>
          </a:p>
        </p:txBody>
      </p:sp>
      <p:sp>
        <p:nvSpPr>
          <p:cNvPr id="25" name="Rectangle: Rounded Corners 24">
            <a:extLst>
              <a:ext uri="{FF2B5EF4-FFF2-40B4-BE49-F238E27FC236}">
                <a16:creationId xmlns:a16="http://schemas.microsoft.com/office/drawing/2014/main" id="{645EB1A8-7240-1BBC-839D-E58DE46A7622}"/>
              </a:ext>
            </a:extLst>
          </p:cNvPr>
          <p:cNvSpPr/>
          <p:nvPr/>
        </p:nvSpPr>
        <p:spPr>
          <a:xfrm>
            <a:off x="11541920" y="6419947"/>
            <a:ext cx="272256" cy="36671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6" name="Straight Connector 25">
            <a:extLst>
              <a:ext uri="{FF2B5EF4-FFF2-40B4-BE49-F238E27FC236}">
                <a16:creationId xmlns:a16="http://schemas.microsoft.com/office/drawing/2014/main" id="{D7AC7D1E-D4E8-DE4D-CD6D-9C03101005FF}"/>
              </a:ext>
            </a:extLst>
          </p:cNvPr>
          <p:cNvCxnSpPr/>
          <p:nvPr/>
        </p:nvCxnSpPr>
        <p:spPr>
          <a:xfrm>
            <a:off x="0" y="6355080"/>
            <a:ext cx="122086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Slide Number Placeholder 26">
            <a:extLst>
              <a:ext uri="{FF2B5EF4-FFF2-40B4-BE49-F238E27FC236}">
                <a16:creationId xmlns:a16="http://schemas.microsoft.com/office/drawing/2014/main" id="{312DD171-E614-BDD0-5AF1-04BEC1F8FF9A}"/>
              </a:ext>
            </a:extLst>
          </p:cNvPr>
          <p:cNvSpPr>
            <a:spLocks noGrp="1"/>
          </p:cNvSpPr>
          <p:nvPr>
            <p:ph type="sldNum" sz="quarter" idx="4"/>
          </p:nvPr>
        </p:nvSpPr>
        <p:spPr/>
        <p:txBody>
          <a:bodyPr/>
          <a:lstStyle/>
          <a:p>
            <a:fld id="{8855CCE4-D0BE-4DED-8941-E3B093153CBB}" type="slidenum">
              <a:rPr lang="en-GB" smtClean="0"/>
              <a:pPr/>
              <a:t>16</a:t>
            </a:fld>
            <a:endParaRPr lang="en-GB" dirty="0"/>
          </a:p>
        </p:txBody>
      </p:sp>
      <p:sp>
        <p:nvSpPr>
          <p:cNvPr id="7" name="Freeform: Shape 53">
            <a:extLst>
              <a:ext uri="{FF2B5EF4-FFF2-40B4-BE49-F238E27FC236}">
                <a16:creationId xmlns:a16="http://schemas.microsoft.com/office/drawing/2014/main" id="{992314C8-42B5-6A6E-EEC5-CCEEBA58A492}"/>
              </a:ext>
            </a:extLst>
          </p:cNvPr>
          <p:cNvSpPr/>
          <p:nvPr/>
        </p:nvSpPr>
        <p:spPr>
          <a:xfrm rot="20088124">
            <a:off x="6318365" y="-190578"/>
            <a:ext cx="7868754" cy="6362526"/>
          </a:xfrm>
          <a:custGeom>
            <a:avLst/>
            <a:gdLst>
              <a:gd name="connsiteX0" fmla="*/ 126261 w 439382"/>
              <a:gd name="connsiteY0" fmla="*/ 145125 h 355276"/>
              <a:gd name="connsiteX1" fmla="*/ 97984 w 439382"/>
              <a:gd name="connsiteY1" fmla="*/ 173402 h 355276"/>
              <a:gd name="connsiteX2" fmla="*/ 66766 w 439382"/>
              <a:gd name="connsiteY2" fmla="*/ 281987 h 355276"/>
              <a:gd name="connsiteX3" fmla="*/ 59074 w 439382"/>
              <a:gd name="connsiteY3" fmla="*/ 254615 h 355276"/>
              <a:gd name="connsiteX4" fmla="*/ 21861 w 439382"/>
              <a:gd name="connsiteY4" fmla="*/ 233916 h 355276"/>
              <a:gd name="connsiteX5" fmla="*/ 1162 w 439382"/>
              <a:gd name="connsiteY5" fmla="*/ 271129 h 355276"/>
              <a:gd name="connsiteX6" fmla="*/ 19033 w 439382"/>
              <a:gd name="connsiteY6" fmla="*/ 333339 h 355276"/>
              <a:gd name="connsiteX7" fmla="*/ 56439 w 439382"/>
              <a:gd name="connsiteY7" fmla="*/ 353619 h 355276"/>
              <a:gd name="connsiteX8" fmla="*/ 76719 w 439382"/>
              <a:gd name="connsiteY8" fmla="*/ 333339 h 355276"/>
              <a:gd name="connsiteX9" fmla="*/ 107032 w 439382"/>
              <a:gd name="connsiteY9" fmla="*/ 227695 h 355276"/>
              <a:gd name="connsiteX10" fmla="*/ 135084 w 439382"/>
              <a:gd name="connsiteY10" fmla="*/ 325195 h 355276"/>
              <a:gd name="connsiteX11" fmla="*/ 185433 w 439382"/>
              <a:gd name="connsiteY11" fmla="*/ 353796 h 355276"/>
              <a:gd name="connsiteX12" fmla="*/ 214034 w 439382"/>
              <a:gd name="connsiteY12" fmla="*/ 325195 h 355276"/>
              <a:gd name="connsiteX13" fmla="*/ 272851 w 439382"/>
              <a:gd name="connsiteY13" fmla="*/ 120241 h 355276"/>
              <a:gd name="connsiteX14" fmla="*/ 328274 w 439382"/>
              <a:gd name="connsiteY14" fmla="*/ 313884 h 355276"/>
              <a:gd name="connsiteX15" fmla="*/ 400366 w 439382"/>
              <a:gd name="connsiteY15" fmla="*/ 349975 h 355276"/>
              <a:gd name="connsiteX16" fmla="*/ 437764 w 439382"/>
              <a:gd name="connsiteY16" fmla="*/ 282440 h 355276"/>
              <a:gd name="connsiteX17" fmla="*/ 368768 w 439382"/>
              <a:gd name="connsiteY17" fmla="*/ 41517 h 355276"/>
              <a:gd name="connsiteX18" fmla="*/ 298405 w 439382"/>
              <a:gd name="connsiteY18" fmla="*/ 2164 h 355276"/>
              <a:gd name="connsiteX19" fmla="*/ 259051 w 439382"/>
              <a:gd name="connsiteY19" fmla="*/ 41517 h 355276"/>
              <a:gd name="connsiteX20" fmla="*/ 259051 w 439382"/>
              <a:gd name="connsiteY20" fmla="*/ 41517 h 355276"/>
              <a:gd name="connsiteX21" fmla="*/ 199103 w 439382"/>
              <a:gd name="connsiteY21" fmla="*/ 251674 h 355276"/>
              <a:gd name="connsiteX22" fmla="*/ 176482 w 439382"/>
              <a:gd name="connsiteY22" fmla="*/ 174081 h 355276"/>
              <a:gd name="connsiteX23" fmla="*/ 126261 w 439382"/>
              <a:gd name="connsiteY23" fmla="*/ 145125 h 35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9382" h="355276">
                <a:moveTo>
                  <a:pt x="126261" y="145125"/>
                </a:moveTo>
                <a:cubicBezTo>
                  <a:pt x="112607" y="149071"/>
                  <a:pt x="101929" y="159747"/>
                  <a:pt x="97984" y="173402"/>
                </a:cubicBezTo>
                <a:lnTo>
                  <a:pt x="66766" y="281987"/>
                </a:lnTo>
                <a:lnTo>
                  <a:pt x="59074" y="254615"/>
                </a:lnTo>
                <a:cubicBezTo>
                  <a:pt x="54514" y="238623"/>
                  <a:pt x="37853" y="229355"/>
                  <a:pt x="21861" y="233916"/>
                </a:cubicBezTo>
                <a:cubicBezTo>
                  <a:pt x="5870" y="238476"/>
                  <a:pt x="-3398" y="255137"/>
                  <a:pt x="1162" y="271129"/>
                </a:cubicBezTo>
                <a:lnTo>
                  <a:pt x="19033" y="333339"/>
                </a:lnTo>
                <a:cubicBezTo>
                  <a:pt x="23761" y="349269"/>
                  <a:pt x="40511" y="358347"/>
                  <a:pt x="56439" y="353619"/>
                </a:cubicBezTo>
                <a:cubicBezTo>
                  <a:pt x="66193" y="350724"/>
                  <a:pt x="73824" y="343093"/>
                  <a:pt x="76719" y="333339"/>
                </a:cubicBezTo>
                <a:lnTo>
                  <a:pt x="107032" y="227695"/>
                </a:lnTo>
                <a:lnTo>
                  <a:pt x="135084" y="325195"/>
                </a:lnTo>
                <a:cubicBezTo>
                  <a:pt x="141090" y="346996"/>
                  <a:pt x="163632" y="359802"/>
                  <a:pt x="185433" y="353796"/>
                </a:cubicBezTo>
                <a:cubicBezTo>
                  <a:pt x="199339" y="349966"/>
                  <a:pt x="210204" y="339101"/>
                  <a:pt x="214034" y="325195"/>
                </a:cubicBezTo>
                <a:lnTo>
                  <a:pt x="272851" y="120241"/>
                </a:lnTo>
                <a:lnTo>
                  <a:pt x="328274" y="313884"/>
                </a:lnTo>
                <a:cubicBezTo>
                  <a:pt x="338214" y="343759"/>
                  <a:pt x="370491" y="359915"/>
                  <a:pt x="400366" y="349975"/>
                </a:cubicBezTo>
                <a:cubicBezTo>
                  <a:pt x="428496" y="340614"/>
                  <a:pt x="444757" y="311251"/>
                  <a:pt x="437764" y="282440"/>
                </a:cubicBezTo>
                <a:lnTo>
                  <a:pt x="368768" y="41517"/>
                </a:lnTo>
                <a:cubicBezTo>
                  <a:pt x="360205" y="11219"/>
                  <a:pt x="328702" y="-6400"/>
                  <a:pt x="298405" y="2164"/>
                </a:cubicBezTo>
                <a:cubicBezTo>
                  <a:pt x="279339" y="7552"/>
                  <a:pt x="264440" y="22452"/>
                  <a:pt x="259051" y="41517"/>
                </a:cubicBezTo>
                <a:lnTo>
                  <a:pt x="259051" y="41517"/>
                </a:lnTo>
                <a:lnTo>
                  <a:pt x="199103" y="251674"/>
                </a:lnTo>
                <a:lnTo>
                  <a:pt x="176482" y="174081"/>
                </a:lnTo>
                <a:cubicBezTo>
                  <a:pt x="170525" y="152282"/>
                  <a:pt x="148112" y="139359"/>
                  <a:pt x="126261" y="145125"/>
                </a:cubicBezTo>
                <a:close/>
              </a:path>
            </a:pathLst>
          </a:custGeom>
          <a:solidFill>
            <a:schemeClr val="bg1">
              <a:alpha val="10000"/>
            </a:schemeClr>
          </a:solidFill>
          <a:ln w="9525" cap="flat">
            <a:noFill/>
            <a:prstDash val="solid"/>
            <a:miter/>
          </a:ln>
        </p:spPr>
        <p:txBody>
          <a:bodyPr rtlCol="0" anchor="ctr"/>
          <a:lstStyle/>
          <a:p>
            <a:endParaRPr lang="en-IN" dirty="0"/>
          </a:p>
        </p:txBody>
      </p:sp>
    </p:spTree>
    <p:extLst>
      <p:ext uri="{BB962C8B-B14F-4D97-AF65-F5344CB8AC3E}">
        <p14:creationId xmlns:p14="http://schemas.microsoft.com/office/powerpoint/2010/main" val="2233049473"/>
      </p:ext>
    </p:extLst>
  </p:cSld>
  <p:clrMapOvr>
    <a:masterClrMapping/>
  </p:clrMapOvr>
</p:sld>
</file>

<file path=ppt/theme/theme1.xml><?xml version="1.0" encoding="utf-8"?>
<a:theme xmlns:a="http://schemas.openxmlformats.org/drawingml/2006/main" name="Office Theme">
  <a:themeElements>
    <a:clrScheme name="Viasat NB">
      <a:dk1>
        <a:srgbClr val="202E39"/>
      </a:dk1>
      <a:lt1>
        <a:sysClr val="window" lastClr="FFFFFF"/>
      </a:lt1>
      <a:dk2>
        <a:srgbClr val="0D3159"/>
      </a:dk2>
      <a:lt2>
        <a:srgbClr val="E7E6E6"/>
      </a:lt2>
      <a:accent1>
        <a:srgbClr val="009DE0"/>
      </a:accent1>
      <a:accent2>
        <a:srgbClr val="BED733"/>
      </a:accent2>
      <a:accent3>
        <a:srgbClr val="006A85"/>
      </a:accent3>
      <a:accent4>
        <a:srgbClr val="00B2AA"/>
      </a:accent4>
      <a:accent5>
        <a:srgbClr val="5EA215"/>
      </a:accent5>
      <a:accent6>
        <a:srgbClr val="EF8201"/>
      </a:accent6>
      <a:hlink>
        <a:srgbClr val="0563C1"/>
      </a:hlink>
      <a:folHlink>
        <a:srgbClr val="954F72"/>
      </a:folHlink>
    </a:clrScheme>
    <a:fontScheme name="Custom 2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wrap="square" rtlCol="0" anchor="ctr">
        <a:noAutofit/>
      </a:bodyP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6FE055041E8254B8A6D76B64478F329" ma:contentTypeVersion="19" ma:contentTypeDescription="Create a new document." ma:contentTypeScope="" ma:versionID="69de1714633f7a1996e439cc25923900">
  <xsd:schema xmlns:xsd="http://www.w3.org/2001/XMLSchema" xmlns:xs="http://www.w3.org/2001/XMLSchema" xmlns:p="http://schemas.microsoft.com/office/2006/metadata/properties" xmlns:ns2="5cd17271-0186-4a94-a8e5-2a85c0fb5d22" xmlns:ns3="bc82aed4-c161-4654-bb9f-d351edfac1aa" targetNamespace="http://schemas.microsoft.com/office/2006/metadata/properties" ma:root="true" ma:fieldsID="faf34715ed9596f2d632a667f609d60d" ns2:_="" ns3:_="">
    <xsd:import namespace="5cd17271-0186-4a94-a8e5-2a85c0fb5d22"/>
    <xsd:import namespace="bc82aed4-c161-4654-bb9f-d351edfac1a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3:SharedWithUsers" minOccurs="0"/>
                <xsd:element ref="ns3:SharedWithDetails" minOccurs="0"/>
                <xsd:element ref="ns2:MediaServiceOCR"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d17271-0186-4a94-a8e5-2a85c0fb5d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befa96b-bd20-4642-aeb5-bb74a145ad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c82aed4-c161-4654-bb9f-d351edfac1a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7d71542-4c3e-4ec6-a2b3-d174b35c905c}" ma:internalName="TaxCatchAll" ma:showField="CatchAllData" ma:web="bc82aed4-c161-4654-bb9f-d351edfac1a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c82aed4-c161-4654-bb9f-d351edfac1aa" xsi:nil="true"/>
    <lcf76f155ced4ddcb4097134ff3c332f xmlns="5cd17271-0186-4a94-a8e5-2a85c0fb5d2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965FF6E-0B0A-45D8-8E49-9AC52B97E717}">
  <ds:schemaRefs>
    <ds:schemaRef ds:uri="http://schemas.microsoft.com/sharepoint/v3/contenttype/forms"/>
  </ds:schemaRefs>
</ds:datastoreItem>
</file>

<file path=customXml/itemProps2.xml><?xml version="1.0" encoding="utf-8"?>
<ds:datastoreItem xmlns:ds="http://schemas.openxmlformats.org/officeDocument/2006/customXml" ds:itemID="{4F8EF1EA-EF26-4644-8F82-EEC08BB35E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d17271-0186-4a94-a8e5-2a85c0fb5d22"/>
    <ds:schemaRef ds:uri="bc82aed4-c161-4654-bb9f-d351edfac1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7439E05-364A-49C3-8864-729FA2A6C9EB}">
  <ds:schemaRefs>
    <ds:schemaRef ds:uri="1b3df9a2-8d4a-43e9-8acb-debf02da2340"/>
    <ds:schemaRef ds:uri="49640572-9d47-4515-beeb-3b3242dbaf0b"/>
    <ds:schemaRef ds:uri="5cd17271-0186-4a94-a8e5-2a85c0fb5d22"/>
    <ds:schemaRef ds:uri="bc82aed4-c161-4654-bb9f-d351edfac1aa"/>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2da2fb72-95b8-4cee-87f4-e59efe777e55}" enabled="0" method="" siteId="{2da2fb72-95b8-4cee-87f4-e59efe777e55}" removed="1"/>
</clbl:labelList>
</file>

<file path=docProps/app.xml><?xml version="1.0" encoding="utf-8"?>
<Properties xmlns="http://schemas.openxmlformats.org/officeDocument/2006/extended-properties" xmlns:vt="http://schemas.openxmlformats.org/officeDocument/2006/docPropsVTypes">
  <Template/>
  <TotalTime>5440</TotalTime>
  <Words>6622</Words>
  <Application>Microsoft Macintosh PowerPoint</Application>
  <PresentationFormat>Widescreen</PresentationFormat>
  <Paragraphs>335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Source Sans Pro</vt:lpstr>
      <vt:lpstr>Tahoma</vt:lpstr>
      <vt:lpstr>Office Theme</vt:lpstr>
      <vt:lpstr>PowerPoint Presentation</vt:lpstr>
      <vt:lpstr>Lorem Ipsum</vt:lpstr>
      <vt:lpstr>Lorem Ipsum</vt:lpstr>
      <vt:lpstr>Lorem Ipsum</vt:lpstr>
      <vt:lpstr>Lorem Ipsum</vt:lpstr>
      <vt:lpstr>Lorem Ipsum</vt:lpstr>
      <vt:lpstr>Lorem Ipsum</vt:lpstr>
      <vt:lpstr>Lorem Ipsum</vt:lpstr>
      <vt:lpstr>Lorem Ipsum</vt:lpstr>
      <vt:lpstr>Lorem Ipsum</vt:lpstr>
      <vt:lpstr>Lorem Ipsum</vt:lpstr>
      <vt:lpstr>Lorem Ipsum</vt:lpstr>
      <vt:lpstr>Lorem Ipsum</vt:lpstr>
      <vt:lpstr>Lorem Ipsum</vt:lpstr>
      <vt:lpstr>Lorem Ipsum</vt:lpstr>
      <vt:lpstr>Lorem Ipsum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Charlotte Sparks</dc:creator>
  <cp:lastModifiedBy>Siddharth M</cp:lastModifiedBy>
  <cp:revision>540</cp:revision>
  <dcterms:created xsi:type="dcterms:W3CDTF">2022-09-23T13:13:28Z</dcterms:created>
  <dcterms:modified xsi:type="dcterms:W3CDTF">2026-05-17T11:36:39Z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0x01010096FE055041E8254B8A6D76B64478F329</vt:lpwstr>
  </property>
  <property fmtid="{D5CDD505-2E9C-101B-9397-08002B2CF9AE}" pid="3" name="MediaServiceImageTags">
    <vt:lpwstr/>
  </property>
</Properties>
</file>