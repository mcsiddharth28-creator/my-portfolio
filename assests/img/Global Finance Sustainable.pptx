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1"/>
  </p:notesMasterIdLst>
  <p:sldIdLst>
    <p:sldId id="500" r:id="rId4"/>
    <p:sldId id="535" r:id="rId5"/>
    <p:sldId id="529" r:id="rId6"/>
    <p:sldId id="538" r:id="rId7"/>
    <p:sldId id="509" r:id="rId8"/>
    <p:sldId id="508" r:id="rId9"/>
    <p:sldId id="511" r:id="rId10"/>
    <p:sldId id="512" r:id="rId11"/>
    <p:sldId id="513" r:id="rId12"/>
    <p:sldId id="514" r:id="rId13"/>
    <p:sldId id="516" r:id="rId14"/>
    <p:sldId id="536" r:id="rId15"/>
    <p:sldId id="522" r:id="rId16"/>
    <p:sldId id="523" r:id="rId17"/>
    <p:sldId id="524" r:id="rId18"/>
    <p:sldId id="526" r:id="rId19"/>
    <p:sldId id="530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DAF90-F2A9-782C-9C01-C5D7E4D08D5D}" name="Akriti Gajre" initials="AG" userId="S::akritigajre@imitorgraphica.com::cba29253-cb12-4be7-9110-bf98da2b1a2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FF"/>
    <a:srgbClr val="E6D016"/>
    <a:srgbClr val="686F86"/>
    <a:srgbClr val="5E3EC7"/>
    <a:srgbClr val="971651"/>
    <a:srgbClr val="1F36C7"/>
    <a:srgbClr val="77DDF5"/>
    <a:srgbClr val="008651"/>
    <a:srgbClr val="FCA6DE"/>
    <a:srgbClr val="770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3" autoAdjust="0"/>
    <p:restoredTop sz="94660"/>
  </p:normalViewPr>
  <p:slideViewPr>
    <p:cSldViewPr snapToGrid="0">
      <p:cViewPr>
        <p:scale>
          <a:sx n="43" d="100"/>
          <a:sy n="43" d="100"/>
        </p:scale>
        <p:origin x="3960" y="26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2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58624-AE8E-4C74-88B9-B829909AFA8F}" type="datetimeFigureOut">
              <a:rPr lang="en-IN" smtClean="0"/>
              <a:t>17/05/26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78B9E-68DA-4989-A820-AEE24AA8F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3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0271-29A8-6D24-AABC-05C8BF827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82B5F-05A4-735C-4952-CAD694745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251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96F7-4606-4888-196F-18CA70B1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1BF274-EDB4-4B69-5C4A-B83D4549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B5DD0BF-F87C-B0F2-DC7C-E2CBA2E67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4709" y="6120765"/>
            <a:ext cx="407759" cy="27432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BE1A60DC-40E2-4DCF-BB20-049194401F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430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A55DC-C9AB-07D1-BA28-644E7794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EC776-9BA1-DEB4-7CAA-7ACAEEAE2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6914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55CC29-7411-19DF-1DB2-743351B9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4" name="Slide Number Placeholder 6">
            <a:extLst>
              <a:ext uri="{FF2B5EF4-FFF2-40B4-BE49-F238E27FC236}">
                <a16:creationId xmlns:a16="http://schemas.microsoft.com/office/drawing/2014/main" id="{44BB27A2-9ECD-69FD-935A-4D2171ADA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51" y="6466459"/>
            <a:ext cx="407759" cy="274320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fld id="{BE1A60DC-40E2-4DCF-BB20-049194401FE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93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F57AC68-7363-01FA-4151-54445A9F60E7}"/>
              </a:ext>
            </a:extLst>
          </p:cNvPr>
          <p:cNvSpPr/>
          <p:nvPr userDrawn="1"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813E69F-3D83-E4C3-C1ED-75A12623AAA9}"/>
              </a:ext>
            </a:extLst>
          </p:cNvPr>
          <p:cNvSpPr/>
          <p:nvPr userDrawn="1"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55CC29-7411-19DF-1DB2-743351B9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66D4C86D-210F-C2D6-AF32-0F6BBE7DF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51" y="6466459"/>
            <a:ext cx="407759" cy="274320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fld id="{BE1A60DC-40E2-4DCF-BB20-049194401FE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740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6985EB-2A96-B5B2-179E-654697C1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B8F8F7-FC17-CE54-278A-DDF05C5863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775248"/>
            <a:ext cx="11430000" cy="240564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771F3E6-E3B9-6D82-470F-A12F666BB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4709" y="6120765"/>
            <a:ext cx="407759" cy="27432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BE1A60DC-40E2-4DCF-BB20-049194401F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802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6985EB-2A96-B5B2-179E-654697C1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1041"/>
            <a:ext cx="10515600" cy="5029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4802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7F1E4-F7A1-C6B7-611F-5733DFD99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8" y="6149975"/>
            <a:ext cx="407759" cy="274320"/>
          </a:xfrm>
          <a:prstGeom prst="rect">
            <a:avLst/>
          </a:prstGeom>
        </p:spPr>
        <p:txBody>
          <a:bodyPr/>
          <a:lstStyle/>
          <a:p>
            <a:fld id="{BE1A60DC-40E2-4DCF-BB20-049194401FE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623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766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7309D0-99B4-E3BD-A5A4-29B6C755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5584371" cy="5029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9E128-633C-A469-874B-7D5CF7834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51509"/>
            <a:ext cx="11430000" cy="48682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B17CAB9-0B8E-8151-C6D8-E51DDFAA5865}"/>
              </a:ext>
            </a:extLst>
          </p:cNvPr>
          <p:cNvSpPr/>
          <p:nvPr userDrawn="1"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1A570F60-FBED-38EE-3C38-26ED05BA5651}"/>
              </a:ext>
            </a:extLst>
          </p:cNvPr>
          <p:cNvSpPr/>
          <p:nvPr userDrawn="1"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3" name="Slide Number Placeholder 6">
            <a:extLst>
              <a:ext uri="{FF2B5EF4-FFF2-40B4-BE49-F238E27FC236}">
                <a16:creationId xmlns:a16="http://schemas.microsoft.com/office/drawing/2014/main" id="{04AA5DAA-AFE7-E2CE-ACDC-4370996B2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51" y="6466459"/>
            <a:ext cx="407759" cy="274320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fld id="{BE1A60DC-40E2-4DCF-BB20-049194401FE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23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0" r:id="rId5"/>
    <p:sldLayoutId id="2147483656" r:id="rId6"/>
    <p:sldLayoutId id="2147483657" r:id="rId7"/>
    <p:sldLayoutId id="2147483655" r:id="rId8"/>
    <p:sldLayoutId id="2147483659" r:id="rId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orient="horz" pos="3792" userDrawn="1">
          <p15:clr>
            <a:srgbClr val="F26B43"/>
          </p15:clr>
        </p15:guide>
        <p15:guide id="4" pos="74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microsoft.com/office/2007/relationships/hdphoto" Target="../media/hdphoto2.wdp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8.jpe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58748-DB53-ECE4-570B-6FF16DEC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2FB9AB6-4958-B53C-F42D-F479218A6EDD}"/>
              </a:ext>
            </a:extLst>
          </p:cNvPr>
          <p:cNvSpPr/>
          <p:nvPr/>
        </p:nvSpPr>
        <p:spPr>
          <a:xfrm>
            <a:off x="4100912" y="3123716"/>
            <a:ext cx="4015831" cy="3734284"/>
          </a:xfrm>
          <a:custGeom>
            <a:avLst/>
            <a:gdLst>
              <a:gd name="connsiteX0" fmla="*/ 3615515 w 4015831"/>
              <a:gd name="connsiteY0" fmla="*/ 0 h 3734284"/>
              <a:gd name="connsiteX1" fmla="*/ 4015831 w 4015831"/>
              <a:gd name="connsiteY1" fmla="*/ 1826244 h 3734284"/>
              <a:gd name="connsiteX2" fmla="*/ 1248589 w 4015831"/>
              <a:gd name="connsiteY2" fmla="*/ 3505699 h 3734284"/>
              <a:gd name="connsiteX3" fmla="*/ 1004394 w 4015831"/>
              <a:gd name="connsiteY3" fmla="*/ 3734284 h 3734284"/>
              <a:gd name="connsiteX4" fmla="*/ 0 w 4015831"/>
              <a:gd name="connsiteY4" fmla="*/ 3734284 h 3734284"/>
              <a:gd name="connsiteX5" fmla="*/ 110944 w 4015831"/>
              <a:gd name="connsiteY5" fmla="*/ 3522917 h 3734284"/>
              <a:gd name="connsiteX6" fmla="*/ 3615515 w 4015831"/>
              <a:gd name="connsiteY6" fmla="*/ 0 h 373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5831" h="3734284">
                <a:moveTo>
                  <a:pt x="3615515" y="0"/>
                </a:moveTo>
                <a:cubicBezTo>
                  <a:pt x="3849846" y="566429"/>
                  <a:pt x="3993049" y="1181688"/>
                  <a:pt x="4015831" y="1826244"/>
                </a:cubicBezTo>
                <a:cubicBezTo>
                  <a:pt x="2990630" y="2216478"/>
                  <a:pt x="2055134" y="2788654"/>
                  <a:pt x="1248589" y="3505699"/>
                </a:cubicBezTo>
                <a:lnTo>
                  <a:pt x="1004394" y="3734284"/>
                </a:lnTo>
                <a:lnTo>
                  <a:pt x="0" y="3734284"/>
                </a:lnTo>
                <a:lnTo>
                  <a:pt x="110944" y="3522917"/>
                </a:lnTo>
                <a:cubicBezTo>
                  <a:pt x="922646" y="2045331"/>
                  <a:pt x="2141789" y="820955"/>
                  <a:pt x="3615515" y="0"/>
                </a:cubicBezTo>
                <a:close/>
              </a:path>
            </a:pathLst>
          </a:custGeom>
          <a:solidFill>
            <a:schemeClr val="accent2"/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pic>
        <p:nvPicPr>
          <p:cNvPr id="1027" name="Picture 1026" descr="Two bowls of ice cream&#10;&#10;Description automatically generated">
            <a:extLst>
              <a:ext uri="{FF2B5EF4-FFF2-40B4-BE49-F238E27FC236}">
                <a16:creationId xmlns:a16="http://schemas.microsoft.com/office/drawing/2014/main" id="{B4AC82D1-9381-1A80-5B65-16892AD61B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" t="-820" b="17938"/>
          <a:stretch/>
        </p:blipFill>
        <p:spPr>
          <a:xfrm>
            <a:off x="5108041" y="4948892"/>
            <a:ext cx="3011967" cy="1909109"/>
          </a:xfrm>
          <a:custGeom>
            <a:avLst/>
            <a:gdLst>
              <a:gd name="connsiteX0" fmla="*/ 3008712 w 3011967"/>
              <a:gd name="connsiteY0" fmla="*/ 0 h 1909109"/>
              <a:gd name="connsiteX1" fmla="*/ 3011967 w 3011967"/>
              <a:gd name="connsiteY1" fmla="*/ 198682 h 1909109"/>
              <a:gd name="connsiteX2" fmla="*/ 2768690 w 3011967"/>
              <a:gd name="connsiteY2" fmla="*/ 1784411 h 1909109"/>
              <a:gd name="connsiteX3" fmla="*/ 2726118 w 3011967"/>
              <a:gd name="connsiteY3" fmla="*/ 1909109 h 1909109"/>
              <a:gd name="connsiteX4" fmla="*/ 0 w 3011967"/>
              <a:gd name="connsiteY4" fmla="*/ 1909109 h 1909109"/>
              <a:gd name="connsiteX5" fmla="*/ 243483 w 3011967"/>
              <a:gd name="connsiteY5" fmla="*/ 1680356 h 1909109"/>
              <a:gd name="connsiteX6" fmla="*/ 3008712 w 3011967"/>
              <a:gd name="connsiteY6" fmla="*/ 0 h 190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1967" h="1909109">
                <a:moveTo>
                  <a:pt x="3008712" y="0"/>
                </a:moveTo>
                <a:cubicBezTo>
                  <a:pt x="3011967" y="65142"/>
                  <a:pt x="3011967" y="133541"/>
                  <a:pt x="3011967" y="198682"/>
                </a:cubicBezTo>
                <a:cubicBezTo>
                  <a:pt x="3011967" y="751572"/>
                  <a:pt x="2927241" y="1284513"/>
                  <a:pt x="2768690" y="1784411"/>
                </a:cubicBezTo>
                <a:lnTo>
                  <a:pt x="2726118" y="1909109"/>
                </a:lnTo>
                <a:lnTo>
                  <a:pt x="0" y="1909109"/>
                </a:lnTo>
                <a:lnTo>
                  <a:pt x="243483" y="1680356"/>
                </a:lnTo>
                <a:cubicBezTo>
                  <a:pt x="1047896" y="962927"/>
                  <a:pt x="1983449" y="390444"/>
                  <a:pt x="3008712" y="0"/>
                </a:cubicBezTo>
                <a:close/>
              </a:path>
            </a:pathLst>
          </a:custGeom>
        </p:spPr>
      </p:pic>
      <p:grpSp>
        <p:nvGrpSpPr>
          <p:cNvPr id="1066" name="Graphic 1025">
            <a:extLst>
              <a:ext uri="{FF2B5EF4-FFF2-40B4-BE49-F238E27FC236}">
                <a16:creationId xmlns:a16="http://schemas.microsoft.com/office/drawing/2014/main" id="{6F1A8BB2-5565-18F6-088A-F5DA715DCBF5}"/>
              </a:ext>
            </a:extLst>
          </p:cNvPr>
          <p:cNvGrpSpPr/>
          <p:nvPr/>
        </p:nvGrpSpPr>
        <p:grpSpPr>
          <a:xfrm rot="16200000">
            <a:off x="-320982" y="4507287"/>
            <a:ext cx="1920993" cy="1201252"/>
            <a:chOff x="713562" y="320973"/>
            <a:chExt cx="360997" cy="225742"/>
          </a:xfrm>
          <a:solidFill>
            <a:schemeClr val="bg1">
              <a:alpha val="5000"/>
            </a:schemeClr>
          </a:solidFill>
        </p:grpSpPr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E5264F48-6E72-9AB5-E735-F70FF9933437}"/>
                </a:ext>
              </a:extLst>
            </p:cNvPr>
            <p:cNvSpPr/>
            <p:nvPr/>
          </p:nvSpPr>
          <p:spPr>
            <a:xfrm>
              <a:off x="713562" y="320973"/>
              <a:ext cx="358139" cy="225742"/>
            </a:xfrm>
            <a:custGeom>
              <a:avLst/>
              <a:gdLst>
                <a:gd name="connsiteX0" fmla="*/ 276225 w 358139"/>
                <a:gd name="connsiteY0" fmla="*/ 97155 h 225742"/>
                <a:gd name="connsiteX1" fmla="*/ 347663 w 358139"/>
                <a:gd name="connsiteY1" fmla="*/ 115253 h 225742"/>
                <a:gd name="connsiteX2" fmla="*/ 358140 w 358139"/>
                <a:gd name="connsiteY2" fmla="*/ 107633 h 225742"/>
                <a:gd name="connsiteX3" fmla="*/ 300990 w 358139"/>
                <a:gd name="connsiteY3" fmla="*/ 34290 h 225742"/>
                <a:gd name="connsiteX4" fmla="*/ 302895 w 358139"/>
                <a:gd name="connsiteY4" fmla="*/ 30480 h 225742"/>
                <a:gd name="connsiteX5" fmla="*/ 352425 w 358139"/>
                <a:gd name="connsiteY5" fmla="*/ 4763 h 225742"/>
                <a:gd name="connsiteX6" fmla="*/ 340043 w 358139"/>
                <a:gd name="connsiteY6" fmla="*/ 0 h 225742"/>
                <a:gd name="connsiteX7" fmla="*/ 260985 w 358139"/>
                <a:gd name="connsiteY7" fmla="*/ 22860 h 225742"/>
                <a:gd name="connsiteX8" fmla="*/ 302895 w 358139"/>
                <a:gd name="connsiteY8" fmla="*/ 77153 h 225742"/>
                <a:gd name="connsiteX9" fmla="*/ 296228 w 358139"/>
                <a:gd name="connsiteY9" fmla="*/ 81915 h 225742"/>
                <a:gd name="connsiteX10" fmla="*/ 246698 w 358139"/>
                <a:gd name="connsiteY10" fmla="*/ 67628 h 225742"/>
                <a:gd name="connsiteX11" fmla="*/ 239077 w 358139"/>
                <a:gd name="connsiteY11" fmla="*/ 77153 h 225742"/>
                <a:gd name="connsiteX12" fmla="*/ 259080 w 358139"/>
                <a:gd name="connsiteY12" fmla="*/ 134303 h 225742"/>
                <a:gd name="connsiteX13" fmla="*/ 257175 w 358139"/>
                <a:gd name="connsiteY13" fmla="*/ 137160 h 225742"/>
                <a:gd name="connsiteX14" fmla="*/ 211455 w 358139"/>
                <a:gd name="connsiteY14" fmla="*/ 102870 h 225742"/>
                <a:gd name="connsiteX15" fmla="*/ 207645 w 358139"/>
                <a:gd name="connsiteY15" fmla="*/ 115253 h 225742"/>
                <a:gd name="connsiteX16" fmla="*/ 207645 w 358139"/>
                <a:gd name="connsiteY16" fmla="*/ 126683 h 225742"/>
                <a:gd name="connsiteX17" fmla="*/ 203835 w 358139"/>
                <a:gd name="connsiteY17" fmla="*/ 139065 h 225742"/>
                <a:gd name="connsiteX18" fmla="*/ 181927 w 358139"/>
                <a:gd name="connsiteY18" fmla="*/ 114300 h 225742"/>
                <a:gd name="connsiteX19" fmla="*/ 162877 w 358139"/>
                <a:gd name="connsiteY19" fmla="*/ 159068 h 225742"/>
                <a:gd name="connsiteX20" fmla="*/ 151448 w 358139"/>
                <a:gd name="connsiteY20" fmla="*/ 110490 h 225742"/>
                <a:gd name="connsiteX21" fmla="*/ 120968 w 358139"/>
                <a:gd name="connsiteY21" fmla="*/ 142875 h 225742"/>
                <a:gd name="connsiteX22" fmla="*/ 117158 w 358139"/>
                <a:gd name="connsiteY22" fmla="*/ 138113 h 225742"/>
                <a:gd name="connsiteX23" fmla="*/ 122873 w 358139"/>
                <a:gd name="connsiteY23" fmla="*/ 102870 h 225742"/>
                <a:gd name="connsiteX24" fmla="*/ 117158 w 358139"/>
                <a:gd name="connsiteY24" fmla="*/ 95250 h 225742"/>
                <a:gd name="connsiteX25" fmla="*/ 74295 w 358139"/>
                <a:gd name="connsiteY25" fmla="*/ 112395 h 225742"/>
                <a:gd name="connsiteX26" fmla="*/ 71438 w 358139"/>
                <a:gd name="connsiteY26" fmla="*/ 110490 h 225742"/>
                <a:gd name="connsiteX27" fmla="*/ 109538 w 358139"/>
                <a:gd name="connsiteY27" fmla="*/ 64770 h 225742"/>
                <a:gd name="connsiteX28" fmla="*/ 57150 w 358139"/>
                <a:gd name="connsiteY28" fmla="*/ 47625 h 225742"/>
                <a:gd name="connsiteX29" fmla="*/ 94298 w 358139"/>
                <a:gd name="connsiteY29" fmla="*/ 14288 h 225742"/>
                <a:gd name="connsiteX30" fmla="*/ 33338 w 358139"/>
                <a:gd name="connsiteY30" fmla="*/ 0 h 225742"/>
                <a:gd name="connsiteX31" fmla="*/ 1905 w 358139"/>
                <a:gd name="connsiteY31" fmla="*/ 8573 h 225742"/>
                <a:gd name="connsiteX32" fmla="*/ 48577 w 358139"/>
                <a:gd name="connsiteY32" fmla="*/ 27623 h 225742"/>
                <a:gd name="connsiteX33" fmla="*/ 0 w 358139"/>
                <a:gd name="connsiteY33" fmla="*/ 66675 h 225742"/>
                <a:gd name="connsiteX34" fmla="*/ 67627 w 358139"/>
                <a:gd name="connsiteY34" fmla="*/ 78105 h 225742"/>
                <a:gd name="connsiteX35" fmla="*/ 8573 w 358139"/>
                <a:gd name="connsiteY35" fmla="*/ 157163 h 225742"/>
                <a:gd name="connsiteX36" fmla="*/ 15240 w 358139"/>
                <a:gd name="connsiteY36" fmla="*/ 162878 h 225742"/>
                <a:gd name="connsiteX37" fmla="*/ 92393 w 358139"/>
                <a:gd name="connsiteY37" fmla="*/ 128588 h 225742"/>
                <a:gd name="connsiteX38" fmla="*/ 97155 w 358139"/>
                <a:gd name="connsiteY38" fmla="*/ 139065 h 225742"/>
                <a:gd name="connsiteX39" fmla="*/ 94298 w 358139"/>
                <a:gd name="connsiteY39" fmla="*/ 171450 h 225742"/>
                <a:gd name="connsiteX40" fmla="*/ 102870 w 358139"/>
                <a:gd name="connsiteY40" fmla="*/ 184785 h 225742"/>
                <a:gd name="connsiteX41" fmla="*/ 136208 w 358139"/>
                <a:gd name="connsiteY41" fmla="*/ 162878 h 225742"/>
                <a:gd name="connsiteX42" fmla="*/ 157163 w 358139"/>
                <a:gd name="connsiteY42" fmla="*/ 225743 h 225742"/>
                <a:gd name="connsiteX43" fmla="*/ 185738 w 358139"/>
                <a:gd name="connsiteY43" fmla="*/ 157163 h 225742"/>
                <a:gd name="connsiteX44" fmla="*/ 210502 w 358139"/>
                <a:gd name="connsiteY44" fmla="*/ 177165 h 225742"/>
                <a:gd name="connsiteX45" fmla="*/ 226695 w 358139"/>
                <a:gd name="connsiteY45" fmla="*/ 142875 h 225742"/>
                <a:gd name="connsiteX46" fmla="*/ 289560 w 358139"/>
                <a:gd name="connsiteY46" fmla="*/ 183833 h 225742"/>
                <a:gd name="connsiteX47" fmla="*/ 296228 w 358139"/>
                <a:gd name="connsiteY47" fmla="*/ 175260 h 225742"/>
                <a:gd name="connsiteX48" fmla="*/ 270510 w 358139"/>
                <a:gd name="connsiteY48" fmla="*/ 102870 h 225742"/>
                <a:gd name="connsiteX49" fmla="*/ 276225 w 358139"/>
                <a:gd name="connsiteY49" fmla="*/ 97155 h 22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8139" h="225742">
                  <a:moveTo>
                    <a:pt x="276225" y="97155"/>
                  </a:moveTo>
                  <a:cubicBezTo>
                    <a:pt x="289560" y="97155"/>
                    <a:pt x="329565" y="115253"/>
                    <a:pt x="347663" y="115253"/>
                  </a:cubicBezTo>
                  <a:cubicBezTo>
                    <a:pt x="354330" y="115253"/>
                    <a:pt x="358140" y="111443"/>
                    <a:pt x="358140" y="107633"/>
                  </a:cubicBezTo>
                  <a:cubicBezTo>
                    <a:pt x="358140" y="86678"/>
                    <a:pt x="301943" y="49530"/>
                    <a:pt x="300990" y="34290"/>
                  </a:cubicBezTo>
                  <a:cubicBezTo>
                    <a:pt x="300990" y="32385"/>
                    <a:pt x="301943" y="31433"/>
                    <a:pt x="302895" y="30480"/>
                  </a:cubicBezTo>
                  <a:cubicBezTo>
                    <a:pt x="312420" y="20003"/>
                    <a:pt x="352425" y="13335"/>
                    <a:pt x="352425" y="4763"/>
                  </a:cubicBezTo>
                  <a:cubicBezTo>
                    <a:pt x="352425" y="0"/>
                    <a:pt x="343853" y="0"/>
                    <a:pt x="340043" y="0"/>
                  </a:cubicBezTo>
                  <a:cubicBezTo>
                    <a:pt x="307658" y="0"/>
                    <a:pt x="260985" y="11430"/>
                    <a:pt x="260985" y="22860"/>
                  </a:cubicBezTo>
                  <a:cubicBezTo>
                    <a:pt x="260985" y="34290"/>
                    <a:pt x="302895" y="62865"/>
                    <a:pt x="302895" y="77153"/>
                  </a:cubicBezTo>
                  <a:cubicBezTo>
                    <a:pt x="302895" y="80963"/>
                    <a:pt x="300038" y="81915"/>
                    <a:pt x="296228" y="81915"/>
                  </a:cubicBezTo>
                  <a:cubicBezTo>
                    <a:pt x="284798" y="81915"/>
                    <a:pt x="259080" y="67628"/>
                    <a:pt x="246698" y="67628"/>
                  </a:cubicBezTo>
                  <a:cubicBezTo>
                    <a:pt x="240983" y="67628"/>
                    <a:pt x="239077" y="71438"/>
                    <a:pt x="239077" y="77153"/>
                  </a:cubicBezTo>
                  <a:cubicBezTo>
                    <a:pt x="239077" y="93345"/>
                    <a:pt x="259080" y="124778"/>
                    <a:pt x="259080" y="134303"/>
                  </a:cubicBezTo>
                  <a:cubicBezTo>
                    <a:pt x="259080" y="135255"/>
                    <a:pt x="259080" y="137160"/>
                    <a:pt x="257175" y="137160"/>
                  </a:cubicBezTo>
                  <a:cubicBezTo>
                    <a:pt x="250508" y="137160"/>
                    <a:pt x="221933" y="102870"/>
                    <a:pt x="211455" y="102870"/>
                  </a:cubicBezTo>
                  <a:cubicBezTo>
                    <a:pt x="207645" y="102870"/>
                    <a:pt x="207645" y="107633"/>
                    <a:pt x="207645" y="115253"/>
                  </a:cubicBezTo>
                  <a:lnTo>
                    <a:pt x="207645" y="126683"/>
                  </a:lnTo>
                  <a:cubicBezTo>
                    <a:pt x="207645" y="134303"/>
                    <a:pt x="207645" y="139065"/>
                    <a:pt x="203835" y="139065"/>
                  </a:cubicBezTo>
                  <a:cubicBezTo>
                    <a:pt x="195263" y="139065"/>
                    <a:pt x="190500" y="114300"/>
                    <a:pt x="181927" y="114300"/>
                  </a:cubicBezTo>
                  <a:cubicBezTo>
                    <a:pt x="173355" y="114300"/>
                    <a:pt x="171450" y="159068"/>
                    <a:pt x="162877" y="159068"/>
                  </a:cubicBezTo>
                  <a:cubicBezTo>
                    <a:pt x="152400" y="159068"/>
                    <a:pt x="160973" y="110490"/>
                    <a:pt x="151448" y="110490"/>
                  </a:cubicBezTo>
                  <a:cubicBezTo>
                    <a:pt x="140970" y="110490"/>
                    <a:pt x="128588" y="142875"/>
                    <a:pt x="120968" y="142875"/>
                  </a:cubicBezTo>
                  <a:cubicBezTo>
                    <a:pt x="118110" y="142875"/>
                    <a:pt x="117158" y="140018"/>
                    <a:pt x="117158" y="138113"/>
                  </a:cubicBezTo>
                  <a:cubicBezTo>
                    <a:pt x="117158" y="128588"/>
                    <a:pt x="122873" y="112395"/>
                    <a:pt x="122873" y="102870"/>
                  </a:cubicBezTo>
                  <a:cubicBezTo>
                    <a:pt x="122873" y="98108"/>
                    <a:pt x="121920" y="95250"/>
                    <a:pt x="117158" y="95250"/>
                  </a:cubicBezTo>
                  <a:cubicBezTo>
                    <a:pt x="106680" y="95250"/>
                    <a:pt x="82868" y="112395"/>
                    <a:pt x="74295" y="112395"/>
                  </a:cubicBezTo>
                  <a:cubicBezTo>
                    <a:pt x="73343" y="112395"/>
                    <a:pt x="71438" y="111443"/>
                    <a:pt x="71438" y="110490"/>
                  </a:cubicBezTo>
                  <a:cubicBezTo>
                    <a:pt x="71438" y="101918"/>
                    <a:pt x="109538" y="76200"/>
                    <a:pt x="109538" y="64770"/>
                  </a:cubicBezTo>
                  <a:cubicBezTo>
                    <a:pt x="109538" y="53340"/>
                    <a:pt x="57150" y="60960"/>
                    <a:pt x="57150" y="47625"/>
                  </a:cubicBezTo>
                  <a:cubicBezTo>
                    <a:pt x="57150" y="37148"/>
                    <a:pt x="94298" y="25718"/>
                    <a:pt x="94298" y="14288"/>
                  </a:cubicBezTo>
                  <a:cubicBezTo>
                    <a:pt x="94298" y="4763"/>
                    <a:pt x="50483" y="0"/>
                    <a:pt x="33338" y="0"/>
                  </a:cubicBezTo>
                  <a:cubicBezTo>
                    <a:pt x="13335" y="0"/>
                    <a:pt x="1905" y="2858"/>
                    <a:pt x="1905" y="8573"/>
                  </a:cubicBezTo>
                  <a:cubicBezTo>
                    <a:pt x="1905" y="17145"/>
                    <a:pt x="48577" y="20003"/>
                    <a:pt x="48577" y="27623"/>
                  </a:cubicBezTo>
                  <a:cubicBezTo>
                    <a:pt x="48577" y="35243"/>
                    <a:pt x="0" y="55245"/>
                    <a:pt x="0" y="66675"/>
                  </a:cubicBezTo>
                  <a:cubicBezTo>
                    <a:pt x="0" y="77153"/>
                    <a:pt x="67627" y="67628"/>
                    <a:pt x="67627" y="78105"/>
                  </a:cubicBezTo>
                  <a:cubicBezTo>
                    <a:pt x="67627" y="89535"/>
                    <a:pt x="8573" y="140018"/>
                    <a:pt x="8573" y="157163"/>
                  </a:cubicBezTo>
                  <a:cubicBezTo>
                    <a:pt x="8573" y="160973"/>
                    <a:pt x="11430" y="162878"/>
                    <a:pt x="15240" y="162878"/>
                  </a:cubicBezTo>
                  <a:cubicBezTo>
                    <a:pt x="33338" y="162878"/>
                    <a:pt x="80010" y="128588"/>
                    <a:pt x="92393" y="128588"/>
                  </a:cubicBezTo>
                  <a:cubicBezTo>
                    <a:pt x="97155" y="128588"/>
                    <a:pt x="97155" y="134303"/>
                    <a:pt x="97155" y="139065"/>
                  </a:cubicBezTo>
                  <a:cubicBezTo>
                    <a:pt x="97155" y="147638"/>
                    <a:pt x="94298" y="161925"/>
                    <a:pt x="94298" y="171450"/>
                  </a:cubicBezTo>
                  <a:cubicBezTo>
                    <a:pt x="94298" y="179070"/>
                    <a:pt x="96202" y="184785"/>
                    <a:pt x="102870" y="184785"/>
                  </a:cubicBezTo>
                  <a:cubicBezTo>
                    <a:pt x="115252" y="184785"/>
                    <a:pt x="127635" y="162878"/>
                    <a:pt x="136208" y="162878"/>
                  </a:cubicBezTo>
                  <a:cubicBezTo>
                    <a:pt x="147638" y="162878"/>
                    <a:pt x="140970" y="225743"/>
                    <a:pt x="157163" y="225743"/>
                  </a:cubicBezTo>
                  <a:cubicBezTo>
                    <a:pt x="171450" y="225743"/>
                    <a:pt x="177165" y="157163"/>
                    <a:pt x="185738" y="157163"/>
                  </a:cubicBezTo>
                  <a:cubicBezTo>
                    <a:pt x="194310" y="157163"/>
                    <a:pt x="201930" y="177165"/>
                    <a:pt x="210502" y="177165"/>
                  </a:cubicBezTo>
                  <a:cubicBezTo>
                    <a:pt x="220980" y="177165"/>
                    <a:pt x="216218" y="142875"/>
                    <a:pt x="226695" y="142875"/>
                  </a:cubicBezTo>
                  <a:cubicBezTo>
                    <a:pt x="239077" y="142875"/>
                    <a:pt x="273368" y="183833"/>
                    <a:pt x="289560" y="183833"/>
                  </a:cubicBezTo>
                  <a:cubicBezTo>
                    <a:pt x="294323" y="183833"/>
                    <a:pt x="296228" y="180023"/>
                    <a:pt x="296228" y="175260"/>
                  </a:cubicBezTo>
                  <a:cubicBezTo>
                    <a:pt x="296228" y="157163"/>
                    <a:pt x="270510" y="116205"/>
                    <a:pt x="270510" y="102870"/>
                  </a:cubicBezTo>
                  <a:cubicBezTo>
                    <a:pt x="271463" y="98108"/>
                    <a:pt x="272415" y="97155"/>
                    <a:pt x="276225" y="971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6BFCC19A-169E-4990-8F62-FB794FC4FDD3}"/>
                </a:ext>
              </a:extLst>
            </p:cNvPr>
            <p:cNvSpPr/>
            <p:nvPr/>
          </p:nvSpPr>
          <p:spPr>
            <a:xfrm>
              <a:off x="715467" y="321926"/>
              <a:ext cx="359092" cy="192405"/>
            </a:xfrm>
            <a:custGeom>
              <a:avLst/>
              <a:gdLst>
                <a:gd name="connsiteX0" fmla="*/ 296228 w 359092"/>
                <a:gd name="connsiteY0" fmla="*/ 120015 h 192405"/>
                <a:gd name="connsiteX1" fmla="*/ 294322 w 359092"/>
                <a:gd name="connsiteY1" fmla="*/ 121920 h 192405"/>
                <a:gd name="connsiteX2" fmla="*/ 345758 w 359092"/>
                <a:gd name="connsiteY2" fmla="*/ 192405 h 192405"/>
                <a:gd name="connsiteX3" fmla="*/ 358140 w 359092"/>
                <a:gd name="connsiteY3" fmla="*/ 170497 h 192405"/>
                <a:gd name="connsiteX4" fmla="*/ 356235 w 359092"/>
                <a:gd name="connsiteY4" fmla="*/ 162877 h 192405"/>
                <a:gd name="connsiteX5" fmla="*/ 296228 w 359092"/>
                <a:gd name="connsiteY5" fmla="*/ 120015 h 192405"/>
                <a:gd name="connsiteX6" fmla="*/ 40005 w 359092"/>
                <a:gd name="connsiteY6" fmla="*/ 86677 h 192405"/>
                <a:gd name="connsiteX7" fmla="*/ 29528 w 359092"/>
                <a:gd name="connsiteY7" fmla="*/ 82868 h 192405"/>
                <a:gd name="connsiteX8" fmla="*/ 6668 w 359092"/>
                <a:gd name="connsiteY8" fmla="*/ 88582 h 192405"/>
                <a:gd name="connsiteX9" fmla="*/ 0 w 359092"/>
                <a:gd name="connsiteY9" fmla="*/ 107632 h 192405"/>
                <a:gd name="connsiteX10" fmla="*/ 4763 w 359092"/>
                <a:gd name="connsiteY10" fmla="*/ 115252 h 192405"/>
                <a:gd name="connsiteX11" fmla="*/ 40005 w 359092"/>
                <a:gd name="connsiteY11" fmla="*/ 86677 h 192405"/>
                <a:gd name="connsiteX12" fmla="*/ 101918 w 359092"/>
                <a:gd name="connsiteY12" fmla="*/ 43815 h 192405"/>
                <a:gd name="connsiteX13" fmla="*/ 130493 w 359092"/>
                <a:gd name="connsiteY13" fmla="*/ 40005 h 192405"/>
                <a:gd name="connsiteX14" fmla="*/ 140018 w 359092"/>
                <a:gd name="connsiteY14" fmla="*/ 45720 h 192405"/>
                <a:gd name="connsiteX15" fmla="*/ 120968 w 359092"/>
                <a:gd name="connsiteY15" fmla="*/ 76200 h 192405"/>
                <a:gd name="connsiteX16" fmla="*/ 124778 w 359092"/>
                <a:gd name="connsiteY16" fmla="*/ 79057 h 192405"/>
                <a:gd name="connsiteX17" fmla="*/ 154305 w 359092"/>
                <a:gd name="connsiteY17" fmla="*/ 61913 h 192405"/>
                <a:gd name="connsiteX18" fmla="*/ 170497 w 359092"/>
                <a:gd name="connsiteY18" fmla="*/ 100965 h 192405"/>
                <a:gd name="connsiteX19" fmla="*/ 191453 w 359092"/>
                <a:gd name="connsiteY19" fmla="*/ 62865 h 192405"/>
                <a:gd name="connsiteX20" fmla="*/ 220980 w 359092"/>
                <a:gd name="connsiteY20" fmla="*/ 89535 h 192405"/>
                <a:gd name="connsiteX21" fmla="*/ 224790 w 359092"/>
                <a:gd name="connsiteY21" fmla="*/ 85725 h 192405"/>
                <a:gd name="connsiteX22" fmla="*/ 214313 w 359092"/>
                <a:gd name="connsiteY22" fmla="*/ 54293 h 192405"/>
                <a:gd name="connsiteX23" fmla="*/ 223838 w 359092"/>
                <a:gd name="connsiteY23" fmla="*/ 45720 h 192405"/>
                <a:gd name="connsiteX24" fmla="*/ 248603 w 359092"/>
                <a:gd name="connsiteY24" fmla="*/ 50482 h 192405"/>
                <a:gd name="connsiteX25" fmla="*/ 252413 w 359092"/>
                <a:gd name="connsiteY25" fmla="*/ 47625 h 192405"/>
                <a:gd name="connsiteX26" fmla="*/ 221933 w 359092"/>
                <a:gd name="connsiteY26" fmla="*/ 20002 h 192405"/>
                <a:gd name="connsiteX27" fmla="*/ 239078 w 359092"/>
                <a:gd name="connsiteY27" fmla="*/ 4763 h 192405"/>
                <a:gd name="connsiteX28" fmla="*/ 214313 w 359092"/>
                <a:gd name="connsiteY28" fmla="*/ 952 h 192405"/>
                <a:gd name="connsiteX29" fmla="*/ 177165 w 359092"/>
                <a:gd name="connsiteY29" fmla="*/ 19050 h 192405"/>
                <a:gd name="connsiteX30" fmla="*/ 140970 w 359092"/>
                <a:gd name="connsiteY30" fmla="*/ 0 h 192405"/>
                <a:gd name="connsiteX31" fmla="*/ 114300 w 359092"/>
                <a:gd name="connsiteY31" fmla="*/ 5715 h 192405"/>
                <a:gd name="connsiteX32" fmla="*/ 130493 w 359092"/>
                <a:gd name="connsiteY32" fmla="*/ 19050 h 192405"/>
                <a:gd name="connsiteX33" fmla="*/ 95250 w 359092"/>
                <a:gd name="connsiteY33" fmla="*/ 41910 h 192405"/>
                <a:gd name="connsiteX34" fmla="*/ 101918 w 359092"/>
                <a:gd name="connsiteY34" fmla="*/ 43815 h 192405"/>
                <a:gd name="connsiteX35" fmla="*/ 320040 w 359092"/>
                <a:gd name="connsiteY35" fmla="*/ 39052 h 192405"/>
                <a:gd name="connsiteX36" fmla="*/ 351472 w 359092"/>
                <a:gd name="connsiteY36" fmla="*/ 58102 h 192405"/>
                <a:gd name="connsiteX37" fmla="*/ 359093 w 359092"/>
                <a:gd name="connsiteY37" fmla="*/ 41910 h 192405"/>
                <a:gd name="connsiteX38" fmla="*/ 345758 w 359092"/>
                <a:gd name="connsiteY38" fmla="*/ 31432 h 192405"/>
                <a:gd name="connsiteX39" fmla="*/ 320040 w 359092"/>
                <a:gd name="connsiteY39" fmla="*/ 39052 h 19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59092" h="192405">
                  <a:moveTo>
                    <a:pt x="296228" y="120015"/>
                  </a:moveTo>
                  <a:cubicBezTo>
                    <a:pt x="295275" y="120015"/>
                    <a:pt x="294322" y="120968"/>
                    <a:pt x="294322" y="121920"/>
                  </a:cubicBezTo>
                  <a:cubicBezTo>
                    <a:pt x="294322" y="134302"/>
                    <a:pt x="338138" y="192405"/>
                    <a:pt x="345758" y="192405"/>
                  </a:cubicBezTo>
                  <a:cubicBezTo>
                    <a:pt x="352425" y="192405"/>
                    <a:pt x="358140" y="180022"/>
                    <a:pt x="358140" y="170497"/>
                  </a:cubicBezTo>
                  <a:cubicBezTo>
                    <a:pt x="358140" y="167640"/>
                    <a:pt x="357188" y="164783"/>
                    <a:pt x="356235" y="162877"/>
                  </a:cubicBezTo>
                  <a:cubicBezTo>
                    <a:pt x="349568" y="153352"/>
                    <a:pt x="305753" y="120015"/>
                    <a:pt x="296228" y="120015"/>
                  </a:cubicBezTo>
                  <a:close/>
                  <a:moveTo>
                    <a:pt x="40005" y="86677"/>
                  </a:moveTo>
                  <a:cubicBezTo>
                    <a:pt x="40005" y="83820"/>
                    <a:pt x="34290" y="82868"/>
                    <a:pt x="29528" y="82868"/>
                  </a:cubicBezTo>
                  <a:cubicBezTo>
                    <a:pt x="21907" y="82868"/>
                    <a:pt x="11430" y="84772"/>
                    <a:pt x="6668" y="88582"/>
                  </a:cubicBezTo>
                  <a:cubicBezTo>
                    <a:pt x="2857" y="91440"/>
                    <a:pt x="0" y="100965"/>
                    <a:pt x="0" y="107632"/>
                  </a:cubicBezTo>
                  <a:cubicBezTo>
                    <a:pt x="0" y="111443"/>
                    <a:pt x="953" y="115252"/>
                    <a:pt x="4763" y="115252"/>
                  </a:cubicBezTo>
                  <a:cubicBezTo>
                    <a:pt x="13335" y="116205"/>
                    <a:pt x="40005" y="93345"/>
                    <a:pt x="40005" y="86677"/>
                  </a:cubicBezTo>
                  <a:close/>
                  <a:moveTo>
                    <a:pt x="101918" y="43815"/>
                  </a:moveTo>
                  <a:cubicBezTo>
                    <a:pt x="109538" y="43815"/>
                    <a:pt x="121920" y="40005"/>
                    <a:pt x="130493" y="40005"/>
                  </a:cubicBezTo>
                  <a:cubicBezTo>
                    <a:pt x="135255" y="40005"/>
                    <a:pt x="140018" y="40957"/>
                    <a:pt x="140018" y="45720"/>
                  </a:cubicBezTo>
                  <a:cubicBezTo>
                    <a:pt x="140018" y="54293"/>
                    <a:pt x="120968" y="69532"/>
                    <a:pt x="120968" y="76200"/>
                  </a:cubicBezTo>
                  <a:cubicBezTo>
                    <a:pt x="120968" y="78105"/>
                    <a:pt x="122872" y="79057"/>
                    <a:pt x="124778" y="79057"/>
                  </a:cubicBezTo>
                  <a:cubicBezTo>
                    <a:pt x="131445" y="79057"/>
                    <a:pt x="143828" y="61913"/>
                    <a:pt x="154305" y="61913"/>
                  </a:cubicBezTo>
                  <a:cubicBezTo>
                    <a:pt x="172403" y="61913"/>
                    <a:pt x="160972" y="100965"/>
                    <a:pt x="170497" y="100965"/>
                  </a:cubicBezTo>
                  <a:cubicBezTo>
                    <a:pt x="180975" y="100965"/>
                    <a:pt x="176213" y="62865"/>
                    <a:pt x="191453" y="62865"/>
                  </a:cubicBezTo>
                  <a:cubicBezTo>
                    <a:pt x="203835" y="62865"/>
                    <a:pt x="212408" y="89535"/>
                    <a:pt x="220980" y="89535"/>
                  </a:cubicBezTo>
                  <a:cubicBezTo>
                    <a:pt x="222885" y="89535"/>
                    <a:pt x="224790" y="87630"/>
                    <a:pt x="224790" y="85725"/>
                  </a:cubicBezTo>
                  <a:cubicBezTo>
                    <a:pt x="224790" y="78105"/>
                    <a:pt x="214313" y="63818"/>
                    <a:pt x="214313" y="54293"/>
                  </a:cubicBezTo>
                  <a:cubicBezTo>
                    <a:pt x="214313" y="48577"/>
                    <a:pt x="218122" y="45720"/>
                    <a:pt x="223838" y="45720"/>
                  </a:cubicBezTo>
                  <a:cubicBezTo>
                    <a:pt x="231458" y="45720"/>
                    <a:pt x="242888" y="50482"/>
                    <a:pt x="248603" y="50482"/>
                  </a:cubicBezTo>
                  <a:cubicBezTo>
                    <a:pt x="250508" y="50482"/>
                    <a:pt x="252413" y="49530"/>
                    <a:pt x="252413" y="47625"/>
                  </a:cubicBezTo>
                  <a:cubicBezTo>
                    <a:pt x="252413" y="39052"/>
                    <a:pt x="221933" y="30480"/>
                    <a:pt x="221933" y="20002"/>
                  </a:cubicBezTo>
                  <a:cubicBezTo>
                    <a:pt x="221933" y="9525"/>
                    <a:pt x="239078" y="9525"/>
                    <a:pt x="239078" y="4763"/>
                  </a:cubicBezTo>
                  <a:cubicBezTo>
                    <a:pt x="239078" y="2857"/>
                    <a:pt x="228600" y="952"/>
                    <a:pt x="214313" y="952"/>
                  </a:cubicBezTo>
                  <a:cubicBezTo>
                    <a:pt x="191453" y="952"/>
                    <a:pt x="195263" y="19050"/>
                    <a:pt x="177165" y="19050"/>
                  </a:cubicBezTo>
                  <a:cubicBezTo>
                    <a:pt x="159068" y="19050"/>
                    <a:pt x="163830" y="0"/>
                    <a:pt x="140970" y="0"/>
                  </a:cubicBezTo>
                  <a:cubicBezTo>
                    <a:pt x="126682" y="0"/>
                    <a:pt x="114300" y="2857"/>
                    <a:pt x="114300" y="5715"/>
                  </a:cubicBezTo>
                  <a:cubicBezTo>
                    <a:pt x="114300" y="9525"/>
                    <a:pt x="130493" y="7620"/>
                    <a:pt x="130493" y="19050"/>
                  </a:cubicBezTo>
                  <a:cubicBezTo>
                    <a:pt x="130493" y="31432"/>
                    <a:pt x="95250" y="34290"/>
                    <a:pt x="95250" y="41910"/>
                  </a:cubicBezTo>
                  <a:cubicBezTo>
                    <a:pt x="95250" y="42863"/>
                    <a:pt x="98107" y="43815"/>
                    <a:pt x="101918" y="43815"/>
                  </a:cubicBezTo>
                  <a:close/>
                  <a:moveTo>
                    <a:pt x="320040" y="39052"/>
                  </a:moveTo>
                  <a:cubicBezTo>
                    <a:pt x="320040" y="44768"/>
                    <a:pt x="341947" y="58102"/>
                    <a:pt x="351472" y="58102"/>
                  </a:cubicBezTo>
                  <a:cubicBezTo>
                    <a:pt x="357188" y="58102"/>
                    <a:pt x="359093" y="50482"/>
                    <a:pt x="359093" y="41910"/>
                  </a:cubicBezTo>
                  <a:cubicBezTo>
                    <a:pt x="359093" y="31432"/>
                    <a:pt x="354330" y="31432"/>
                    <a:pt x="345758" y="31432"/>
                  </a:cubicBezTo>
                  <a:cubicBezTo>
                    <a:pt x="334328" y="31432"/>
                    <a:pt x="320040" y="34290"/>
                    <a:pt x="320040" y="390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348F88A-399E-4955-93D9-9C0608487962}"/>
              </a:ext>
            </a:extLst>
          </p:cNvPr>
          <p:cNvSpPr/>
          <p:nvPr/>
        </p:nvSpPr>
        <p:spPr>
          <a:xfrm rot="16200000">
            <a:off x="4388010" y="1775475"/>
            <a:ext cx="988373" cy="719737"/>
          </a:xfrm>
          <a:custGeom>
            <a:avLst/>
            <a:gdLst>
              <a:gd name="connsiteX0" fmla="*/ 152400 w 185737"/>
              <a:gd name="connsiteY0" fmla="*/ 27622 h 135254"/>
              <a:gd name="connsiteX1" fmla="*/ 108585 w 185737"/>
              <a:gd name="connsiteY1" fmla="*/ 60960 h 135254"/>
              <a:gd name="connsiteX2" fmla="*/ 109538 w 185737"/>
              <a:gd name="connsiteY2" fmla="*/ 49530 h 135254"/>
              <a:gd name="connsiteX3" fmla="*/ 69532 w 185737"/>
              <a:gd name="connsiteY3" fmla="*/ 0 h 135254"/>
              <a:gd name="connsiteX4" fmla="*/ 20955 w 185737"/>
              <a:gd name="connsiteY4" fmla="*/ 37147 h 135254"/>
              <a:gd name="connsiteX5" fmla="*/ 36195 w 185737"/>
              <a:gd name="connsiteY5" fmla="*/ 30480 h 135254"/>
              <a:gd name="connsiteX6" fmla="*/ 44767 w 185737"/>
              <a:gd name="connsiteY6" fmla="*/ 45720 h 135254"/>
              <a:gd name="connsiteX7" fmla="*/ 40957 w 185737"/>
              <a:gd name="connsiteY7" fmla="*/ 65722 h 135254"/>
              <a:gd name="connsiteX8" fmla="*/ 25717 w 185737"/>
              <a:gd name="connsiteY8" fmla="*/ 80010 h 135254"/>
              <a:gd name="connsiteX9" fmla="*/ 8572 w 185737"/>
              <a:gd name="connsiteY9" fmla="*/ 52388 h 135254"/>
              <a:gd name="connsiteX10" fmla="*/ 0 w 185737"/>
              <a:gd name="connsiteY10" fmla="*/ 73342 h 135254"/>
              <a:gd name="connsiteX11" fmla="*/ 40005 w 185737"/>
              <a:gd name="connsiteY11" fmla="*/ 112395 h 135254"/>
              <a:gd name="connsiteX12" fmla="*/ 102870 w 185737"/>
              <a:gd name="connsiteY12" fmla="*/ 80010 h 135254"/>
              <a:gd name="connsiteX13" fmla="*/ 146685 w 185737"/>
              <a:gd name="connsiteY13" fmla="*/ 135255 h 135254"/>
              <a:gd name="connsiteX14" fmla="*/ 175260 w 185737"/>
              <a:gd name="connsiteY14" fmla="*/ 105727 h 135254"/>
              <a:gd name="connsiteX15" fmla="*/ 166688 w 185737"/>
              <a:gd name="connsiteY15" fmla="*/ 109538 h 135254"/>
              <a:gd name="connsiteX16" fmla="*/ 159067 w 185737"/>
              <a:gd name="connsiteY16" fmla="*/ 93345 h 135254"/>
              <a:gd name="connsiteX17" fmla="*/ 168592 w 185737"/>
              <a:gd name="connsiteY17" fmla="*/ 67627 h 135254"/>
              <a:gd name="connsiteX18" fmla="*/ 174307 w 185737"/>
              <a:gd name="connsiteY18" fmla="*/ 79057 h 135254"/>
              <a:gd name="connsiteX19" fmla="*/ 179070 w 185737"/>
              <a:gd name="connsiteY19" fmla="*/ 94297 h 135254"/>
              <a:gd name="connsiteX20" fmla="*/ 185738 w 185737"/>
              <a:gd name="connsiteY20" fmla="*/ 71438 h 135254"/>
              <a:gd name="connsiteX21" fmla="*/ 152400 w 185737"/>
              <a:gd name="connsiteY21" fmla="*/ 27622 h 135254"/>
              <a:gd name="connsiteX22" fmla="*/ 54292 w 185737"/>
              <a:gd name="connsiteY22" fmla="*/ 92392 h 135254"/>
              <a:gd name="connsiteX23" fmla="*/ 50482 w 185737"/>
              <a:gd name="connsiteY23" fmla="*/ 87630 h 135254"/>
              <a:gd name="connsiteX24" fmla="*/ 75247 w 185737"/>
              <a:gd name="connsiteY24" fmla="*/ 15240 h 135254"/>
              <a:gd name="connsiteX25" fmla="*/ 78105 w 185737"/>
              <a:gd name="connsiteY25" fmla="*/ 20002 h 135254"/>
              <a:gd name="connsiteX26" fmla="*/ 54292 w 185737"/>
              <a:gd name="connsiteY26" fmla="*/ 92392 h 135254"/>
              <a:gd name="connsiteX27" fmla="*/ 98107 w 185737"/>
              <a:gd name="connsiteY27" fmla="*/ 66675 h 135254"/>
              <a:gd name="connsiteX28" fmla="*/ 80963 w 185737"/>
              <a:gd name="connsiteY28" fmla="*/ 80963 h 135254"/>
              <a:gd name="connsiteX29" fmla="*/ 77152 w 185737"/>
              <a:gd name="connsiteY29" fmla="*/ 73342 h 135254"/>
              <a:gd name="connsiteX30" fmla="*/ 92392 w 185737"/>
              <a:gd name="connsiteY30" fmla="*/ 39052 h 135254"/>
              <a:gd name="connsiteX31" fmla="*/ 99060 w 185737"/>
              <a:gd name="connsiteY31" fmla="*/ 53340 h 135254"/>
              <a:gd name="connsiteX32" fmla="*/ 98107 w 185737"/>
              <a:gd name="connsiteY32" fmla="*/ 66675 h 135254"/>
              <a:gd name="connsiteX33" fmla="*/ 118110 w 185737"/>
              <a:gd name="connsiteY33" fmla="*/ 90488 h 135254"/>
              <a:gd name="connsiteX34" fmla="*/ 112395 w 185737"/>
              <a:gd name="connsiteY34" fmla="*/ 73342 h 135254"/>
              <a:gd name="connsiteX35" fmla="*/ 124777 w 185737"/>
              <a:gd name="connsiteY35" fmla="*/ 60007 h 135254"/>
              <a:gd name="connsiteX36" fmla="*/ 127635 w 185737"/>
              <a:gd name="connsiteY36" fmla="*/ 66675 h 135254"/>
              <a:gd name="connsiteX37" fmla="*/ 118110 w 185737"/>
              <a:gd name="connsiteY37" fmla="*/ 90488 h 135254"/>
              <a:gd name="connsiteX38" fmla="*/ 135255 w 185737"/>
              <a:gd name="connsiteY38" fmla="*/ 110490 h 135254"/>
              <a:gd name="connsiteX39" fmla="*/ 131445 w 185737"/>
              <a:gd name="connsiteY39" fmla="*/ 100013 h 135254"/>
              <a:gd name="connsiteX40" fmla="*/ 149542 w 185737"/>
              <a:gd name="connsiteY40" fmla="*/ 48577 h 135254"/>
              <a:gd name="connsiteX41" fmla="*/ 152400 w 185737"/>
              <a:gd name="connsiteY41" fmla="*/ 58102 h 135254"/>
              <a:gd name="connsiteX42" fmla="*/ 135255 w 185737"/>
              <a:gd name="connsiteY42" fmla="*/ 110490 h 13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37" h="135254">
                <a:moveTo>
                  <a:pt x="152400" y="27622"/>
                </a:moveTo>
                <a:cubicBezTo>
                  <a:pt x="135255" y="27622"/>
                  <a:pt x="120015" y="41910"/>
                  <a:pt x="108585" y="60960"/>
                </a:cubicBezTo>
                <a:cubicBezTo>
                  <a:pt x="109538" y="57150"/>
                  <a:pt x="109538" y="53340"/>
                  <a:pt x="109538" y="49530"/>
                </a:cubicBezTo>
                <a:cubicBezTo>
                  <a:pt x="109538" y="22860"/>
                  <a:pt x="95250" y="0"/>
                  <a:pt x="69532" y="0"/>
                </a:cubicBezTo>
                <a:cubicBezTo>
                  <a:pt x="48577" y="0"/>
                  <a:pt x="28575" y="12382"/>
                  <a:pt x="20955" y="37147"/>
                </a:cubicBezTo>
                <a:cubicBezTo>
                  <a:pt x="22860" y="35242"/>
                  <a:pt x="30480" y="30480"/>
                  <a:pt x="36195" y="30480"/>
                </a:cubicBezTo>
                <a:cubicBezTo>
                  <a:pt x="42863" y="30480"/>
                  <a:pt x="44767" y="36195"/>
                  <a:pt x="44767" y="45720"/>
                </a:cubicBezTo>
                <a:cubicBezTo>
                  <a:pt x="44767" y="51435"/>
                  <a:pt x="43815" y="59055"/>
                  <a:pt x="40957" y="65722"/>
                </a:cubicBezTo>
                <a:cubicBezTo>
                  <a:pt x="37147" y="77152"/>
                  <a:pt x="29527" y="80010"/>
                  <a:pt x="25717" y="80010"/>
                </a:cubicBezTo>
                <a:cubicBezTo>
                  <a:pt x="9525" y="80010"/>
                  <a:pt x="17145" y="52388"/>
                  <a:pt x="8572" y="52388"/>
                </a:cubicBezTo>
                <a:cubicBezTo>
                  <a:pt x="1905" y="52388"/>
                  <a:pt x="0" y="67627"/>
                  <a:pt x="0" y="73342"/>
                </a:cubicBezTo>
                <a:cubicBezTo>
                  <a:pt x="0" y="92392"/>
                  <a:pt x="12382" y="112395"/>
                  <a:pt x="40005" y="112395"/>
                </a:cubicBezTo>
                <a:cubicBezTo>
                  <a:pt x="69532" y="112395"/>
                  <a:pt x="85725" y="98107"/>
                  <a:pt x="102870" y="80010"/>
                </a:cubicBezTo>
                <a:cubicBezTo>
                  <a:pt x="106680" y="100013"/>
                  <a:pt x="117157" y="135255"/>
                  <a:pt x="146685" y="135255"/>
                </a:cubicBezTo>
                <a:cubicBezTo>
                  <a:pt x="162877" y="135255"/>
                  <a:pt x="174307" y="121920"/>
                  <a:pt x="175260" y="105727"/>
                </a:cubicBezTo>
                <a:cubicBezTo>
                  <a:pt x="173355" y="107632"/>
                  <a:pt x="170497" y="109538"/>
                  <a:pt x="166688" y="109538"/>
                </a:cubicBezTo>
                <a:cubicBezTo>
                  <a:pt x="160972" y="109538"/>
                  <a:pt x="159067" y="100965"/>
                  <a:pt x="159067" y="93345"/>
                </a:cubicBezTo>
                <a:cubicBezTo>
                  <a:pt x="159067" y="80963"/>
                  <a:pt x="162877" y="67627"/>
                  <a:pt x="168592" y="67627"/>
                </a:cubicBezTo>
                <a:cubicBezTo>
                  <a:pt x="171450" y="67627"/>
                  <a:pt x="173355" y="69532"/>
                  <a:pt x="174307" y="79057"/>
                </a:cubicBezTo>
                <a:cubicBezTo>
                  <a:pt x="175260" y="85725"/>
                  <a:pt x="174307" y="94297"/>
                  <a:pt x="179070" y="94297"/>
                </a:cubicBezTo>
                <a:cubicBezTo>
                  <a:pt x="183832" y="94297"/>
                  <a:pt x="185738" y="80010"/>
                  <a:pt x="185738" y="71438"/>
                </a:cubicBezTo>
                <a:cubicBezTo>
                  <a:pt x="184785" y="46672"/>
                  <a:pt x="174307" y="26670"/>
                  <a:pt x="152400" y="27622"/>
                </a:cubicBezTo>
                <a:close/>
                <a:moveTo>
                  <a:pt x="54292" y="92392"/>
                </a:moveTo>
                <a:cubicBezTo>
                  <a:pt x="51435" y="92392"/>
                  <a:pt x="50482" y="89535"/>
                  <a:pt x="50482" y="87630"/>
                </a:cubicBezTo>
                <a:cubicBezTo>
                  <a:pt x="50482" y="74295"/>
                  <a:pt x="64770" y="15240"/>
                  <a:pt x="75247" y="15240"/>
                </a:cubicBezTo>
                <a:cubicBezTo>
                  <a:pt x="77152" y="15240"/>
                  <a:pt x="78105" y="17145"/>
                  <a:pt x="78105" y="20002"/>
                </a:cubicBezTo>
                <a:cubicBezTo>
                  <a:pt x="78105" y="30480"/>
                  <a:pt x="65722" y="92392"/>
                  <a:pt x="54292" y="92392"/>
                </a:cubicBezTo>
                <a:close/>
                <a:moveTo>
                  <a:pt x="98107" y="66675"/>
                </a:moveTo>
                <a:cubicBezTo>
                  <a:pt x="89535" y="76200"/>
                  <a:pt x="84772" y="80963"/>
                  <a:pt x="80963" y="80963"/>
                </a:cubicBezTo>
                <a:cubicBezTo>
                  <a:pt x="79057" y="80963"/>
                  <a:pt x="77152" y="77152"/>
                  <a:pt x="77152" y="73342"/>
                </a:cubicBezTo>
                <a:cubicBezTo>
                  <a:pt x="77152" y="66675"/>
                  <a:pt x="81915" y="39052"/>
                  <a:pt x="92392" y="39052"/>
                </a:cubicBezTo>
                <a:cubicBezTo>
                  <a:pt x="96202" y="39052"/>
                  <a:pt x="99060" y="46672"/>
                  <a:pt x="99060" y="53340"/>
                </a:cubicBezTo>
                <a:cubicBezTo>
                  <a:pt x="99060" y="59055"/>
                  <a:pt x="99060" y="62865"/>
                  <a:pt x="98107" y="66675"/>
                </a:cubicBezTo>
                <a:close/>
                <a:moveTo>
                  <a:pt x="118110" y="90488"/>
                </a:moveTo>
                <a:cubicBezTo>
                  <a:pt x="115252" y="90488"/>
                  <a:pt x="112395" y="84772"/>
                  <a:pt x="112395" y="73342"/>
                </a:cubicBezTo>
                <a:cubicBezTo>
                  <a:pt x="118110" y="63817"/>
                  <a:pt x="120967" y="60007"/>
                  <a:pt x="124777" y="60007"/>
                </a:cubicBezTo>
                <a:cubicBezTo>
                  <a:pt x="125730" y="60007"/>
                  <a:pt x="127635" y="60960"/>
                  <a:pt x="127635" y="66675"/>
                </a:cubicBezTo>
                <a:cubicBezTo>
                  <a:pt x="126682" y="79057"/>
                  <a:pt x="121920" y="90488"/>
                  <a:pt x="118110" y="90488"/>
                </a:cubicBezTo>
                <a:close/>
                <a:moveTo>
                  <a:pt x="135255" y="110490"/>
                </a:moveTo>
                <a:cubicBezTo>
                  <a:pt x="133350" y="110490"/>
                  <a:pt x="131445" y="107632"/>
                  <a:pt x="131445" y="100013"/>
                </a:cubicBezTo>
                <a:cubicBezTo>
                  <a:pt x="131445" y="81915"/>
                  <a:pt x="142875" y="48577"/>
                  <a:pt x="149542" y="48577"/>
                </a:cubicBezTo>
                <a:cubicBezTo>
                  <a:pt x="151447" y="48577"/>
                  <a:pt x="152400" y="53340"/>
                  <a:pt x="152400" y="58102"/>
                </a:cubicBezTo>
                <a:cubicBezTo>
                  <a:pt x="153352" y="78105"/>
                  <a:pt x="143827" y="110490"/>
                  <a:pt x="135255" y="110490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F3DAF7-45CF-3519-B338-1C05CEE6348E}"/>
              </a:ext>
            </a:extLst>
          </p:cNvPr>
          <p:cNvSpPr/>
          <p:nvPr/>
        </p:nvSpPr>
        <p:spPr>
          <a:xfrm rot="20700000">
            <a:off x="1096288" y="1547472"/>
            <a:ext cx="881929" cy="800833"/>
          </a:xfrm>
          <a:custGeom>
            <a:avLst/>
            <a:gdLst>
              <a:gd name="connsiteX0" fmla="*/ 165735 w 165734"/>
              <a:gd name="connsiteY0" fmla="*/ 4763 h 150494"/>
              <a:gd name="connsiteX1" fmla="*/ 135255 w 165734"/>
              <a:gd name="connsiteY1" fmla="*/ 0 h 150494"/>
              <a:gd name="connsiteX2" fmla="*/ 112395 w 165734"/>
              <a:gd name="connsiteY2" fmla="*/ 23813 h 150494"/>
              <a:gd name="connsiteX3" fmla="*/ 114300 w 165734"/>
              <a:gd name="connsiteY3" fmla="*/ 45720 h 150494"/>
              <a:gd name="connsiteX4" fmla="*/ 101917 w 165734"/>
              <a:gd name="connsiteY4" fmla="*/ 68580 h 150494"/>
              <a:gd name="connsiteX5" fmla="*/ 88583 w 165734"/>
              <a:gd name="connsiteY5" fmla="*/ 54293 h 150494"/>
              <a:gd name="connsiteX6" fmla="*/ 95250 w 165734"/>
              <a:gd name="connsiteY6" fmla="*/ 22860 h 150494"/>
              <a:gd name="connsiteX7" fmla="*/ 55245 w 165734"/>
              <a:gd name="connsiteY7" fmla="*/ 1905 h 150494"/>
              <a:gd name="connsiteX8" fmla="*/ 3810 w 165734"/>
              <a:gd name="connsiteY8" fmla="*/ 12382 h 150494"/>
              <a:gd name="connsiteX9" fmla="*/ 64770 w 165734"/>
              <a:gd name="connsiteY9" fmla="*/ 47625 h 150494"/>
              <a:gd name="connsiteX10" fmla="*/ 17145 w 165734"/>
              <a:gd name="connsiteY10" fmla="*/ 60007 h 150494"/>
              <a:gd name="connsiteX11" fmla="*/ 74295 w 165734"/>
              <a:gd name="connsiteY11" fmla="*/ 95250 h 150494"/>
              <a:gd name="connsiteX12" fmla="*/ 57150 w 165734"/>
              <a:gd name="connsiteY12" fmla="*/ 112395 h 150494"/>
              <a:gd name="connsiteX13" fmla="*/ 23813 w 165734"/>
              <a:gd name="connsiteY13" fmla="*/ 92393 h 150494"/>
              <a:gd name="connsiteX14" fmla="*/ 20955 w 165734"/>
              <a:gd name="connsiteY14" fmla="*/ 95250 h 150494"/>
              <a:gd name="connsiteX15" fmla="*/ 23813 w 165734"/>
              <a:gd name="connsiteY15" fmla="*/ 115253 h 150494"/>
              <a:gd name="connsiteX16" fmla="*/ 0 w 165734"/>
              <a:gd name="connsiteY16" fmla="*/ 143828 h 150494"/>
              <a:gd name="connsiteX17" fmla="*/ 3810 w 165734"/>
              <a:gd name="connsiteY17" fmla="*/ 146685 h 150494"/>
              <a:gd name="connsiteX18" fmla="*/ 55245 w 165734"/>
              <a:gd name="connsiteY18" fmla="*/ 150495 h 150494"/>
              <a:gd name="connsiteX19" fmla="*/ 164783 w 165734"/>
              <a:gd name="connsiteY19" fmla="*/ 78105 h 150494"/>
              <a:gd name="connsiteX20" fmla="*/ 155258 w 165734"/>
              <a:gd name="connsiteY20" fmla="*/ 24765 h 150494"/>
              <a:gd name="connsiteX21" fmla="*/ 165735 w 165734"/>
              <a:gd name="connsiteY21" fmla="*/ 4763 h 150494"/>
              <a:gd name="connsiteX22" fmla="*/ 80963 w 165734"/>
              <a:gd name="connsiteY22" fmla="*/ 120968 h 150494"/>
              <a:gd name="connsiteX23" fmla="*/ 68580 w 165734"/>
              <a:gd name="connsiteY23" fmla="*/ 120968 h 150494"/>
              <a:gd name="connsiteX24" fmla="*/ 129540 w 165734"/>
              <a:gd name="connsiteY24" fmla="*/ 60960 h 150494"/>
              <a:gd name="connsiteX25" fmla="*/ 143828 w 165734"/>
              <a:gd name="connsiteY25" fmla="*/ 81915 h 150494"/>
              <a:gd name="connsiteX26" fmla="*/ 80963 w 165734"/>
              <a:gd name="connsiteY26" fmla="*/ 120968 h 150494"/>
              <a:gd name="connsiteX27" fmla="*/ 135255 w 165734"/>
              <a:gd name="connsiteY27" fmla="*/ 28575 h 150494"/>
              <a:gd name="connsiteX28" fmla="*/ 126683 w 165734"/>
              <a:gd name="connsiteY28" fmla="*/ 20003 h 150494"/>
              <a:gd name="connsiteX29" fmla="*/ 135255 w 165734"/>
              <a:gd name="connsiteY29" fmla="*/ 11430 h 150494"/>
              <a:gd name="connsiteX30" fmla="*/ 143828 w 165734"/>
              <a:gd name="connsiteY30" fmla="*/ 20003 h 150494"/>
              <a:gd name="connsiteX31" fmla="*/ 135255 w 165734"/>
              <a:gd name="connsiteY31" fmla="*/ 28575 h 15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734" h="150494">
                <a:moveTo>
                  <a:pt x="165735" y="4763"/>
                </a:moveTo>
                <a:cubicBezTo>
                  <a:pt x="148590" y="4763"/>
                  <a:pt x="146685" y="0"/>
                  <a:pt x="135255" y="0"/>
                </a:cubicBezTo>
                <a:cubicBezTo>
                  <a:pt x="121920" y="0"/>
                  <a:pt x="112395" y="9525"/>
                  <a:pt x="112395" y="23813"/>
                </a:cubicBezTo>
                <a:cubicBezTo>
                  <a:pt x="112395" y="28575"/>
                  <a:pt x="114300" y="36195"/>
                  <a:pt x="114300" y="45720"/>
                </a:cubicBezTo>
                <a:cubicBezTo>
                  <a:pt x="114300" y="57150"/>
                  <a:pt x="112395" y="68580"/>
                  <a:pt x="101917" y="68580"/>
                </a:cubicBezTo>
                <a:cubicBezTo>
                  <a:pt x="92392" y="68580"/>
                  <a:pt x="88583" y="61913"/>
                  <a:pt x="88583" y="54293"/>
                </a:cubicBezTo>
                <a:cubicBezTo>
                  <a:pt x="88583" y="40957"/>
                  <a:pt x="95250" y="31432"/>
                  <a:pt x="95250" y="22860"/>
                </a:cubicBezTo>
                <a:cubicBezTo>
                  <a:pt x="95250" y="6668"/>
                  <a:pt x="76200" y="1905"/>
                  <a:pt x="55245" y="1905"/>
                </a:cubicBezTo>
                <a:cubicBezTo>
                  <a:pt x="30480" y="1905"/>
                  <a:pt x="3810" y="8573"/>
                  <a:pt x="3810" y="12382"/>
                </a:cubicBezTo>
                <a:cubicBezTo>
                  <a:pt x="3810" y="18098"/>
                  <a:pt x="39053" y="14288"/>
                  <a:pt x="64770" y="47625"/>
                </a:cubicBezTo>
                <a:cubicBezTo>
                  <a:pt x="48578" y="47625"/>
                  <a:pt x="17145" y="55245"/>
                  <a:pt x="17145" y="60007"/>
                </a:cubicBezTo>
                <a:cubicBezTo>
                  <a:pt x="17145" y="65723"/>
                  <a:pt x="74295" y="71438"/>
                  <a:pt x="74295" y="95250"/>
                </a:cubicBezTo>
                <a:cubicBezTo>
                  <a:pt x="74295" y="110490"/>
                  <a:pt x="61913" y="112395"/>
                  <a:pt x="57150" y="112395"/>
                </a:cubicBezTo>
                <a:cubicBezTo>
                  <a:pt x="38100" y="112395"/>
                  <a:pt x="28575" y="92393"/>
                  <a:pt x="23813" y="92393"/>
                </a:cubicBezTo>
                <a:cubicBezTo>
                  <a:pt x="22860" y="92393"/>
                  <a:pt x="20955" y="93345"/>
                  <a:pt x="20955" y="95250"/>
                </a:cubicBezTo>
                <a:cubicBezTo>
                  <a:pt x="20955" y="98107"/>
                  <a:pt x="23813" y="106680"/>
                  <a:pt x="23813" y="115253"/>
                </a:cubicBezTo>
                <a:cubicBezTo>
                  <a:pt x="23813" y="137160"/>
                  <a:pt x="0" y="139065"/>
                  <a:pt x="0" y="143828"/>
                </a:cubicBezTo>
                <a:cubicBezTo>
                  <a:pt x="0" y="145733"/>
                  <a:pt x="953" y="145733"/>
                  <a:pt x="3810" y="146685"/>
                </a:cubicBezTo>
                <a:cubicBezTo>
                  <a:pt x="20955" y="149543"/>
                  <a:pt x="39053" y="150495"/>
                  <a:pt x="55245" y="150495"/>
                </a:cubicBezTo>
                <a:cubicBezTo>
                  <a:pt x="116205" y="150495"/>
                  <a:pt x="164783" y="131445"/>
                  <a:pt x="164783" y="78105"/>
                </a:cubicBezTo>
                <a:cubicBezTo>
                  <a:pt x="164783" y="48578"/>
                  <a:pt x="155258" y="39053"/>
                  <a:pt x="155258" y="24765"/>
                </a:cubicBezTo>
                <a:cubicBezTo>
                  <a:pt x="153353" y="20003"/>
                  <a:pt x="157163" y="9525"/>
                  <a:pt x="165735" y="4763"/>
                </a:cubicBezTo>
                <a:close/>
                <a:moveTo>
                  <a:pt x="80963" y="120968"/>
                </a:moveTo>
                <a:lnTo>
                  <a:pt x="68580" y="120968"/>
                </a:lnTo>
                <a:cubicBezTo>
                  <a:pt x="107633" y="114300"/>
                  <a:pt x="129540" y="91440"/>
                  <a:pt x="129540" y="60960"/>
                </a:cubicBezTo>
                <a:cubicBezTo>
                  <a:pt x="138113" y="63818"/>
                  <a:pt x="143828" y="72390"/>
                  <a:pt x="143828" y="81915"/>
                </a:cubicBezTo>
                <a:cubicBezTo>
                  <a:pt x="142875" y="100013"/>
                  <a:pt x="126683" y="120968"/>
                  <a:pt x="80963" y="120968"/>
                </a:cubicBezTo>
                <a:close/>
                <a:moveTo>
                  <a:pt x="135255" y="28575"/>
                </a:moveTo>
                <a:cubicBezTo>
                  <a:pt x="130492" y="28575"/>
                  <a:pt x="126683" y="24765"/>
                  <a:pt x="126683" y="20003"/>
                </a:cubicBezTo>
                <a:cubicBezTo>
                  <a:pt x="126683" y="15240"/>
                  <a:pt x="130492" y="11430"/>
                  <a:pt x="135255" y="11430"/>
                </a:cubicBezTo>
                <a:cubicBezTo>
                  <a:pt x="140017" y="11430"/>
                  <a:pt x="143828" y="15240"/>
                  <a:pt x="143828" y="20003"/>
                </a:cubicBezTo>
                <a:cubicBezTo>
                  <a:pt x="143828" y="24765"/>
                  <a:pt x="140017" y="28575"/>
                  <a:pt x="135255" y="2857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0508E7-48E9-A47D-5C71-731F2C8E86E2}"/>
              </a:ext>
            </a:extLst>
          </p:cNvPr>
          <p:cNvSpPr/>
          <p:nvPr/>
        </p:nvSpPr>
        <p:spPr>
          <a:xfrm rot="16200000">
            <a:off x="4456980" y="4281915"/>
            <a:ext cx="1120155" cy="1505367"/>
          </a:xfrm>
          <a:custGeom>
            <a:avLst/>
            <a:gdLst>
              <a:gd name="connsiteX0" fmla="*/ 198120 w 210502"/>
              <a:gd name="connsiteY0" fmla="*/ 210502 h 282892"/>
              <a:gd name="connsiteX1" fmla="*/ 157163 w 210502"/>
              <a:gd name="connsiteY1" fmla="*/ 240030 h 282892"/>
              <a:gd name="connsiteX2" fmla="*/ 207645 w 210502"/>
              <a:gd name="connsiteY2" fmla="*/ 139065 h 282892"/>
              <a:gd name="connsiteX3" fmla="*/ 156210 w 210502"/>
              <a:gd name="connsiteY3" fmla="*/ 70485 h 282892"/>
              <a:gd name="connsiteX4" fmla="*/ 72390 w 210502"/>
              <a:gd name="connsiteY4" fmla="*/ 5715 h 282892"/>
              <a:gd name="connsiteX5" fmla="*/ 32385 w 210502"/>
              <a:gd name="connsiteY5" fmla="*/ 8573 h 282892"/>
              <a:gd name="connsiteX6" fmla="*/ 952 w 210502"/>
              <a:gd name="connsiteY6" fmla="*/ 0 h 282892"/>
              <a:gd name="connsiteX7" fmla="*/ 0 w 210502"/>
              <a:gd name="connsiteY7" fmla="*/ 1905 h 282892"/>
              <a:gd name="connsiteX8" fmla="*/ 89535 w 210502"/>
              <a:gd name="connsiteY8" fmla="*/ 106680 h 282892"/>
              <a:gd name="connsiteX9" fmla="*/ 154305 w 210502"/>
              <a:gd name="connsiteY9" fmla="*/ 91440 h 282892"/>
              <a:gd name="connsiteX10" fmla="*/ 195263 w 210502"/>
              <a:gd name="connsiteY10" fmla="*/ 139065 h 282892"/>
              <a:gd name="connsiteX11" fmla="*/ 173355 w 210502"/>
              <a:gd name="connsiteY11" fmla="*/ 180023 h 282892"/>
              <a:gd name="connsiteX12" fmla="*/ 161925 w 210502"/>
              <a:gd name="connsiteY12" fmla="*/ 160973 h 282892"/>
              <a:gd name="connsiteX13" fmla="*/ 167640 w 210502"/>
              <a:gd name="connsiteY13" fmla="*/ 118110 h 282892"/>
              <a:gd name="connsiteX14" fmla="*/ 163830 w 210502"/>
              <a:gd name="connsiteY14" fmla="*/ 111442 h 282892"/>
              <a:gd name="connsiteX15" fmla="*/ 128588 w 210502"/>
              <a:gd name="connsiteY15" fmla="*/ 153352 h 282892"/>
              <a:gd name="connsiteX16" fmla="*/ 169545 w 210502"/>
              <a:gd name="connsiteY16" fmla="*/ 191452 h 282892"/>
              <a:gd name="connsiteX17" fmla="*/ 146685 w 210502"/>
              <a:gd name="connsiteY17" fmla="*/ 239077 h 282892"/>
              <a:gd name="connsiteX18" fmla="*/ 130492 w 210502"/>
              <a:gd name="connsiteY18" fmla="*/ 188595 h 282892"/>
              <a:gd name="connsiteX19" fmla="*/ 66675 w 210502"/>
              <a:gd name="connsiteY19" fmla="*/ 122873 h 282892"/>
              <a:gd name="connsiteX20" fmla="*/ 139065 w 210502"/>
              <a:gd name="connsiteY20" fmla="*/ 243840 h 282892"/>
              <a:gd name="connsiteX21" fmla="*/ 138113 w 210502"/>
              <a:gd name="connsiteY21" fmla="*/ 253365 h 282892"/>
              <a:gd name="connsiteX22" fmla="*/ 71438 w 210502"/>
              <a:gd name="connsiteY22" fmla="*/ 165735 h 282892"/>
              <a:gd name="connsiteX23" fmla="*/ 30480 w 210502"/>
              <a:gd name="connsiteY23" fmla="*/ 108585 h 282892"/>
              <a:gd name="connsiteX24" fmla="*/ 33338 w 210502"/>
              <a:gd name="connsiteY24" fmla="*/ 118110 h 282892"/>
              <a:gd name="connsiteX25" fmla="*/ 27622 w 210502"/>
              <a:gd name="connsiteY25" fmla="*/ 152400 h 282892"/>
              <a:gd name="connsiteX26" fmla="*/ 93345 w 210502"/>
              <a:gd name="connsiteY26" fmla="*/ 197167 h 282892"/>
              <a:gd name="connsiteX27" fmla="*/ 140017 w 210502"/>
              <a:gd name="connsiteY27" fmla="*/ 282892 h 282892"/>
              <a:gd name="connsiteX28" fmla="*/ 171450 w 210502"/>
              <a:gd name="connsiteY28" fmla="*/ 248602 h 282892"/>
              <a:gd name="connsiteX29" fmla="*/ 185738 w 210502"/>
              <a:gd name="connsiteY29" fmla="*/ 272415 h 282892"/>
              <a:gd name="connsiteX30" fmla="*/ 185738 w 210502"/>
              <a:gd name="connsiteY30" fmla="*/ 277178 h 282892"/>
              <a:gd name="connsiteX31" fmla="*/ 210502 w 210502"/>
              <a:gd name="connsiteY31" fmla="*/ 224790 h 282892"/>
              <a:gd name="connsiteX32" fmla="*/ 198120 w 210502"/>
              <a:gd name="connsiteY32" fmla="*/ 210502 h 282892"/>
              <a:gd name="connsiteX33" fmla="*/ 133350 w 210502"/>
              <a:gd name="connsiteY33" fmla="*/ 76200 h 282892"/>
              <a:gd name="connsiteX34" fmla="*/ 119063 w 210502"/>
              <a:gd name="connsiteY34" fmla="*/ 74295 h 282892"/>
              <a:gd name="connsiteX35" fmla="*/ 93345 w 210502"/>
              <a:gd name="connsiteY35" fmla="*/ 90488 h 282892"/>
              <a:gd name="connsiteX36" fmla="*/ 90488 w 210502"/>
              <a:gd name="connsiteY36" fmla="*/ 86677 h 282892"/>
              <a:gd name="connsiteX37" fmla="*/ 101917 w 210502"/>
              <a:gd name="connsiteY37" fmla="*/ 67627 h 282892"/>
              <a:gd name="connsiteX38" fmla="*/ 95250 w 210502"/>
              <a:gd name="connsiteY38" fmla="*/ 63817 h 282892"/>
              <a:gd name="connsiteX39" fmla="*/ 58102 w 210502"/>
              <a:gd name="connsiteY39" fmla="*/ 80010 h 282892"/>
              <a:gd name="connsiteX40" fmla="*/ 54292 w 210502"/>
              <a:gd name="connsiteY40" fmla="*/ 77152 h 282892"/>
              <a:gd name="connsiteX41" fmla="*/ 66675 w 210502"/>
              <a:gd name="connsiteY41" fmla="*/ 61913 h 282892"/>
              <a:gd name="connsiteX42" fmla="*/ 58102 w 210502"/>
              <a:gd name="connsiteY42" fmla="*/ 57150 h 282892"/>
              <a:gd name="connsiteX43" fmla="*/ 34290 w 210502"/>
              <a:gd name="connsiteY43" fmla="*/ 60008 h 282892"/>
              <a:gd name="connsiteX44" fmla="*/ 27622 w 210502"/>
              <a:gd name="connsiteY44" fmla="*/ 56198 h 282892"/>
              <a:gd name="connsiteX45" fmla="*/ 49530 w 210502"/>
              <a:gd name="connsiteY45" fmla="*/ 45720 h 282892"/>
              <a:gd name="connsiteX46" fmla="*/ 42863 w 210502"/>
              <a:gd name="connsiteY46" fmla="*/ 30480 h 282892"/>
              <a:gd name="connsiteX47" fmla="*/ 46672 w 210502"/>
              <a:gd name="connsiteY47" fmla="*/ 27623 h 282892"/>
              <a:gd name="connsiteX48" fmla="*/ 71438 w 210502"/>
              <a:gd name="connsiteY48" fmla="*/ 49530 h 282892"/>
              <a:gd name="connsiteX49" fmla="*/ 76200 w 210502"/>
              <a:gd name="connsiteY49" fmla="*/ 41910 h 282892"/>
              <a:gd name="connsiteX50" fmla="*/ 75247 w 210502"/>
              <a:gd name="connsiteY50" fmla="*/ 31433 h 282892"/>
              <a:gd name="connsiteX51" fmla="*/ 78105 w 210502"/>
              <a:gd name="connsiteY51" fmla="*/ 26670 h 282892"/>
              <a:gd name="connsiteX52" fmla="*/ 104775 w 210502"/>
              <a:gd name="connsiteY52" fmla="*/ 57150 h 282892"/>
              <a:gd name="connsiteX53" fmla="*/ 113347 w 210502"/>
              <a:gd name="connsiteY53" fmla="*/ 38100 h 282892"/>
              <a:gd name="connsiteX54" fmla="*/ 118110 w 210502"/>
              <a:gd name="connsiteY54" fmla="*/ 46673 h 282892"/>
              <a:gd name="connsiteX55" fmla="*/ 138113 w 210502"/>
              <a:gd name="connsiteY55" fmla="*/ 75248 h 282892"/>
              <a:gd name="connsiteX56" fmla="*/ 133350 w 210502"/>
              <a:gd name="connsiteY56" fmla="*/ 76200 h 28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10502" h="282892">
                <a:moveTo>
                  <a:pt x="198120" y="210502"/>
                </a:moveTo>
                <a:cubicBezTo>
                  <a:pt x="181927" y="210502"/>
                  <a:pt x="173355" y="239077"/>
                  <a:pt x="157163" y="240030"/>
                </a:cubicBezTo>
                <a:cubicBezTo>
                  <a:pt x="166688" y="199073"/>
                  <a:pt x="207645" y="177165"/>
                  <a:pt x="207645" y="139065"/>
                </a:cubicBezTo>
                <a:cubicBezTo>
                  <a:pt x="207645" y="95250"/>
                  <a:pt x="171450" y="80010"/>
                  <a:pt x="156210" y="70485"/>
                </a:cubicBezTo>
                <a:cubicBezTo>
                  <a:pt x="131445" y="34290"/>
                  <a:pt x="113347" y="5715"/>
                  <a:pt x="72390" y="5715"/>
                </a:cubicBezTo>
                <a:cubicBezTo>
                  <a:pt x="55245" y="5715"/>
                  <a:pt x="43815" y="8573"/>
                  <a:pt x="32385" y="8573"/>
                </a:cubicBezTo>
                <a:cubicBezTo>
                  <a:pt x="9525" y="8573"/>
                  <a:pt x="1905" y="0"/>
                  <a:pt x="952" y="0"/>
                </a:cubicBezTo>
                <a:cubicBezTo>
                  <a:pt x="952" y="0"/>
                  <a:pt x="0" y="0"/>
                  <a:pt x="0" y="1905"/>
                </a:cubicBezTo>
                <a:cubicBezTo>
                  <a:pt x="0" y="34290"/>
                  <a:pt x="17145" y="106680"/>
                  <a:pt x="89535" y="106680"/>
                </a:cubicBezTo>
                <a:cubicBezTo>
                  <a:pt x="128588" y="106680"/>
                  <a:pt x="144780" y="91440"/>
                  <a:pt x="154305" y="91440"/>
                </a:cubicBezTo>
                <a:cubicBezTo>
                  <a:pt x="163830" y="91440"/>
                  <a:pt x="195263" y="101917"/>
                  <a:pt x="195263" y="139065"/>
                </a:cubicBezTo>
                <a:cubicBezTo>
                  <a:pt x="195263" y="159067"/>
                  <a:pt x="179070" y="180023"/>
                  <a:pt x="173355" y="180023"/>
                </a:cubicBezTo>
                <a:cubicBezTo>
                  <a:pt x="167640" y="180023"/>
                  <a:pt x="161925" y="170498"/>
                  <a:pt x="161925" y="160973"/>
                </a:cubicBezTo>
                <a:cubicBezTo>
                  <a:pt x="161925" y="150495"/>
                  <a:pt x="167640" y="130492"/>
                  <a:pt x="167640" y="118110"/>
                </a:cubicBezTo>
                <a:cubicBezTo>
                  <a:pt x="167640" y="113348"/>
                  <a:pt x="166688" y="111442"/>
                  <a:pt x="163830" y="111442"/>
                </a:cubicBezTo>
                <a:cubicBezTo>
                  <a:pt x="158115" y="111442"/>
                  <a:pt x="128588" y="130492"/>
                  <a:pt x="128588" y="153352"/>
                </a:cubicBezTo>
                <a:cubicBezTo>
                  <a:pt x="128588" y="173355"/>
                  <a:pt x="158115" y="185738"/>
                  <a:pt x="169545" y="191452"/>
                </a:cubicBezTo>
                <a:cubicBezTo>
                  <a:pt x="158115" y="209550"/>
                  <a:pt x="151447" y="221933"/>
                  <a:pt x="146685" y="239077"/>
                </a:cubicBezTo>
                <a:cubicBezTo>
                  <a:pt x="146685" y="225742"/>
                  <a:pt x="134302" y="200025"/>
                  <a:pt x="130492" y="188595"/>
                </a:cubicBezTo>
                <a:cubicBezTo>
                  <a:pt x="112395" y="137160"/>
                  <a:pt x="105727" y="127635"/>
                  <a:pt x="66675" y="122873"/>
                </a:cubicBezTo>
                <a:cubicBezTo>
                  <a:pt x="72390" y="143827"/>
                  <a:pt x="139065" y="193358"/>
                  <a:pt x="139065" y="243840"/>
                </a:cubicBezTo>
                <a:cubicBezTo>
                  <a:pt x="139065" y="246698"/>
                  <a:pt x="139065" y="251460"/>
                  <a:pt x="138113" y="253365"/>
                </a:cubicBezTo>
                <a:cubicBezTo>
                  <a:pt x="118110" y="194310"/>
                  <a:pt x="83820" y="180023"/>
                  <a:pt x="71438" y="165735"/>
                </a:cubicBezTo>
                <a:cubicBezTo>
                  <a:pt x="51435" y="142875"/>
                  <a:pt x="62865" y="120967"/>
                  <a:pt x="30480" y="108585"/>
                </a:cubicBezTo>
                <a:cubicBezTo>
                  <a:pt x="32385" y="111442"/>
                  <a:pt x="33338" y="115252"/>
                  <a:pt x="33338" y="118110"/>
                </a:cubicBezTo>
                <a:cubicBezTo>
                  <a:pt x="33338" y="129540"/>
                  <a:pt x="27622" y="142875"/>
                  <a:pt x="27622" y="152400"/>
                </a:cubicBezTo>
                <a:cubicBezTo>
                  <a:pt x="27622" y="188595"/>
                  <a:pt x="68580" y="177165"/>
                  <a:pt x="93345" y="197167"/>
                </a:cubicBezTo>
                <a:cubicBezTo>
                  <a:pt x="117158" y="216217"/>
                  <a:pt x="130492" y="247650"/>
                  <a:pt x="140017" y="282892"/>
                </a:cubicBezTo>
                <a:cubicBezTo>
                  <a:pt x="149542" y="267653"/>
                  <a:pt x="155258" y="248602"/>
                  <a:pt x="171450" y="248602"/>
                </a:cubicBezTo>
                <a:cubicBezTo>
                  <a:pt x="181927" y="248602"/>
                  <a:pt x="185738" y="261938"/>
                  <a:pt x="185738" y="272415"/>
                </a:cubicBezTo>
                <a:lnTo>
                  <a:pt x="185738" y="277178"/>
                </a:lnTo>
                <a:cubicBezTo>
                  <a:pt x="201930" y="262890"/>
                  <a:pt x="210502" y="240030"/>
                  <a:pt x="210502" y="224790"/>
                </a:cubicBezTo>
                <a:cubicBezTo>
                  <a:pt x="209550" y="217170"/>
                  <a:pt x="205740" y="210502"/>
                  <a:pt x="198120" y="210502"/>
                </a:cubicBezTo>
                <a:close/>
                <a:moveTo>
                  <a:pt x="133350" y="76200"/>
                </a:moveTo>
                <a:cubicBezTo>
                  <a:pt x="129540" y="76200"/>
                  <a:pt x="123825" y="74295"/>
                  <a:pt x="119063" y="74295"/>
                </a:cubicBezTo>
                <a:cubicBezTo>
                  <a:pt x="107633" y="74295"/>
                  <a:pt x="99060" y="90488"/>
                  <a:pt x="93345" y="90488"/>
                </a:cubicBezTo>
                <a:cubicBezTo>
                  <a:pt x="91440" y="90488"/>
                  <a:pt x="90488" y="88583"/>
                  <a:pt x="90488" y="86677"/>
                </a:cubicBezTo>
                <a:cubicBezTo>
                  <a:pt x="90488" y="80010"/>
                  <a:pt x="101917" y="72390"/>
                  <a:pt x="101917" y="67627"/>
                </a:cubicBezTo>
                <a:cubicBezTo>
                  <a:pt x="101917" y="64770"/>
                  <a:pt x="97155" y="63817"/>
                  <a:pt x="95250" y="63817"/>
                </a:cubicBezTo>
                <a:cubicBezTo>
                  <a:pt x="83820" y="63817"/>
                  <a:pt x="67627" y="80010"/>
                  <a:pt x="58102" y="80010"/>
                </a:cubicBezTo>
                <a:cubicBezTo>
                  <a:pt x="56197" y="80010"/>
                  <a:pt x="54292" y="79058"/>
                  <a:pt x="54292" y="77152"/>
                </a:cubicBezTo>
                <a:cubicBezTo>
                  <a:pt x="54292" y="72390"/>
                  <a:pt x="66675" y="66675"/>
                  <a:pt x="66675" y="61913"/>
                </a:cubicBezTo>
                <a:cubicBezTo>
                  <a:pt x="66675" y="57150"/>
                  <a:pt x="61913" y="57150"/>
                  <a:pt x="58102" y="57150"/>
                </a:cubicBezTo>
                <a:cubicBezTo>
                  <a:pt x="52388" y="57150"/>
                  <a:pt x="40958" y="60008"/>
                  <a:pt x="34290" y="60008"/>
                </a:cubicBezTo>
                <a:cubicBezTo>
                  <a:pt x="30480" y="60008"/>
                  <a:pt x="27622" y="59055"/>
                  <a:pt x="27622" y="56198"/>
                </a:cubicBezTo>
                <a:cubicBezTo>
                  <a:pt x="27622" y="49530"/>
                  <a:pt x="49530" y="53340"/>
                  <a:pt x="49530" y="45720"/>
                </a:cubicBezTo>
                <a:cubicBezTo>
                  <a:pt x="49530" y="41910"/>
                  <a:pt x="42863" y="34290"/>
                  <a:pt x="42863" y="30480"/>
                </a:cubicBezTo>
                <a:cubicBezTo>
                  <a:pt x="42863" y="28575"/>
                  <a:pt x="44767" y="27623"/>
                  <a:pt x="46672" y="27623"/>
                </a:cubicBezTo>
                <a:cubicBezTo>
                  <a:pt x="54292" y="27623"/>
                  <a:pt x="62865" y="49530"/>
                  <a:pt x="71438" y="49530"/>
                </a:cubicBezTo>
                <a:cubicBezTo>
                  <a:pt x="75247" y="49530"/>
                  <a:pt x="76200" y="46673"/>
                  <a:pt x="76200" y="41910"/>
                </a:cubicBezTo>
                <a:cubicBezTo>
                  <a:pt x="76200" y="37148"/>
                  <a:pt x="75247" y="35242"/>
                  <a:pt x="75247" y="31433"/>
                </a:cubicBezTo>
                <a:cubicBezTo>
                  <a:pt x="75247" y="27623"/>
                  <a:pt x="77152" y="26670"/>
                  <a:pt x="78105" y="26670"/>
                </a:cubicBezTo>
                <a:cubicBezTo>
                  <a:pt x="83820" y="26670"/>
                  <a:pt x="88583" y="57150"/>
                  <a:pt x="104775" y="57150"/>
                </a:cubicBezTo>
                <a:cubicBezTo>
                  <a:pt x="111442" y="57150"/>
                  <a:pt x="106680" y="38100"/>
                  <a:pt x="113347" y="38100"/>
                </a:cubicBezTo>
                <a:cubicBezTo>
                  <a:pt x="117158" y="38100"/>
                  <a:pt x="118110" y="43815"/>
                  <a:pt x="118110" y="46673"/>
                </a:cubicBezTo>
                <a:cubicBezTo>
                  <a:pt x="120015" y="66675"/>
                  <a:pt x="138113" y="67627"/>
                  <a:pt x="138113" y="75248"/>
                </a:cubicBezTo>
                <a:cubicBezTo>
                  <a:pt x="137160" y="74295"/>
                  <a:pt x="136208" y="76200"/>
                  <a:pt x="133350" y="76200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2" name="Graphic 1025">
            <a:extLst>
              <a:ext uri="{FF2B5EF4-FFF2-40B4-BE49-F238E27FC236}">
                <a16:creationId xmlns:a16="http://schemas.microsoft.com/office/drawing/2014/main" id="{1A665DD2-3448-AE0B-C306-52572251EF26}"/>
              </a:ext>
            </a:extLst>
          </p:cNvPr>
          <p:cNvGrpSpPr/>
          <p:nvPr/>
        </p:nvGrpSpPr>
        <p:grpSpPr>
          <a:xfrm rot="16200000">
            <a:off x="6101566" y="2641239"/>
            <a:ext cx="1363449" cy="1069470"/>
            <a:chOff x="1147902" y="887711"/>
            <a:chExt cx="256222" cy="200977"/>
          </a:xfrm>
          <a:solidFill>
            <a:schemeClr val="bg1">
              <a:alpha val="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225914-EFDE-4270-5448-1F9237BE5402}"/>
                </a:ext>
              </a:extLst>
            </p:cNvPr>
            <p:cNvSpPr/>
            <p:nvPr/>
          </p:nvSpPr>
          <p:spPr>
            <a:xfrm>
              <a:off x="1147902" y="887711"/>
              <a:ext cx="189547" cy="200977"/>
            </a:xfrm>
            <a:custGeom>
              <a:avLst/>
              <a:gdLst>
                <a:gd name="connsiteX0" fmla="*/ 68580 w 189547"/>
                <a:gd name="connsiteY0" fmla="*/ 102870 h 200977"/>
                <a:gd name="connsiteX1" fmla="*/ 61913 w 189547"/>
                <a:gd name="connsiteY1" fmla="*/ 117158 h 200977"/>
                <a:gd name="connsiteX2" fmla="*/ 59055 w 189547"/>
                <a:gd name="connsiteY2" fmla="*/ 121920 h 200977"/>
                <a:gd name="connsiteX3" fmla="*/ 51435 w 189547"/>
                <a:gd name="connsiteY3" fmla="*/ 120968 h 200977"/>
                <a:gd name="connsiteX4" fmla="*/ 47625 w 189547"/>
                <a:gd name="connsiteY4" fmla="*/ 125730 h 200977"/>
                <a:gd name="connsiteX5" fmla="*/ 83820 w 189547"/>
                <a:gd name="connsiteY5" fmla="*/ 151448 h 200977"/>
                <a:gd name="connsiteX6" fmla="*/ 125730 w 189547"/>
                <a:gd name="connsiteY6" fmla="*/ 140970 h 200977"/>
                <a:gd name="connsiteX7" fmla="*/ 129540 w 189547"/>
                <a:gd name="connsiteY7" fmla="*/ 145733 h 200977"/>
                <a:gd name="connsiteX8" fmla="*/ 125730 w 189547"/>
                <a:gd name="connsiteY8" fmla="*/ 156210 h 200977"/>
                <a:gd name="connsiteX9" fmla="*/ 137160 w 189547"/>
                <a:gd name="connsiteY9" fmla="*/ 163830 h 200977"/>
                <a:gd name="connsiteX10" fmla="*/ 100965 w 189547"/>
                <a:gd name="connsiteY10" fmla="*/ 179070 h 200977"/>
                <a:gd name="connsiteX11" fmla="*/ 30480 w 189547"/>
                <a:gd name="connsiteY11" fmla="*/ 121920 h 200977"/>
                <a:gd name="connsiteX12" fmla="*/ 85725 w 189547"/>
                <a:gd name="connsiteY12" fmla="*/ 66675 h 200977"/>
                <a:gd name="connsiteX13" fmla="*/ 74295 w 189547"/>
                <a:gd name="connsiteY13" fmla="*/ 56198 h 200977"/>
                <a:gd name="connsiteX14" fmla="*/ 95250 w 189547"/>
                <a:gd name="connsiteY14" fmla="*/ 47625 h 200977"/>
                <a:gd name="connsiteX15" fmla="*/ 111443 w 189547"/>
                <a:gd name="connsiteY15" fmla="*/ 48577 h 200977"/>
                <a:gd name="connsiteX16" fmla="*/ 124778 w 189547"/>
                <a:gd name="connsiteY16" fmla="*/ 38100 h 200977"/>
                <a:gd name="connsiteX17" fmla="*/ 104775 w 189547"/>
                <a:gd name="connsiteY17" fmla="*/ 25718 h 200977"/>
                <a:gd name="connsiteX18" fmla="*/ 128588 w 189547"/>
                <a:gd name="connsiteY18" fmla="*/ 11430 h 200977"/>
                <a:gd name="connsiteX19" fmla="*/ 100965 w 189547"/>
                <a:gd name="connsiteY19" fmla="*/ 0 h 200977"/>
                <a:gd name="connsiteX20" fmla="*/ 0 w 189547"/>
                <a:gd name="connsiteY20" fmla="*/ 100965 h 200977"/>
                <a:gd name="connsiteX21" fmla="*/ 98108 w 189547"/>
                <a:gd name="connsiteY21" fmla="*/ 200977 h 200977"/>
                <a:gd name="connsiteX22" fmla="*/ 189548 w 189547"/>
                <a:gd name="connsiteY22" fmla="*/ 112395 h 200977"/>
                <a:gd name="connsiteX23" fmla="*/ 132398 w 189547"/>
                <a:gd name="connsiteY23" fmla="*/ 125730 h 200977"/>
                <a:gd name="connsiteX24" fmla="*/ 68580 w 189547"/>
                <a:gd name="connsiteY24" fmla="*/ 102870 h 20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9547" h="200977">
                  <a:moveTo>
                    <a:pt x="68580" y="102870"/>
                  </a:moveTo>
                  <a:cubicBezTo>
                    <a:pt x="61913" y="102870"/>
                    <a:pt x="61913" y="113348"/>
                    <a:pt x="61913" y="117158"/>
                  </a:cubicBezTo>
                  <a:cubicBezTo>
                    <a:pt x="61913" y="120968"/>
                    <a:pt x="61913" y="121920"/>
                    <a:pt x="59055" y="121920"/>
                  </a:cubicBezTo>
                  <a:cubicBezTo>
                    <a:pt x="56198" y="121920"/>
                    <a:pt x="54293" y="120968"/>
                    <a:pt x="51435" y="120968"/>
                  </a:cubicBezTo>
                  <a:cubicBezTo>
                    <a:pt x="49530" y="120968"/>
                    <a:pt x="47625" y="122873"/>
                    <a:pt x="47625" y="125730"/>
                  </a:cubicBezTo>
                  <a:cubicBezTo>
                    <a:pt x="47625" y="140018"/>
                    <a:pt x="65723" y="151448"/>
                    <a:pt x="83820" y="151448"/>
                  </a:cubicBezTo>
                  <a:cubicBezTo>
                    <a:pt x="107633" y="151448"/>
                    <a:pt x="119063" y="140970"/>
                    <a:pt x="125730" y="140970"/>
                  </a:cubicBezTo>
                  <a:cubicBezTo>
                    <a:pt x="128588" y="140970"/>
                    <a:pt x="129540" y="143827"/>
                    <a:pt x="129540" y="145733"/>
                  </a:cubicBezTo>
                  <a:cubicBezTo>
                    <a:pt x="129540" y="149543"/>
                    <a:pt x="125730" y="154305"/>
                    <a:pt x="125730" y="156210"/>
                  </a:cubicBezTo>
                  <a:cubicBezTo>
                    <a:pt x="125730" y="161925"/>
                    <a:pt x="137160" y="157163"/>
                    <a:pt x="137160" y="163830"/>
                  </a:cubicBezTo>
                  <a:cubicBezTo>
                    <a:pt x="137160" y="172402"/>
                    <a:pt x="122873" y="179070"/>
                    <a:pt x="100965" y="179070"/>
                  </a:cubicBezTo>
                  <a:cubicBezTo>
                    <a:pt x="58103" y="179070"/>
                    <a:pt x="30480" y="149543"/>
                    <a:pt x="30480" y="121920"/>
                  </a:cubicBezTo>
                  <a:cubicBezTo>
                    <a:pt x="30480" y="70485"/>
                    <a:pt x="85725" y="86677"/>
                    <a:pt x="85725" y="66675"/>
                  </a:cubicBezTo>
                  <a:cubicBezTo>
                    <a:pt x="85725" y="60008"/>
                    <a:pt x="79058" y="56198"/>
                    <a:pt x="74295" y="56198"/>
                  </a:cubicBezTo>
                  <a:cubicBezTo>
                    <a:pt x="80010" y="48577"/>
                    <a:pt x="87630" y="47625"/>
                    <a:pt x="95250" y="47625"/>
                  </a:cubicBezTo>
                  <a:cubicBezTo>
                    <a:pt x="100965" y="47625"/>
                    <a:pt x="106680" y="48577"/>
                    <a:pt x="111443" y="48577"/>
                  </a:cubicBezTo>
                  <a:cubicBezTo>
                    <a:pt x="118110" y="48577"/>
                    <a:pt x="124778" y="45720"/>
                    <a:pt x="124778" y="38100"/>
                  </a:cubicBezTo>
                  <a:cubicBezTo>
                    <a:pt x="124778" y="33338"/>
                    <a:pt x="120968" y="27623"/>
                    <a:pt x="104775" y="25718"/>
                  </a:cubicBezTo>
                  <a:cubicBezTo>
                    <a:pt x="106680" y="15240"/>
                    <a:pt x="128588" y="20955"/>
                    <a:pt x="128588" y="11430"/>
                  </a:cubicBezTo>
                  <a:cubicBezTo>
                    <a:pt x="128588" y="4763"/>
                    <a:pt x="116205" y="0"/>
                    <a:pt x="100965" y="0"/>
                  </a:cubicBezTo>
                  <a:cubicBezTo>
                    <a:pt x="41910" y="0"/>
                    <a:pt x="0" y="48577"/>
                    <a:pt x="0" y="100965"/>
                  </a:cubicBezTo>
                  <a:cubicBezTo>
                    <a:pt x="0" y="148590"/>
                    <a:pt x="34290" y="200977"/>
                    <a:pt x="98108" y="200977"/>
                  </a:cubicBezTo>
                  <a:cubicBezTo>
                    <a:pt x="160020" y="200977"/>
                    <a:pt x="189548" y="150495"/>
                    <a:pt x="189548" y="112395"/>
                  </a:cubicBezTo>
                  <a:cubicBezTo>
                    <a:pt x="178118" y="122873"/>
                    <a:pt x="147638" y="125730"/>
                    <a:pt x="132398" y="125730"/>
                  </a:cubicBezTo>
                  <a:cubicBezTo>
                    <a:pt x="87630" y="126683"/>
                    <a:pt x="75248" y="102870"/>
                    <a:pt x="68580" y="1028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7FFC45-FC9F-BB18-FD99-49A3BB9779B9}"/>
                </a:ext>
              </a:extLst>
            </p:cNvPr>
            <p:cNvSpPr/>
            <p:nvPr/>
          </p:nvSpPr>
          <p:spPr>
            <a:xfrm>
              <a:off x="1247915" y="896284"/>
              <a:ext cx="156210" cy="100964"/>
            </a:xfrm>
            <a:custGeom>
              <a:avLst/>
              <a:gdLst>
                <a:gd name="connsiteX0" fmla="*/ 17145 w 156210"/>
                <a:gd name="connsiteY0" fmla="*/ 100965 h 100964"/>
                <a:gd name="connsiteX1" fmla="*/ 33338 w 156210"/>
                <a:gd name="connsiteY1" fmla="*/ 84773 h 100964"/>
                <a:gd name="connsiteX2" fmla="*/ 0 w 156210"/>
                <a:gd name="connsiteY2" fmla="*/ 59055 h 100964"/>
                <a:gd name="connsiteX3" fmla="*/ 4763 w 156210"/>
                <a:gd name="connsiteY3" fmla="*/ 69533 h 100964"/>
                <a:gd name="connsiteX4" fmla="*/ 1905 w 156210"/>
                <a:gd name="connsiteY4" fmla="*/ 85725 h 100964"/>
                <a:gd name="connsiteX5" fmla="*/ 17145 w 156210"/>
                <a:gd name="connsiteY5" fmla="*/ 100965 h 100964"/>
                <a:gd name="connsiteX6" fmla="*/ 113348 w 156210"/>
                <a:gd name="connsiteY6" fmla="*/ 36195 h 100964"/>
                <a:gd name="connsiteX7" fmla="*/ 117158 w 156210"/>
                <a:gd name="connsiteY7" fmla="*/ 47625 h 100964"/>
                <a:gd name="connsiteX8" fmla="*/ 110490 w 156210"/>
                <a:gd name="connsiteY8" fmla="*/ 76200 h 100964"/>
                <a:gd name="connsiteX9" fmla="*/ 132398 w 156210"/>
                <a:gd name="connsiteY9" fmla="*/ 97155 h 100964"/>
                <a:gd name="connsiteX10" fmla="*/ 156210 w 156210"/>
                <a:gd name="connsiteY10" fmla="*/ 72390 h 100964"/>
                <a:gd name="connsiteX11" fmla="*/ 113348 w 156210"/>
                <a:gd name="connsiteY11" fmla="*/ 36195 h 100964"/>
                <a:gd name="connsiteX12" fmla="*/ 44768 w 156210"/>
                <a:gd name="connsiteY12" fmla="*/ 0 h 100964"/>
                <a:gd name="connsiteX13" fmla="*/ 51435 w 156210"/>
                <a:gd name="connsiteY13" fmla="*/ 18098 h 100964"/>
                <a:gd name="connsiteX14" fmla="*/ 40005 w 156210"/>
                <a:gd name="connsiteY14" fmla="*/ 62865 h 100964"/>
                <a:gd name="connsiteX15" fmla="*/ 70485 w 156210"/>
                <a:gd name="connsiteY15" fmla="*/ 94298 h 100964"/>
                <a:gd name="connsiteX16" fmla="*/ 100965 w 156210"/>
                <a:gd name="connsiteY16" fmla="*/ 60008 h 100964"/>
                <a:gd name="connsiteX17" fmla="*/ 44768 w 156210"/>
                <a:gd name="connsiteY17" fmla="*/ 0 h 100964"/>
                <a:gd name="connsiteX18" fmla="*/ 71438 w 156210"/>
                <a:gd name="connsiteY18" fmla="*/ 54292 h 100964"/>
                <a:gd name="connsiteX19" fmla="*/ 62865 w 156210"/>
                <a:gd name="connsiteY19" fmla="*/ 45720 h 100964"/>
                <a:gd name="connsiteX20" fmla="*/ 64770 w 156210"/>
                <a:gd name="connsiteY20" fmla="*/ 35242 h 100964"/>
                <a:gd name="connsiteX21" fmla="*/ 67628 w 156210"/>
                <a:gd name="connsiteY21" fmla="*/ 26670 h 100964"/>
                <a:gd name="connsiteX22" fmla="*/ 80010 w 156210"/>
                <a:gd name="connsiteY22" fmla="*/ 43815 h 100964"/>
                <a:gd name="connsiteX23" fmla="*/ 71438 w 156210"/>
                <a:gd name="connsiteY23" fmla="*/ 54292 h 100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6210" h="100964">
                  <a:moveTo>
                    <a:pt x="17145" y="100965"/>
                  </a:moveTo>
                  <a:cubicBezTo>
                    <a:pt x="26670" y="100965"/>
                    <a:pt x="33338" y="93345"/>
                    <a:pt x="33338" y="84773"/>
                  </a:cubicBezTo>
                  <a:cubicBezTo>
                    <a:pt x="33338" y="71438"/>
                    <a:pt x="20003" y="59055"/>
                    <a:pt x="0" y="59055"/>
                  </a:cubicBezTo>
                  <a:cubicBezTo>
                    <a:pt x="3810" y="62865"/>
                    <a:pt x="4763" y="65723"/>
                    <a:pt x="4763" y="69533"/>
                  </a:cubicBezTo>
                  <a:cubicBezTo>
                    <a:pt x="4763" y="74295"/>
                    <a:pt x="1905" y="80010"/>
                    <a:pt x="1905" y="85725"/>
                  </a:cubicBezTo>
                  <a:cubicBezTo>
                    <a:pt x="1905" y="94298"/>
                    <a:pt x="7620" y="100965"/>
                    <a:pt x="17145" y="100965"/>
                  </a:cubicBezTo>
                  <a:close/>
                  <a:moveTo>
                    <a:pt x="113348" y="36195"/>
                  </a:moveTo>
                  <a:cubicBezTo>
                    <a:pt x="116205" y="40005"/>
                    <a:pt x="117158" y="43815"/>
                    <a:pt x="117158" y="47625"/>
                  </a:cubicBezTo>
                  <a:cubicBezTo>
                    <a:pt x="117158" y="57150"/>
                    <a:pt x="110490" y="66675"/>
                    <a:pt x="110490" y="76200"/>
                  </a:cubicBezTo>
                  <a:cubicBezTo>
                    <a:pt x="110490" y="87630"/>
                    <a:pt x="119063" y="97155"/>
                    <a:pt x="132398" y="97155"/>
                  </a:cubicBezTo>
                  <a:cubicBezTo>
                    <a:pt x="146685" y="97155"/>
                    <a:pt x="156210" y="85725"/>
                    <a:pt x="156210" y="72390"/>
                  </a:cubicBezTo>
                  <a:cubicBezTo>
                    <a:pt x="155258" y="53340"/>
                    <a:pt x="139065" y="38100"/>
                    <a:pt x="113348" y="36195"/>
                  </a:cubicBezTo>
                  <a:close/>
                  <a:moveTo>
                    <a:pt x="44768" y="0"/>
                  </a:moveTo>
                  <a:cubicBezTo>
                    <a:pt x="49530" y="5715"/>
                    <a:pt x="51435" y="11430"/>
                    <a:pt x="51435" y="18098"/>
                  </a:cubicBezTo>
                  <a:cubicBezTo>
                    <a:pt x="51435" y="33338"/>
                    <a:pt x="40005" y="48577"/>
                    <a:pt x="40005" y="62865"/>
                  </a:cubicBezTo>
                  <a:cubicBezTo>
                    <a:pt x="40005" y="81915"/>
                    <a:pt x="52388" y="94298"/>
                    <a:pt x="70485" y="94298"/>
                  </a:cubicBezTo>
                  <a:cubicBezTo>
                    <a:pt x="89535" y="94298"/>
                    <a:pt x="100965" y="78105"/>
                    <a:pt x="100965" y="60008"/>
                  </a:cubicBezTo>
                  <a:cubicBezTo>
                    <a:pt x="100965" y="34290"/>
                    <a:pt x="80963" y="6667"/>
                    <a:pt x="44768" y="0"/>
                  </a:cubicBezTo>
                  <a:close/>
                  <a:moveTo>
                    <a:pt x="71438" y="54292"/>
                  </a:moveTo>
                  <a:cubicBezTo>
                    <a:pt x="66675" y="54292"/>
                    <a:pt x="62865" y="50483"/>
                    <a:pt x="62865" y="45720"/>
                  </a:cubicBezTo>
                  <a:cubicBezTo>
                    <a:pt x="62865" y="42863"/>
                    <a:pt x="64770" y="39052"/>
                    <a:pt x="64770" y="35242"/>
                  </a:cubicBezTo>
                  <a:cubicBezTo>
                    <a:pt x="65723" y="30480"/>
                    <a:pt x="64770" y="26670"/>
                    <a:pt x="67628" y="26670"/>
                  </a:cubicBezTo>
                  <a:cubicBezTo>
                    <a:pt x="73343" y="26670"/>
                    <a:pt x="80010" y="37148"/>
                    <a:pt x="80010" y="43815"/>
                  </a:cubicBezTo>
                  <a:cubicBezTo>
                    <a:pt x="80010" y="49530"/>
                    <a:pt x="77153" y="54292"/>
                    <a:pt x="71438" y="5429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C50F8A9-9645-BD40-52C7-50425CEA1F39}"/>
              </a:ext>
            </a:extLst>
          </p:cNvPr>
          <p:cNvSpPr/>
          <p:nvPr/>
        </p:nvSpPr>
        <p:spPr>
          <a:xfrm rot="16200000">
            <a:off x="2762554" y="6480392"/>
            <a:ext cx="846451" cy="755215"/>
          </a:xfrm>
          <a:custGeom>
            <a:avLst/>
            <a:gdLst>
              <a:gd name="connsiteX0" fmla="*/ 84773 w 159067"/>
              <a:gd name="connsiteY0" fmla="*/ 0 h 141922"/>
              <a:gd name="connsiteX1" fmla="*/ 159068 w 159067"/>
              <a:gd name="connsiteY1" fmla="*/ 85725 h 141922"/>
              <a:gd name="connsiteX2" fmla="*/ 96203 w 159067"/>
              <a:gd name="connsiteY2" fmla="*/ 141923 h 141922"/>
              <a:gd name="connsiteX3" fmla="*/ 0 w 159067"/>
              <a:gd name="connsiteY3" fmla="*/ 59055 h 141922"/>
              <a:gd name="connsiteX4" fmla="*/ 29528 w 159067"/>
              <a:gd name="connsiteY4" fmla="*/ 11430 h 141922"/>
              <a:gd name="connsiteX5" fmla="*/ 100013 w 159067"/>
              <a:gd name="connsiteY5" fmla="*/ 108585 h 141922"/>
              <a:gd name="connsiteX6" fmla="*/ 140970 w 159067"/>
              <a:gd name="connsiteY6" fmla="*/ 71438 h 141922"/>
              <a:gd name="connsiteX7" fmla="*/ 91440 w 159067"/>
              <a:gd name="connsiteY7" fmla="*/ 19050 h 141922"/>
              <a:gd name="connsiteX8" fmla="*/ 64770 w 159067"/>
              <a:gd name="connsiteY8" fmla="*/ 40005 h 141922"/>
              <a:gd name="connsiteX9" fmla="*/ 100013 w 159067"/>
              <a:gd name="connsiteY9" fmla="*/ 72390 h 141922"/>
              <a:gd name="connsiteX10" fmla="*/ 119063 w 159067"/>
              <a:gd name="connsiteY10" fmla="*/ 60008 h 141922"/>
              <a:gd name="connsiteX11" fmla="*/ 118110 w 159067"/>
              <a:gd name="connsiteY11" fmla="*/ 56198 h 141922"/>
              <a:gd name="connsiteX12" fmla="*/ 110490 w 159067"/>
              <a:gd name="connsiteY12" fmla="*/ 57150 h 141922"/>
              <a:gd name="connsiteX13" fmla="*/ 84773 w 159067"/>
              <a:gd name="connsiteY13" fmla="*/ 40958 h 141922"/>
              <a:gd name="connsiteX14" fmla="*/ 95250 w 159067"/>
              <a:gd name="connsiteY14" fmla="*/ 30480 h 141922"/>
              <a:gd name="connsiteX15" fmla="*/ 130493 w 159067"/>
              <a:gd name="connsiteY15" fmla="*/ 66675 h 141922"/>
              <a:gd name="connsiteX16" fmla="*/ 100013 w 159067"/>
              <a:gd name="connsiteY16" fmla="*/ 95250 h 141922"/>
              <a:gd name="connsiteX17" fmla="*/ 40958 w 159067"/>
              <a:gd name="connsiteY17" fmla="*/ 40005 h 141922"/>
              <a:gd name="connsiteX18" fmla="*/ 84773 w 159067"/>
              <a:gd name="connsiteY18" fmla="*/ 0 h 14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9067" h="141922">
                <a:moveTo>
                  <a:pt x="84773" y="0"/>
                </a:moveTo>
                <a:cubicBezTo>
                  <a:pt x="126683" y="0"/>
                  <a:pt x="159068" y="35243"/>
                  <a:pt x="159068" y="85725"/>
                </a:cubicBezTo>
                <a:cubicBezTo>
                  <a:pt x="159068" y="108585"/>
                  <a:pt x="146685" y="141923"/>
                  <a:pt x="96203" y="141923"/>
                </a:cubicBezTo>
                <a:cubicBezTo>
                  <a:pt x="36195" y="141923"/>
                  <a:pt x="0" y="91440"/>
                  <a:pt x="0" y="59055"/>
                </a:cubicBezTo>
                <a:cubicBezTo>
                  <a:pt x="0" y="31433"/>
                  <a:pt x="18098" y="14288"/>
                  <a:pt x="29528" y="11430"/>
                </a:cubicBezTo>
                <a:cubicBezTo>
                  <a:pt x="17145" y="60960"/>
                  <a:pt x="44768" y="108585"/>
                  <a:pt x="100013" y="108585"/>
                </a:cubicBezTo>
                <a:cubicBezTo>
                  <a:pt x="127635" y="108585"/>
                  <a:pt x="140970" y="95250"/>
                  <a:pt x="140970" y="71438"/>
                </a:cubicBezTo>
                <a:cubicBezTo>
                  <a:pt x="140970" y="44768"/>
                  <a:pt x="122873" y="19050"/>
                  <a:pt x="91440" y="19050"/>
                </a:cubicBezTo>
                <a:cubicBezTo>
                  <a:pt x="76200" y="19050"/>
                  <a:pt x="64770" y="27623"/>
                  <a:pt x="64770" y="40005"/>
                </a:cubicBezTo>
                <a:cubicBezTo>
                  <a:pt x="64770" y="60008"/>
                  <a:pt x="81915" y="72390"/>
                  <a:pt x="100013" y="72390"/>
                </a:cubicBezTo>
                <a:cubicBezTo>
                  <a:pt x="111443" y="72390"/>
                  <a:pt x="119063" y="67627"/>
                  <a:pt x="119063" y="60008"/>
                </a:cubicBezTo>
                <a:cubicBezTo>
                  <a:pt x="119063" y="59055"/>
                  <a:pt x="119063" y="57150"/>
                  <a:pt x="118110" y="56198"/>
                </a:cubicBezTo>
                <a:cubicBezTo>
                  <a:pt x="117158" y="57150"/>
                  <a:pt x="114300" y="57150"/>
                  <a:pt x="110490" y="57150"/>
                </a:cubicBezTo>
                <a:cubicBezTo>
                  <a:pt x="96203" y="57150"/>
                  <a:pt x="84773" y="49530"/>
                  <a:pt x="84773" y="40958"/>
                </a:cubicBezTo>
                <a:cubicBezTo>
                  <a:pt x="84773" y="34290"/>
                  <a:pt x="89535" y="30480"/>
                  <a:pt x="95250" y="30480"/>
                </a:cubicBezTo>
                <a:cubicBezTo>
                  <a:pt x="116205" y="30480"/>
                  <a:pt x="130493" y="51435"/>
                  <a:pt x="130493" y="66675"/>
                </a:cubicBezTo>
                <a:cubicBezTo>
                  <a:pt x="130493" y="81915"/>
                  <a:pt x="119063" y="95250"/>
                  <a:pt x="100013" y="95250"/>
                </a:cubicBezTo>
                <a:cubicBezTo>
                  <a:pt x="59055" y="95250"/>
                  <a:pt x="40958" y="61913"/>
                  <a:pt x="40958" y="40005"/>
                </a:cubicBezTo>
                <a:cubicBezTo>
                  <a:pt x="41910" y="16193"/>
                  <a:pt x="61913" y="0"/>
                  <a:pt x="84773" y="0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035F6A4-AA67-5BB6-CDAD-21CE44524A94}"/>
              </a:ext>
            </a:extLst>
          </p:cNvPr>
          <p:cNvSpPr/>
          <p:nvPr/>
        </p:nvSpPr>
        <p:spPr>
          <a:xfrm rot="16200000">
            <a:off x="2256423" y="-169863"/>
            <a:ext cx="796621" cy="724887"/>
          </a:xfrm>
          <a:custGeom>
            <a:avLst/>
            <a:gdLst>
              <a:gd name="connsiteX0" fmla="*/ 76410 w 102199"/>
              <a:gd name="connsiteY0" fmla="*/ 12896 h 92996"/>
              <a:gd name="connsiteX1" fmla="*/ 64980 w 102199"/>
              <a:gd name="connsiteY1" fmla="*/ 17659 h 92996"/>
              <a:gd name="connsiteX2" fmla="*/ 39263 w 102199"/>
              <a:gd name="connsiteY2" fmla="*/ 514 h 92996"/>
              <a:gd name="connsiteX3" fmla="*/ 21165 w 102199"/>
              <a:gd name="connsiteY3" fmla="*/ 26231 h 92996"/>
              <a:gd name="connsiteX4" fmla="*/ 23070 w 102199"/>
              <a:gd name="connsiteY4" fmla="*/ 32899 h 92996"/>
              <a:gd name="connsiteX5" fmla="*/ 19260 w 102199"/>
              <a:gd name="connsiteY5" fmla="*/ 33851 h 92996"/>
              <a:gd name="connsiteX6" fmla="*/ 210 w 102199"/>
              <a:gd name="connsiteY6" fmla="*/ 59569 h 92996"/>
              <a:gd name="connsiteX7" fmla="*/ 24975 w 102199"/>
              <a:gd name="connsiteY7" fmla="*/ 79571 h 92996"/>
              <a:gd name="connsiteX8" fmla="*/ 36405 w 102199"/>
              <a:gd name="connsiteY8" fmla="*/ 75761 h 92996"/>
              <a:gd name="connsiteX9" fmla="*/ 61170 w 102199"/>
              <a:gd name="connsiteY9" fmla="*/ 92906 h 92996"/>
              <a:gd name="connsiteX10" fmla="*/ 81173 w 102199"/>
              <a:gd name="connsiteY10" fmla="*/ 68141 h 92996"/>
              <a:gd name="connsiteX11" fmla="*/ 79268 w 102199"/>
              <a:gd name="connsiteY11" fmla="*/ 60521 h 92996"/>
              <a:gd name="connsiteX12" fmla="*/ 82125 w 102199"/>
              <a:gd name="connsiteY12" fmla="*/ 60521 h 92996"/>
              <a:gd name="connsiteX13" fmla="*/ 102128 w 102199"/>
              <a:gd name="connsiteY13" fmla="*/ 35756 h 92996"/>
              <a:gd name="connsiteX14" fmla="*/ 76410 w 102199"/>
              <a:gd name="connsiteY14" fmla="*/ 12896 h 92996"/>
              <a:gd name="connsiteX15" fmla="*/ 51645 w 102199"/>
              <a:gd name="connsiteY15" fmla="*/ 59569 h 92996"/>
              <a:gd name="connsiteX16" fmla="*/ 37358 w 102199"/>
              <a:gd name="connsiteY16" fmla="*/ 48139 h 92996"/>
              <a:gd name="connsiteX17" fmla="*/ 48788 w 102199"/>
              <a:gd name="connsiteY17" fmla="*/ 32899 h 92996"/>
              <a:gd name="connsiteX18" fmla="*/ 63075 w 102199"/>
              <a:gd name="connsiteY18" fmla="*/ 44329 h 92996"/>
              <a:gd name="connsiteX19" fmla="*/ 51645 w 102199"/>
              <a:gd name="connsiteY19" fmla="*/ 59569 h 9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2199" h="92996">
                <a:moveTo>
                  <a:pt x="76410" y="12896"/>
                </a:moveTo>
                <a:cubicBezTo>
                  <a:pt x="71648" y="13849"/>
                  <a:pt x="67838" y="14801"/>
                  <a:pt x="64980" y="17659"/>
                </a:cubicBezTo>
                <a:cubicBezTo>
                  <a:pt x="62123" y="7181"/>
                  <a:pt x="52598" y="-2344"/>
                  <a:pt x="39263" y="514"/>
                </a:cubicBezTo>
                <a:cubicBezTo>
                  <a:pt x="27833" y="2419"/>
                  <a:pt x="19260" y="12896"/>
                  <a:pt x="21165" y="26231"/>
                </a:cubicBezTo>
                <a:cubicBezTo>
                  <a:pt x="21165" y="28136"/>
                  <a:pt x="22118" y="30994"/>
                  <a:pt x="23070" y="32899"/>
                </a:cubicBezTo>
                <a:cubicBezTo>
                  <a:pt x="23070" y="32899"/>
                  <a:pt x="21165" y="32899"/>
                  <a:pt x="19260" y="33851"/>
                </a:cubicBezTo>
                <a:cubicBezTo>
                  <a:pt x="9735" y="35756"/>
                  <a:pt x="-1695" y="45281"/>
                  <a:pt x="210" y="59569"/>
                </a:cubicBezTo>
                <a:cubicBezTo>
                  <a:pt x="2115" y="71951"/>
                  <a:pt x="12593" y="80524"/>
                  <a:pt x="24975" y="79571"/>
                </a:cubicBezTo>
                <a:cubicBezTo>
                  <a:pt x="29738" y="78619"/>
                  <a:pt x="33548" y="77666"/>
                  <a:pt x="36405" y="75761"/>
                </a:cubicBezTo>
                <a:cubicBezTo>
                  <a:pt x="39263" y="87191"/>
                  <a:pt x="48788" y="93859"/>
                  <a:pt x="61170" y="92906"/>
                </a:cubicBezTo>
                <a:cubicBezTo>
                  <a:pt x="73553" y="91001"/>
                  <a:pt x="82125" y="80524"/>
                  <a:pt x="81173" y="68141"/>
                </a:cubicBezTo>
                <a:cubicBezTo>
                  <a:pt x="81173" y="64331"/>
                  <a:pt x="80220" y="62426"/>
                  <a:pt x="79268" y="60521"/>
                </a:cubicBezTo>
                <a:lnTo>
                  <a:pt x="82125" y="60521"/>
                </a:lnTo>
                <a:cubicBezTo>
                  <a:pt x="94508" y="57664"/>
                  <a:pt x="103080" y="48139"/>
                  <a:pt x="102128" y="35756"/>
                </a:cubicBezTo>
                <a:cubicBezTo>
                  <a:pt x="98318" y="20516"/>
                  <a:pt x="87840" y="10991"/>
                  <a:pt x="76410" y="12896"/>
                </a:cubicBezTo>
                <a:close/>
                <a:moveTo>
                  <a:pt x="51645" y="59569"/>
                </a:moveTo>
                <a:cubicBezTo>
                  <a:pt x="44025" y="60521"/>
                  <a:pt x="38310" y="54806"/>
                  <a:pt x="37358" y="48139"/>
                </a:cubicBezTo>
                <a:cubicBezTo>
                  <a:pt x="36405" y="40519"/>
                  <a:pt x="41168" y="33851"/>
                  <a:pt x="48788" y="32899"/>
                </a:cubicBezTo>
                <a:cubicBezTo>
                  <a:pt x="56408" y="31946"/>
                  <a:pt x="62123" y="37661"/>
                  <a:pt x="63075" y="44329"/>
                </a:cubicBezTo>
                <a:cubicBezTo>
                  <a:pt x="64027" y="51949"/>
                  <a:pt x="59265" y="58616"/>
                  <a:pt x="51645" y="59569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BE322A-9315-EF10-91BE-D12D91D993E7}"/>
              </a:ext>
            </a:extLst>
          </p:cNvPr>
          <p:cNvSpPr/>
          <p:nvPr/>
        </p:nvSpPr>
        <p:spPr>
          <a:xfrm rot="5400000" flipH="1">
            <a:off x="-117547" y="-27550"/>
            <a:ext cx="1033991" cy="1216459"/>
          </a:xfrm>
          <a:custGeom>
            <a:avLst/>
            <a:gdLst>
              <a:gd name="connsiteX0" fmla="*/ 105727 w 194310"/>
              <a:gd name="connsiteY0" fmla="*/ 3810 h 228600"/>
              <a:gd name="connsiteX1" fmla="*/ 133350 w 194310"/>
              <a:gd name="connsiteY1" fmla="*/ 33338 h 228600"/>
              <a:gd name="connsiteX2" fmla="*/ 128588 w 194310"/>
              <a:gd name="connsiteY2" fmla="*/ 32385 h 228600"/>
              <a:gd name="connsiteX3" fmla="*/ 102870 w 194310"/>
              <a:gd name="connsiteY3" fmla="*/ 60960 h 228600"/>
              <a:gd name="connsiteX4" fmla="*/ 161925 w 194310"/>
              <a:gd name="connsiteY4" fmla="*/ 37148 h 228600"/>
              <a:gd name="connsiteX5" fmla="*/ 194310 w 194310"/>
              <a:gd name="connsiteY5" fmla="*/ 63817 h 228600"/>
              <a:gd name="connsiteX6" fmla="*/ 186690 w 194310"/>
              <a:gd name="connsiteY6" fmla="*/ 85725 h 228600"/>
              <a:gd name="connsiteX7" fmla="*/ 149542 w 194310"/>
              <a:gd name="connsiteY7" fmla="*/ 63817 h 228600"/>
              <a:gd name="connsiteX8" fmla="*/ 109538 w 194310"/>
              <a:gd name="connsiteY8" fmla="*/ 70485 h 228600"/>
              <a:gd name="connsiteX9" fmla="*/ 154305 w 194310"/>
              <a:gd name="connsiteY9" fmla="*/ 101917 h 228600"/>
              <a:gd name="connsiteX10" fmla="*/ 118110 w 194310"/>
              <a:gd name="connsiteY10" fmla="*/ 140017 h 228600"/>
              <a:gd name="connsiteX11" fmla="*/ 120967 w 194310"/>
              <a:gd name="connsiteY11" fmla="*/ 120967 h 228600"/>
              <a:gd name="connsiteX12" fmla="*/ 96202 w 194310"/>
              <a:gd name="connsiteY12" fmla="*/ 80010 h 228600"/>
              <a:gd name="connsiteX13" fmla="*/ 81915 w 194310"/>
              <a:gd name="connsiteY13" fmla="*/ 112395 h 228600"/>
              <a:gd name="connsiteX14" fmla="*/ 86677 w 194310"/>
              <a:gd name="connsiteY14" fmla="*/ 118110 h 228600"/>
              <a:gd name="connsiteX15" fmla="*/ 83820 w 194310"/>
              <a:gd name="connsiteY15" fmla="*/ 145733 h 228600"/>
              <a:gd name="connsiteX16" fmla="*/ 90488 w 194310"/>
              <a:gd name="connsiteY16" fmla="*/ 157163 h 228600"/>
              <a:gd name="connsiteX17" fmla="*/ 95250 w 194310"/>
              <a:gd name="connsiteY17" fmla="*/ 184785 h 228600"/>
              <a:gd name="connsiteX18" fmla="*/ 101917 w 194310"/>
              <a:gd name="connsiteY18" fmla="*/ 189548 h 228600"/>
              <a:gd name="connsiteX19" fmla="*/ 114300 w 194310"/>
              <a:gd name="connsiteY19" fmla="*/ 210502 h 228600"/>
              <a:gd name="connsiteX20" fmla="*/ 117157 w 194310"/>
              <a:gd name="connsiteY20" fmla="*/ 216217 h 228600"/>
              <a:gd name="connsiteX21" fmla="*/ 101917 w 194310"/>
              <a:gd name="connsiteY21" fmla="*/ 228600 h 228600"/>
              <a:gd name="connsiteX22" fmla="*/ 94298 w 194310"/>
              <a:gd name="connsiteY22" fmla="*/ 220980 h 228600"/>
              <a:gd name="connsiteX23" fmla="*/ 74295 w 194310"/>
              <a:gd name="connsiteY23" fmla="*/ 200025 h 228600"/>
              <a:gd name="connsiteX24" fmla="*/ 76200 w 194310"/>
              <a:gd name="connsiteY24" fmla="*/ 194310 h 228600"/>
              <a:gd name="connsiteX25" fmla="*/ 60960 w 194310"/>
              <a:gd name="connsiteY25" fmla="*/ 159067 h 228600"/>
              <a:gd name="connsiteX26" fmla="*/ 64770 w 194310"/>
              <a:gd name="connsiteY26" fmla="*/ 152400 h 228600"/>
              <a:gd name="connsiteX27" fmla="*/ 56198 w 194310"/>
              <a:gd name="connsiteY27" fmla="*/ 116205 h 228600"/>
              <a:gd name="connsiteX28" fmla="*/ 61913 w 194310"/>
              <a:gd name="connsiteY28" fmla="*/ 110490 h 228600"/>
              <a:gd name="connsiteX29" fmla="*/ 75248 w 194310"/>
              <a:gd name="connsiteY29" fmla="*/ 73342 h 228600"/>
              <a:gd name="connsiteX30" fmla="*/ 65723 w 194310"/>
              <a:gd name="connsiteY30" fmla="*/ 72390 h 228600"/>
              <a:gd name="connsiteX31" fmla="*/ 952 w 194310"/>
              <a:gd name="connsiteY31" fmla="*/ 110490 h 228600"/>
              <a:gd name="connsiteX32" fmla="*/ 0 w 194310"/>
              <a:gd name="connsiteY32" fmla="*/ 99060 h 228600"/>
              <a:gd name="connsiteX33" fmla="*/ 23813 w 194310"/>
              <a:gd name="connsiteY33" fmla="*/ 58102 h 228600"/>
              <a:gd name="connsiteX34" fmla="*/ 41910 w 194310"/>
              <a:gd name="connsiteY34" fmla="*/ 55245 h 228600"/>
              <a:gd name="connsiteX35" fmla="*/ 79057 w 194310"/>
              <a:gd name="connsiteY35" fmla="*/ 60008 h 228600"/>
              <a:gd name="connsiteX36" fmla="*/ 34290 w 194310"/>
              <a:gd name="connsiteY36" fmla="*/ 34290 h 228600"/>
              <a:gd name="connsiteX37" fmla="*/ 20002 w 194310"/>
              <a:gd name="connsiteY37" fmla="*/ 41910 h 228600"/>
              <a:gd name="connsiteX38" fmla="*/ 19050 w 194310"/>
              <a:gd name="connsiteY38" fmla="*/ 30480 h 228600"/>
              <a:gd name="connsiteX39" fmla="*/ 39052 w 194310"/>
              <a:gd name="connsiteY39" fmla="*/ 4763 h 228600"/>
              <a:gd name="connsiteX40" fmla="*/ 89535 w 194310"/>
              <a:gd name="connsiteY40" fmla="*/ 52388 h 228600"/>
              <a:gd name="connsiteX41" fmla="*/ 89535 w 194310"/>
              <a:gd name="connsiteY41" fmla="*/ 49530 h 228600"/>
              <a:gd name="connsiteX42" fmla="*/ 103823 w 194310"/>
              <a:gd name="connsiteY42" fmla="*/ 0 h 228600"/>
              <a:gd name="connsiteX43" fmla="*/ 105727 w 194310"/>
              <a:gd name="connsiteY43" fmla="*/ 381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4310" h="228600">
                <a:moveTo>
                  <a:pt x="105727" y="3810"/>
                </a:moveTo>
                <a:cubicBezTo>
                  <a:pt x="114300" y="3810"/>
                  <a:pt x="129540" y="18098"/>
                  <a:pt x="133350" y="33338"/>
                </a:cubicBezTo>
                <a:cubicBezTo>
                  <a:pt x="131445" y="33338"/>
                  <a:pt x="129540" y="32385"/>
                  <a:pt x="128588" y="32385"/>
                </a:cubicBezTo>
                <a:cubicBezTo>
                  <a:pt x="117157" y="32385"/>
                  <a:pt x="111442" y="42863"/>
                  <a:pt x="102870" y="60960"/>
                </a:cubicBezTo>
                <a:cubicBezTo>
                  <a:pt x="122873" y="47625"/>
                  <a:pt x="140970" y="37148"/>
                  <a:pt x="161925" y="37148"/>
                </a:cubicBezTo>
                <a:cubicBezTo>
                  <a:pt x="180023" y="37148"/>
                  <a:pt x="194310" y="47625"/>
                  <a:pt x="194310" y="63817"/>
                </a:cubicBezTo>
                <a:cubicBezTo>
                  <a:pt x="194310" y="70485"/>
                  <a:pt x="190500" y="78105"/>
                  <a:pt x="186690" y="85725"/>
                </a:cubicBezTo>
                <a:cubicBezTo>
                  <a:pt x="183832" y="70485"/>
                  <a:pt x="171450" y="63817"/>
                  <a:pt x="149542" y="63817"/>
                </a:cubicBezTo>
                <a:cubicBezTo>
                  <a:pt x="137160" y="63817"/>
                  <a:pt x="121920" y="65723"/>
                  <a:pt x="109538" y="70485"/>
                </a:cubicBezTo>
                <a:cubicBezTo>
                  <a:pt x="148590" y="76200"/>
                  <a:pt x="154305" y="89535"/>
                  <a:pt x="154305" y="101917"/>
                </a:cubicBezTo>
                <a:cubicBezTo>
                  <a:pt x="154305" y="122873"/>
                  <a:pt x="132398" y="133350"/>
                  <a:pt x="118110" y="140017"/>
                </a:cubicBezTo>
                <a:cubicBezTo>
                  <a:pt x="119063" y="134302"/>
                  <a:pt x="120967" y="127635"/>
                  <a:pt x="120967" y="120967"/>
                </a:cubicBezTo>
                <a:cubicBezTo>
                  <a:pt x="120967" y="108585"/>
                  <a:pt x="116205" y="93345"/>
                  <a:pt x="96202" y="80010"/>
                </a:cubicBezTo>
                <a:cubicBezTo>
                  <a:pt x="93345" y="93345"/>
                  <a:pt x="81915" y="101917"/>
                  <a:pt x="81915" y="112395"/>
                </a:cubicBezTo>
                <a:cubicBezTo>
                  <a:pt x="81915" y="116205"/>
                  <a:pt x="84773" y="118110"/>
                  <a:pt x="86677" y="118110"/>
                </a:cubicBezTo>
                <a:cubicBezTo>
                  <a:pt x="86677" y="123825"/>
                  <a:pt x="83820" y="140970"/>
                  <a:pt x="83820" y="145733"/>
                </a:cubicBezTo>
                <a:cubicBezTo>
                  <a:pt x="83820" y="154305"/>
                  <a:pt x="85725" y="156210"/>
                  <a:pt x="90488" y="157163"/>
                </a:cubicBezTo>
                <a:cubicBezTo>
                  <a:pt x="93345" y="164783"/>
                  <a:pt x="93345" y="178117"/>
                  <a:pt x="95250" y="184785"/>
                </a:cubicBezTo>
                <a:cubicBezTo>
                  <a:pt x="96202" y="188595"/>
                  <a:pt x="99060" y="189548"/>
                  <a:pt x="101917" y="189548"/>
                </a:cubicBezTo>
                <a:cubicBezTo>
                  <a:pt x="104775" y="196215"/>
                  <a:pt x="108585" y="206692"/>
                  <a:pt x="114300" y="210502"/>
                </a:cubicBezTo>
                <a:cubicBezTo>
                  <a:pt x="115252" y="211455"/>
                  <a:pt x="117157" y="214313"/>
                  <a:pt x="117157" y="216217"/>
                </a:cubicBezTo>
                <a:cubicBezTo>
                  <a:pt x="117157" y="221933"/>
                  <a:pt x="107632" y="228600"/>
                  <a:pt x="101917" y="228600"/>
                </a:cubicBezTo>
                <a:cubicBezTo>
                  <a:pt x="100013" y="228600"/>
                  <a:pt x="97155" y="227648"/>
                  <a:pt x="94298" y="220980"/>
                </a:cubicBezTo>
                <a:cubicBezTo>
                  <a:pt x="92392" y="216217"/>
                  <a:pt x="75248" y="205740"/>
                  <a:pt x="74295" y="200025"/>
                </a:cubicBezTo>
                <a:cubicBezTo>
                  <a:pt x="75248" y="199073"/>
                  <a:pt x="76200" y="197167"/>
                  <a:pt x="76200" y="194310"/>
                </a:cubicBezTo>
                <a:cubicBezTo>
                  <a:pt x="76200" y="184785"/>
                  <a:pt x="60960" y="174308"/>
                  <a:pt x="60960" y="159067"/>
                </a:cubicBezTo>
                <a:cubicBezTo>
                  <a:pt x="62865" y="158115"/>
                  <a:pt x="64770" y="155258"/>
                  <a:pt x="64770" y="152400"/>
                </a:cubicBezTo>
                <a:cubicBezTo>
                  <a:pt x="64770" y="143827"/>
                  <a:pt x="56198" y="127635"/>
                  <a:pt x="56198" y="116205"/>
                </a:cubicBezTo>
                <a:cubicBezTo>
                  <a:pt x="60007" y="116205"/>
                  <a:pt x="61913" y="116205"/>
                  <a:pt x="61913" y="110490"/>
                </a:cubicBezTo>
                <a:cubicBezTo>
                  <a:pt x="62865" y="99060"/>
                  <a:pt x="64770" y="82867"/>
                  <a:pt x="75248" y="73342"/>
                </a:cubicBezTo>
                <a:cubicBezTo>
                  <a:pt x="72390" y="73342"/>
                  <a:pt x="69532" y="72390"/>
                  <a:pt x="65723" y="72390"/>
                </a:cubicBezTo>
                <a:cubicBezTo>
                  <a:pt x="44767" y="72390"/>
                  <a:pt x="13335" y="83820"/>
                  <a:pt x="952" y="110490"/>
                </a:cubicBezTo>
                <a:cubicBezTo>
                  <a:pt x="0" y="106680"/>
                  <a:pt x="0" y="102870"/>
                  <a:pt x="0" y="99060"/>
                </a:cubicBezTo>
                <a:cubicBezTo>
                  <a:pt x="0" y="77152"/>
                  <a:pt x="13335" y="62865"/>
                  <a:pt x="23813" y="58102"/>
                </a:cubicBezTo>
                <a:cubicBezTo>
                  <a:pt x="28575" y="56198"/>
                  <a:pt x="35242" y="55245"/>
                  <a:pt x="41910" y="55245"/>
                </a:cubicBezTo>
                <a:cubicBezTo>
                  <a:pt x="53340" y="55245"/>
                  <a:pt x="65723" y="57150"/>
                  <a:pt x="79057" y="60008"/>
                </a:cubicBezTo>
                <a:cubicBezTo>
                  <a:pt x="67627" y="44767"/>
                  <a:pt x="49530" y="34290"/>
                  <a:pt x="34290" y="34290"/>
                </a:cubicBezTo>
                <a:cubicBezTo>
                  <a:pt x="27623" y="34290"/>
                  <a:pt x="21907" y="36195"/>
                  <a:pt x="20002" y="41910"/>
                </a:cubicBezTo>
                <a:cubicBezTo>
                  <a:pt x="19050" y="39052"/>
                  <a:pt x="19050" y="34290"/>
                  <a:pt x="19050" y="30480"/>
                </a:cubicBezTo>
                <a:cubicBezTo>
                  <a:pt x="19050" y="14288"/>
                  <a:pt x="24765" y="4763"/>
                  <a:pt x="39052" y="4763"/>
                </a:cubicBezTo>
                <a:cubicBezTo>
                  <a:pt x="60007" y="4763"/>
                  <a:pt x="79057" y="29527"/>
                  <a:pt x="89535" y="52388"/>
                </a:cubicBezTo>
                <a:lnTo>
                  <a:pt x="89535" y="49530"/>
                </a:lnTo>
                <a:cubicBezTo>
                  <a:pt x="89535" y="17145"/>
                  <a:pt x="90488" y="952"/>
                  <a:pt x="103823" y="0"/>
                </a:cubicBezTo>
                <a:lnTo>
                  <a:pt x="105727" y="3810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CF9E548-F121-76D6-F223-02BEA30FF0B3}"/>
              </a:ext>
            </a:extLst>
          </p:cNvPr>
          <p:cNvSpPr/>
          <p:nvPr/>
        </p:nvSpPr>
        <p:spPr>
          <a:xfrm>
            <a:off x="7988751" y="0"/>
            <a:ext cx="4203249" cy="2825612"/>
          </a:xfrm>
          <a:custGeom>
            <a:avLst/>
            <a:gdLst>
              <a:gd name="connsiteX0" fmla="*/ 0 w 4203249"/>
              <a:gd name="connsiteY0" fmla="*/ 0 h 2825612"/>
              <a:gd name="connsiteX1" fmla="*/ 4203249 w 4203249"/>
              <a:gd name="connsiteY1" fmla="*/ 0 h 2825612"/>
              <a:gd name="connsiteX2" fmla="*/ 4203249 w 4203249"/>
              <a:gd name="connsiteY2" fmla="*/ 2825612 h 2825612"/>
              <a:gd name="connsiteX3" fmla="*/ 0 w 4203249"/>
              <a:gd name="connsiteY3" fmla="*/ 2825612 h 2825612"/>
              <a:gd name="connsiteX4" fmla="*/ 0 w 4203249"/>
              <a:gd name="connsiteY4" fmla="*/ 0 h 28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249" h="2825612">
                <a:moveTo>
                  <a:pt x="0" y="0"/>
                </a:moveTo>
                <a:lnTo>
                  <a:pt x="4203249" y="0"/>
                </a:lnTo>
                <a:lnTo>
                  <a:pt x="4203249" y="2825612"/>
                </a:lnTo>
                <a:lnTo>
                  <a:pt x="0" y="28256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243EBD52-80FC-6421-4068-B54CA12612EE}"/>
              </a:ext>
            </a:extLst>
          </p:cNvPr>
          <p:cNvSpPr>
            <a:spLocks/>
          </p:cNvSpPr>
          <p:nvPr/>
        </p:nvSpPr>
        <p:spPr bwMode="auto">
          <a:xfrm>
            <a:off x="7834801" y="4480353"/>
            <a:ext cx="2049978" cy="2377647"/>
          </a:xfrm>
          <a:custGeom>
            <a:avLst/>
            <a:gdLst>
              <a:gd name="connsiteX0" fmla="*/ 2049978 w 2049978"/>
              <a:gd name="connsiteY0" fmla="*/ 0 h 2377647"/>
              <a:gd name="connsiteX1" fmla="*/ 1499380 w 2049978"/>
              <a:gd name="connsiteY1" fmla="*/ 2180362 h 2377647"/>
              <a:gd name="connsiteX2" fmla="*/ 1405038 w 2049978"/>
              <a:gd name="connsiteY2" fmla="*/ 2377647 h 2377647"/>
              <a:gd name="connsiteX3" fmla="*/ 0 w 2049978"/>
              <a:gd name="connsiteY3" fmla="*/ 2377647 h 2377647"/>
              <a:gd name="connsiteX4" fmla="*/ 42567 w 2049978"/>
              <a:gd name="connsiteY4" fmla="*/ 2252990 h 2377647"/>
              <a:gd name="connsiteX5" fmla="*/ 285848 w 2049978"/>
              <a:gd name="connsiteY5" fmla="*/ 667571 h 2377647"/>
              <a:gd name="connsiteX6" fmla="*/ 282593 w 2049978"/>
              <a:gd name="connsiteY6" fmla="*/ 468928 h 2377647"/>
              <a:gd name="connsiteX7" fmla="*/ 2049978 w 2049978"/>
              <a:gd name="connsiteY7" fmla="*/ 0 h 237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49978" h="2377647">
                <a:moveTo>
                  <a:pt x="2049978" y="0"/>
                </a:moveTo>
                <a:cubicBezTo>
                  <a:pt x="1993018" y="772185"/>
                  <a:pt x="1801490" y="1506972"/>
                  <a:pt x="1499380" y="2180362"/>
                </a:cubicBezTo>
                <a:lnTo>
                  <a:pt x="1405038" y="2377647"/>
                </a:lnTo>
                <a:lnTo>
                  <a:pt x="0" y="2377647"/>
                </a:lnTo>
                <a:lnTo>
                  <a:pt x="42567" y="2252990"/>
                </a:lnTo>
                <a:cubicBezTo>
                  <a:pt x="201120" y="1753189"/>
                  <a:pt x="285848" y="1220353"/>
                  <a:pt x="285848" y="667571"/>
                </a:cubicBezTo>
                <a:cubicBezTo>
                  <a:pt x="285848" y="602443"/>
                  <a:pt x="285848" y="534057"/>
                  <a:pt x="282593" y="468928"/>
                </a:cubicBezTo>
                <a:cubicBezTo>
                  <a:pt x="848937" y="254003"/>
                  <a:pt x="1438066" y="94437"/>
                  <a:pt x="2049978" y="0"/>
                </a:cubicBez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162483-0459-63D0-9C44-E6CE3EAAFAD7}"/>
              </a:ext>
            </a:extLst>
          </p:cNvPr>
          <p:cNvGrpSpPr/>
          <p:nvPr/>
        </p:nvGrpSpPr>
        <p:grpSpPr>
          <a:xfrm>
            <a:off x="365125" y="2067182"/>
            <a:ext cx="6324433" cy="2037837"/>
            <a:chOff x="365125" y="1876303"/>
            <a:chExt cx="6324433" cy="2037837"/>
          </a:xfrm>
        </p:grpSpPr>
        <p:sp>
          <p:nvSpPr>
            <p:cNvPr id="45" name="Title 1">
              <a:extLst>
                <a:ext uri="{FF2B5EF4-FFF2-40B4-BE49-F238E27FC236}">
                  <a16:creationId xmlns:a16="http://schemas.microsoft.com/office/drawing/2014/main" id="{FDD8F364-DCC4-18D6-D789-43A0FF7E01F9}"/>
                </a:ext>
              </a:extLst>
            </p:cNvPr>
            <p:cNvSpPr txBox="1">
              <a:spLocks/>
            </p:cNvSpPr>
            <p:nvPr/>
          </p:nvSpPr>
          <p:spPr>
            <a:xfrm>
              <a:off x="365125" y="1876303"/>
              <a:ext cx="6324433" cy="1365661"/>
            </a:xfrm>
            <a:prstGeom prst="rect">
              <a:avLst/>
            </a:prstGeom>
          </p:spPr>
          <p:txBody>
            <a:bodyPr lIns="0" tIns="0" rIns="0" bIns="0" anchor="b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>
                  <a:solidFill>
                    <a:schemeClr val="bg1"/>
                  </a:solidFill>
                  <a:latin typeface="+mn-lt"/>
                </a:rPr>
                <a:t>What Is Lorem Ipsum</a:t>
              </a:r>
            </a:p>
          </p:txBody>
        </p:sp>
        <p:sp>
          <p:nvSpPr>
            <p:cNvPr id="46" name="Subtitle 2">
              <a:extLst>
                <a:ext uri="{FF2B5EF4-FFF2-40B4-BE49-F238E27FC236}">
                  <a16:creationId xmlns:a16="http://schemas.microsoft.com/office/drawing/2014/main" id="{69AE454B-01AA-07DD-0793-C5FDAF4A33CF}"/>
                </a:ext>
              </a:extLst>
            </p:cNvPr>
            <p:cNvSpPr txBox="1">
              <a:spLocks/>
            </p:cNvSpPr>
            <p:nvPr/>
          </p:nvSpPr>
          <p:spPr>
            <a:xfrm>
              <a:off x="365125" y="3439406"/>
              <a:ext cx="4156075" cy="474734"/>
            </a:xfrm>
            <a:prstGeom prst="rect">
              <a:avLst/>
            </a:prstGeom>
          </p:spPr>
          <p:txBody>
            <a:bodyPr lIns="0" tIns="0" rIns="0" bIns="0" anchor="t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IN" sz="3600" dirty="0">
                  <a:solidFill>
                    <a:schemeClr val="accent2"/>
                  </a:solidFill>
                </a:rPr>
                <a:t>Lorem Ipsum</a:t>
              </a:r>
              <a:endParaRPr lang="en-IN" sz="4000" dirty="0">
                <a:solidFill>
                  <a:schemeClr val="accent2"/>
                </a:solidFill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5705AE9B-66BB-F6A2-A683-C0250A6A12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12" r="14934" b="3969"/>
          <a:stretch/>
        </p:blipFill>
        <p:spPr>
          <a:xfrm>
            <a:off x="9688875" y="1998899"/>
            <a:ext cx="2503125" cy="2481454"/>
          </a:xfrm>
          <a:custGeom>
            <a:avLst/>
            <a:gdLst>
              <a:gd name="connsiteX0" fmla="*/ 2369628 w 2503125"/>
              <a:gd name="connsiteY0" fmla="*/ 0 h 2481454"/>
              <a:gd name="connsiteX1" fmla="*/ 2503125 w 2503125"/>
              <a:gd name="connsiteY1" fmla="*/ 1649 h 2481454"/>
              <a:gd name="connsiteX2" fmla="*/ 2503125 w 2503125"/>
              <a:gd name="connsiteY2" fmla="*/ 2415614 h 2481454"/>
              <a:gd name="connsiteX3" fmla="*/ 2122656 w 2503125"/>
              <a:gd name="connsiteY3" fmla="*/ 2384980 h 2481454"/>
              <a:gd name="connsiteX4" fmla="*/ 1604706 w 2503125"/>
              <a:gd name="connsiteY4" fmla="*/ 2370733 h 2481454"/>
              <a:gd name="connsiteX5" fmla="*/ 195299 w 2503125"/>
              <a:gd name="connsiteY5" fmla="*/ 2481454 h 2481454"/>
              <a:gd name="connsiteX6" fmla="*/ 214829 w 2503125"/>
              <a:gd name="connsiteY6" fmla="*/ 1986466 h 2481454"/>
              <a:gd name="connsiteX7" fmla="*/ 0 w 2503125"/>
              <a:gd name="connsiteY7" fmla="*/ 319137 h 2481454"/>
              <a:gd name="connsiteX8" fmla="*/ 2369628 w 2503125"/>
              <a:gd name="connsiteY8" fmla="*/ 0 h 2481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3125" h="2481454">
                <a:moveTo>
                  <a:pt x="2369628" y="0"/>
                </a:moveTo>
                <a:lnTo>
                  <a:pt x="2503125" y="1649"/>
                </a:lnTo>
                <a:lnTo>
                  <a:pt x="2503125" y="2415614"/>
                </a:lnTo>
                <a:lnTo>
                  <a:pt x="2122656" y="2384980"/>
                </a:lnTo>
                <a:cubicBezTo>
                  <a:pt x="1951362" y="2375618"/>
                  <a:pt x="1778848" y="2370733"/>
                  <a:pt x="1604706" y="2370733"/>
                </a:cubicBezTo>
                <a:cubicBezTo>
                  <a:pt x="1126224" y="2370733"/>
                  <a:pt x="654252" y="2406555"/>
                  <a:pt x="195299" y="2481454"/>
                </a:cubicBezTo>
                <a:cubicBezTo>
                  <a:pt x="208319" y="2318629"/>
                  <a:pt x="214829" y="2152547"/>
                  <a:pt x="214829" y="1986466"/>
                </a:cubicBezTo>
                <a:cubicBezTo>
                  <a:pt x="214829" y="1410065"/>
                  <a:pt x="139964" y="849947"/>
                  <a:pt x="0" y="319137"/>
                </a:cubicBezTo>
                <a:cubicBezTo>
                  <a:pt x="755156" y="110721"/>
                  <a:pt x="1549372" y="0"/>
                  <a:pt x="2369628" y="0"/>
                </a:cubicBezTo>
                <a:close/>
              </a:path>
            </a:pathLst>
          </a:custGeom>
        </p:spPr>
      </p:pic>
      <p:pic>
        <p:nvPicPr>
          <p:cNvPr id="21" name="Picture 20" descr="An ice cream cone with a scoop of ice cream&#10;&#10;Description automatically generated">
            <a:extLst>
              <a:ext uri="{FF2B5EF4-FFF2-40B4-BE49-F238E27FC236}">
                <a16:creationId xmlns:a16="http://schemas.microsoft.com/office/drawing/2014/main" id="{F2740A65-F265-B7CF-0EFB-133F638A479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4916" b="2318"/>
          <a:stretch/>
        </p:blipFill>
        <p:spPr>
          <a:xfrm>
            <a:off x="3831334" y="0"/>
            <a:ext cx="5857541" cy="3123716"/>
          </a:xfrm>
          <a:custGeom>
            <a:avLst/>
            <a:gdLst>
              <a:gd name="connsiteX0" fmla="*/ 0 w 5857541"/>
              <a:gd name="connsiteY0" fmla="*/ 0 h 3123716"/>
              <a:gd name="connsiteX1" fmla="*/ 4713097 w 5857541"/>
              <a:gd name="connsiteY1" fmla="*/ 0 h 3123716"/>
              <a:gd name="connsiteX2" fmla="*/ 4849895 w 5857541"/>
              <a:gd name="connsiteY2" fmla="*/ 180370 h 3123716"/>
              <a:gd name="connsiteX3" fmla="*/ 5857541 w 5857541"/>
              <a:gd name="connsiteY3" fmla="*/ 2319288 h 3123716"/>
              <a:gd name="connsiteX4" fmla="*/ 3885120 w 5857541"/>
              <a:gd name="connsiteY4" fmla="*/ 3123716 h 3123716"/>
              <a:gd name="connsiteX5" fmla="*/ 289083 w 5857541"/>
              <a:gd name="connsiteY5" fmla="*/ 58623 h 312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7541" h="3123716">
                <a:moveTo>
                  <a:pt x="0" y="0"/>
                </a:moveTo>
                <a:lnTo>
                  <a:pt x="4713097" y="0"/>
                </a:lnTo>
                <a:lnTo>
                  <a:pt x="4849895" y="180370"/>
                </a:lnTo>
                <a:cubicBezTo>
                  <a:pt x="5307883" y="817500"/>
                  <a:pt x="5652487" y="1538472"/>
                  <a:pt x="5857541" y="2319288"/>
                </a:cubicBezTo>
                <a:cubicBezTo>
                  <a:pt x="5161009" y="2508182"/>
                  <a:pt x="4500281" y="2781753"/>
                  <a:pt x="3885120" y="3123716"/>
                </a:cubicBezTo>
                <a:cubicBezTo>
                  <a:pt x="3247786" y="1607476"/>
                  <a:pt x="1916426" y="452433"/>
                  <a:pt x="289083" y="58623"/>
                </a:cubicBezTo>
                <a:close/>
              </a:path>
            </a:pathLst>
          </a:custGeom>
        </p:spPr>
      </p:pic>
      <p:pic>
        <p:nvPicPr>
          <p:cNvPr id="1028" name="Picture 1027" descr="Ice cream cones in a glass cup&#10;&#10;Description automatically generated">
            <a:extLst>
              <a:ext uri="{FF2B5EF4-FFF2-40B4-BE49-F238E27FC236}">
                <a16:creationId xmlns:a16="http://schemas.microsoft.com/office/drawing/2014/main" id="{2AF8793C-3073-2DDA-16B0-3B998E51FE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18577" b="11100"/>
          <a:stretch/>
        </p:blipFill>
        <p:spPr>
          <a:xfrm>
            <a:off x="7716771" y="2318877"/>
            <a:ext cx="2187598" cy="2630015"/>
          </a:xfrm>
          <a:custGeom>
            <a:avLst/>
            <a:gdLst>
              <a:gd name="connsiteX0" fmla="*/ 1972745 w 2187598"/>
              <a:gd name="connsiteY0" fmla="*/ 0 h 2630015"/>
              <a:gd name="connsiteX1" fmla="*/ 2187598 w 2187598"/>
              <a:gd name="connsiteY1" fmla="*/ 1666544 h 2630015"/>
              <a:gd name="connsiteX2" fmla="*/ 2168066 w 2187598"/>
              <a:gd name="connsiteY2" fmla="*/ 2161300 h 2630015"/>
              <a:gd name="connsiteX3" fmla="*/ 400409 w 2187598"/>
              <a:gd name="connsiteY3" fmla="*/ 2630015 h 2630015"/>
              <a:gd name="connsiteX4" fmla="*/ 0 w 2187598"/>
              <a:gd name="connsiteY4" fmla="*/ 803978 h 2630015"/>
              <a:gd name="connsiteX5" fmla="*/ 1972745 w 2187598"/>
              <a:gd name="connsiteY5" fmla="*/ 0 h 263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7598" h="2630015">
                <a:moveTo>
                  <a:pt x="1972745" y="0"/>
                </a:moveTo>
                <a:cubicBezTo>
                  <a:pt x="2112725" y="530560"/>
                  <a:pt x="2187598" y="1090415"/>
                  <a:pt x="2187598" y="1666544"/>
                </a:cubicBezTo>
                <a:cubicBezTo>
                  <a:pt x="2187598" y="1832548"/>
                  <a:pt x="2181087" y="1998551"/>
                  <a:pt x="2168066" y="2161300"/>
                </a:cubicBezTo>
                <a:cubicBezTo>
                  <a:pt x="1556059" y="2255694"/>
                  <a:pt x="966840" y="2415187"/>
                  <a:pt x="400409" y="2630015"/>
                </a:cubicBezTo>
                <a:cubicBezTo>
                  <a:pt x="377621" y="1985531"/>
                  <a:pt x="234386" y="1370342"/>
                  <a:pt x="0" y="803978"/>
                </a:cubicBezTo>
                <a:cubicBezTo>
                  <a:pt x="615262" y="462206"/>
                  <a:pt x="1276099" y="188788"/>
                  <a:pt x="1972745" y="0"/>
                </a:cubicBez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6F7479F-BCD4-E3FC-A15E-FD9EA0AB2576}"/>
              </a:ext>
            </a:extLst>
          </p:cNvPr>
          <p:cNvSpPr>
            <a:spLocks/>
          </p:cNvSpPr>
          <p:nvPr/>
        </p:nvSpPr>
        <p:spPr bwMode="auto">
          <a:xfrm>
            <a:off x="3831334" y="0"/>
            <a:ext cx="5857542" cy="3123716"/>
          </a:xfrm>
          <a:custGeom>
            <a:avLst/>
            <a:gdLst>
              <a:gd name="connsiteX0" fmla="*/ 0 w 5857542"/>
              <a:gd name="connsiteY0" fmla="*/ 0 h 3123716"/>
              <a:gd name="connsiteX1" fmla="*/ 4713098 w 5857542"/>
              <a:gd name="connsiteY1" fmla="*/ 0 h 3123716"/>
              <a:gd name="connsiteX2" fmla="*/ 4849896 w 5857542"/>
              <a:gd name="connsiteY2" fmla="*/ 180370 h 3123716"/>
              <a:gd name="connsiteX3" fmla="*/ 5857542 w 5857542"/>
              <a:gd name="connsiteY3" fmla="*/ 2319288 h 3123716"/>
              <a:gd name="connsiteX4" fmla="*/ 3885122 w 5857542"/>
              <a:gd name="connsiteY4" fmla="*/ 3123716 h 3123716"/>
              <a:gd name="connsiteX5" fmla="*/ 289084 w 5857542"/>
              <a:gd name="connsiteY5" fmla="*/ 58623 h 312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7542" h="3123716">
                <a:moveTo>
                  <a:pt x="0" y="0"/>
                </a:moveTo>
                <a:lnTo>
                  <a:pt x="4713098" y="0"/>
                </a:lnTo>
                <a:lnTo>
                  <a:pt x="4849896" y="180370"/>
                </a:lnTo>
                <a:cubicBezTo>
                  <a:pt x="5307884" y="817499"/>
                  <a:pt x="5652488" y="1538472"/>
                  <a:pt x="5857542" y="2319288"/>
                </a:cubicBezTo>
                <a:cubicBezTo>
                  <a:pt x="5161010" y="2508182"/>
                  <a:pt x="4500283" y="2781753"/>
                  <a:pt x="3885122" y="3123716"/>
                </a:cubicBezTo>
                <a:cubicBezTo>
                  <a:pt x="3247787" y="1607475"/>
                  <a:pt x="1916427" y="452433"/>
                  <a:pt x="289084" y="58623"/>
                </a:cubicBez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034" name="Freeform 10">
            <a:extLst>
              <a:ext uri="{FF2B5EF4-FFF2-40B4-BE49-F238E27FC236}">
                <a16:creationId xmlns:a16="http://schemas.microsoft.com/office/drawing/2014/main" id="{9B0D3D91-6C4F-952B-AAAB-320E67473B35}"/>
              </a:ext>
            </a:extLst>
          </p:cNvPr>
          <p:cNvSpPr>
            <a:spLocks/>
          </p:cNvSpPr>
          <p:nvPr/>
        </p:nvSpPr>
        <p:spPr bwMode="auto">
          <a:xfrm>
            <a:off x="7716771" y="2318876"/>
            <a:ext cx="2187598" cy="2630015"/>
          </a:xfrm>
          <a:custGeom>
            <a:avLst/>
            <a:gdLst>
              <a:gd name="T0" fmla="*/ 672 w 672"/>
              <a:gd name="T1" fmla="*/ 512 h 808"/>
              <a:gd name="T2" fmla="*/ 606 w 672"/>
              <a:gd name="T3" fmla="*/ 0 h 808"/>
              <a:gd name="T4" fmla="*/ 0 w 672"/>
              <a:gd name="T5" fmla="*/ 247 h 808"/>
              <a:gd name="T6" fmla="*/ 123 w 672"/>
              <a:gd name="T7" fmla="*/ 808 h 808"/>
              <a:gd name="T8" fmla="*/ 666 w 672"/>
              <a:gd name="T9" fmla="*/ 664 h 808"/>
              <a:gd name="T10" fmla="*/ 672 w 672"/>
              <a:gd name="T11" fmla="*/ 512 h 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2" h="808">
                <a:moveTo>
                  <a:pt x="672" y="512"/>
                </a:moveTo>
                <a:cubicBezTo>
                  <a:pt x="672" y="335"/>
                  <a:pt x="649" y="163"/>
                  <a:pt x="606" y="0"/>
                </a:cubicBezTo>
                <a:cubicBezTo>
                  <a:pt x="392" y="58"/>
                  <a:pt x="189" y="142"/>
                  <a:pt x="0" y="247"/>
                </a:cubicBezTo>
                <a:cubicBezTo>
                  <a:pt x="72" y="421"/>
                  <a:pt x="116" y="610"/>
                  <a:pt x="123" y="808"/>
                </a:cubicBezTo>
                <a:cubicBezTo>
                  <a:pt x="297" y="742"/>
                  <a:pt x="478" y="693"/>
                  <a:pt x="666" y="664"/>
                </a:cubicBezTo>
                <a:cubicBezTo>
                  <a:pt x="670" y="614"/>
                  <a:pt x="672" y="563"/>
                  <a:pt x="672" y="512"/>
                </a:cubicBez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790185C-EE9D-0C4D-B459-7A25D3F74E46}"/>
              </a:ext>
            </a:extLst>
          </p:cNvPr>
          <p:cNvSpPr>
            <a:spLocks/>
          </p:cNvSpPr>
          <p:nvPr/>
        </p:nvSpPr>
        <p:spPr bwMode="auto">
          <a:xfrm>
            <a:off x="9688874" y="1998899"/>
            <a:ext cx="2503126" cy="2481454"/>
          </a:xfrm>
          <a:custGeom>
            <a:avLst/>
            <a:gdLst>
              <a:gd name="connsiteX0" fmla="*/ 2369628 w 2503126"/>
              <a:gd name="connsiteY0" fmla="*/ 0 h 2481454"/>
              <a:gd name="connsiteX1" fmla="*/ 2503126 w 2503126"/>
              <a:gd name="connsiteY1" fmla="*/ 1649 h 2481454"/>
              <a:gd name="connsiteX2" fmla="*/ 2503126 w 2503126"/>
              <a:gd name="connsiteY2" fmla="*/ 2415615 h 2481454"/>
              <a:gd name="connsiteX3" fmla="*/ 2122656 w 2503126"/>
              <a:gd name="connsiteY3" fmla="*/ 2384980 h 2481454"/>
              <a:gd name="connsiteX4" fmla="*/ 1604706 w 2503126"/>
              <a:gd name="connsiteY4" fmla="*/ 2370733 h 2481454"/>
              <a:gd name="connsiteX5" fmla="*/ 195299 w 2503126"/>
              <a:gd name="connsiteY5" fmla="*/ 2481454 h 2481454"/>
              <a:gd name="connsiteX6" fmla="*/ 214829 w 2503126"/>
              <a:gd name="connsiteY6" fmla="*/ 1986466 h 2481454"/>
              <a:gd name="connsiteX7" fmla="*/ 0 w 2503126"/>
              <a:gd name="connsiteY7" fmla="*/ 319137 h 2481454"/>
              <a:gd name="connsiteX8" fmla="*/ 2369628 w 2503126"/>
              <a:gd name="connsiteY8" fmla="*/ 0 h 2481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3126" h="2481454">
                <a:moveTo>
                  <a:pt x="2369628" y="0"/>
                </a:moveTo>
                <a:lnTo>
                  <a:pt x="2503126" y="1649"/>
                </a:lnTo>
                <a:lnTo>
                  <a:pt x="2503126" y="2415615"/>
                </a:lnTo>
                <a:lnTo>
                  <a:pt x="2122656" y="2384980"/>
                </a:lnTo>
                <a:cubicBezTo>
                  <a:pt x="1951362" y="2375618"/>
                  <a:pt x="1778848" y="2370733"/>
                  <a:pt x="1604706" y="2370733"/>
                </a:cubicBezTo>
                <a:cubicBezTo>
                  <a:pt x="1126224" y="2370733"/>
                  <a:pt x="654252" y="2406555"/>
                  <a:pt x="195299" y="2481454"/>
                </a:cubicBezTo>
                <a:cubicBezTo>
                  <a:pt x="208319" y="2318629"/>
                  <a:pt x="214829" y="2152547"/>
                  <a:pt x="214829" y="1986466"/>
                </a:cubicBezTo>
                <a:cubicBezTo>
                  <a:pt x="214829" y="1410065"/>
                  <a:pt x="139964" y="849947"/>
                  <a:pt x="0" y="319137"/>
                </a:cubicBezTo>
                <a:cubicBezTo>
                  <a:pt x="755156" y="110721"/>
                  <a:pt x="1549372" y="0"/>
                  <a:pt x="2369628" y="0"/>
                </a:cubicBez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AF8255F-F8EB-05A9-B123-812BADF6E3F6}"/>
              </a:ext>
            </a:extLst>
          </p:cNvPr>
          <p:cNvSpPr>
            <a:spLocks/>
          </p:cNvSpPr>
          <p:nvPr/>
        </p:nvSpPr>
        <p:spPr bwMode="auto">
          <a:xfrm>
            <a:off x="5108040" y="4948892"/>
            <a:ext cx="3011967" cy="1909109"/>
          </a:xfrm>
          <a:custGeom>
            <a:avLst/>
            <a:gdLst>
              <a:gd name="connsiteX0" fmla="*/ 3008712 w 3011967"/>
              <a:gd name="connsiteY0" fmla="*/ 0 h 1909109"/>
              <a:gd name="connsiteX1" fmla="*/ 3011967 w 3011967"/>
              <a:gd name="connsiteY1" fmla="*/ 198682 h 1909109"/>
              <a:gd name="connsiteX2" fmla="*/ 2768690 w 3011967"/>
              <a:gd name="connsiteY2" fmla="*/ 1784411 h 1909109"/>
              <a:gd name="connsiteX3" fmla="*/ 2726118 w 3011967"/>
              <a:gd name="connsiteY3" fmla="*/ 1909109 h 1909109"/>
              <a:gd name="connsiteX4" fmla="*/ 0 w 3011967"/>
              <a:gd name="connsiteY4" fmla="*/ 1909109 h 1909109"/>
              <a:gd name="connsiteX5" fmla="*/ 243483 w 3011967"/>
              <a:gd name="connsiteY5" fmla="*/ 1680356 h 1909109"/>
              <a:gd name="connsiteX6" fmla="*/ 3008712 w 3011967"/>
              <a:gd name="connsiteY6" fmla="*/ 0 h 190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1967" h="1909109">
                <a:moveTo>
                  <a:pt x="3008712" y="0"/>
                </a:moveTo>
                <a:cubicBezTo>
                  <a:pt x="3011967" y="65142"/>
                  <a:pt x="3011967" y="133541"/>
                  <a:pt x="3011967" y="198682"/>
                </a:cubicBezTo>
                <a:cubicBezTo>
                  <a:pt x="3011967" y="751572"/>
                  <a:pt x="2927241" y="1284513"/>
                  <a:pt x="2768690" y="1784411"/>
                </a:cubicBezTo>
                <a:lnTo>
                  <a:pt x="2726118" y="1909109"/>
                </a:lnTo>
                <a:lnTo>
                  <a:pt x="0" y="1909109"/>
                </a:lnTo>
                <a:lnTo>
                  <a:pt x="243483" y="1680356"/>
                </a:lnTo>
                <a:cubicBezTo>
                  <a:pt x="1047896" y="962927"/>
                  <a:pt x="1983449" y="390444"/>
                  <a:pt x="3008712" y="0"/>
                </a:cubicBez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7431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2CC6E-5DDF-9011-78E5-188DC99F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descr="A row of ice cream in clear cups&#10;&#10;Description automatically generated">
            <a:extLst>
              <a:ext uri="{FF2B5EF4-FFF2-40B4-BE49-F238E27FC236}">
                <a16:creationId xmlns:a16="http://schemas.microsoft.com/office/drawing/2014/main" id="{16E4C3E2-125B-8FC0-BE42-143CB6179B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" b="783"/>
          <a:stretch/>
        </p:blipFill>
        <p:spPr>
          <a:xfrm flipH="1">
            <a:off x="0" y="0"/>
            <a:ext cx="12191998" cy="6858000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B4732EC0-A5E4-B56F-35D2-5B2AD1ECE582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859C799-99BC-326D-4156-FC562BD16762}"/>
              </a:ext>
            </a:extLst>
          </p:cNvPr>
          <p:cNvGrpSpPr/>
          <p:nvPr/>
        </p:nvGrpSpPr>
        <p:grpSpPr>
          <a:xfrm>
            <a:off x="0" y="0"/>
            <a:ext cx="5615909" cy="5524923"/>
            <a:chOff x="0" y="0"/>
            <a:chExt cx="5750554" cy="5657387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A17B1F2-2B96-83BD-BCAA-A6CDA331C843}"/>
                </a:ext>
              </a:extLst>
            </p:cNvPr>
            <p:cNvSpPr/>
            <p:nvPr/>
          </p:nvSpPr>
          <p:spPr>
            <a:xfrm>
              <a:off x="1" y="0"/>
              <a:ext cx="5750553" cy="5657387"/>
            </a:xfrm>
            <a:custGeom>
              <a:avLst/>
              <a:gdLst>
                <a:gd name="connsiteX0" fmla="*/ 0 w 5750553"/>
                <a:gd name="connsiteY0" fmla="*/ 0 h 5657387"/>
                <a:gd name="connsiteX1" fmla="*/ 5060856 w 5750553"/>
                <a:gd name="connsiteY1" fmla="*/ 0 h 5657387"/>
                <a:gd name="connsiteX2" fmla="*/ 5142857 w 5750553"/>
                <a:gd name="connsiteY2" fmla="*/ 109658 h 5657387"/>
                <a:gd name="connsiteX3" fmla="*/ 5750553 w 5750553"/>
                <a:gd name="connsiteY3" fmla="*/ 2099119 h 5657387"/>
                <a:gd name="connsiteX4" fmla="*/ 2192285 w 5750553"/>
                <a:gd name="connsiteY4" fmla="*/ 5657387 h 5657387"/>
                <a:gd name="connsiteX5" fmla="*/ 202824 w 5750553"/>
                <a:gd name="connsiteY5" fmla="*/ 5049691 h 5657387"/>
                <a:gd name="connsiteX6" fmla="*/ 0 w 5750553"/>
                <a:gd name="connsiteY6" fmla="*/ 4898022 h 565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50553" h="5657387">
                  <a:moveTo>
                    <a:pt x="0" y="0"/>
                  </a:moveTo>
                  <a:lnTo>
                    <a:pt x="5060856" y="0"/>
                  </a:lnTo>
                  <a:lnTo>
                    <a:pt x="5142857" y="109658"/>
                  </a:lnTo>
                  <a:cubicBezTo>
                    <a:pt x="5526525" y="677561"/>
                    <a:pt x="5750553" y="1362178"/>
                    <a:pt x="5750553" y="2099119"/>
                  </a:cubicBezTo>
                  <a:cubicBezTo>
                    <a:pt x="5750553" y="4064296"/>
                    <a:pt x="4157462" y="5657387"/>
                    <a:pt x="2192285" y="5657387"/>
                  </a:cubicBezTo>
                  <a:cubicBezTo>
                    <a:pt x="1455344" y="5657387"/>
                    <a:pt x="770727" y="5433359"/>
                    <a:pt x="202824" y="5049691"/>
                  </a:cubicBezTo>
                  <a:lnTo>
                    <a:pt x="0" y="489802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20C7CB1D-ECE0-48D5-2C4B-5BD67FACDCA6}"/>
                </a:ext>
              </a:extLst>
            </p:cNvPr>
            <p:cNvSpPr/>
            <p:nvPr/>
          </p:nvSpPr>
          <p:spPr>
            <a:xfrm>
              <a:off x="0" y="0"/>
              <a:ext cx="5605340" cy="5657386"/>
            </a:xfrm>
            <a:custGeom>
              <a:avLst/>
              <a:gdLst>
                <a:gd name="connsiteX0" fmla="*/ 0 w 5605340"/>
                <a:gd name="connsiteY0" fmla="*/ 0 h 5657386"/>
                <a:gd name="connsiteX1" fmla="*/ 4807085 w 5605340"/>
                <a:gd name="connsiteY1" fmla="*/ 0 h 5657386"/>
                <a:gd name="connsiteX2" fmla="*/ 4817301 w 5605340"/>
                <a:gd name="connsiteY2" fmla="*/ 11241 h 5657386"/>
                <a:gd name="connsiteX3" fmla="*/ 5605340 w 5605340"/>
                <a:gd name="connsiteY3" fmla="*/ 2206393 h 5657386"/>
                <a:gd name="connsiteX4" fmla="*/ 2154347 w 5605340"/>
                <a:gd name="connsiteY4" fmla="*/ 5657386 h 5657386"/>
                <a:gd name="connsiteX5" fmla="*/ 224864 w 5605340"/>
                <a:gd name="connsiteY5" fmla="*/ 5068011 h 5657386"/>
                <a:gd name="connsiteX6" fmla="*/ 0 w 5605340"/>
                <a:gd name="connsiteY6" fmla="*/ 4899861 h 565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05340" h="5657386">
                  <a:moveTo>
                    <a:pt x="0" y="0"/>
                  </a:moveTo>
                  <a:lnTo>
                    <a:pt x="4807085" y="0"/>
                  </a:lnTo>
                  <a:lnTo>
                    <a:pt x="4817301" y="11241"/>
                  </a:lnTo>
                  <a:cubicBezTo>
                    <a:pt x="5309606" y="607776"/>
                    <a:pt x="5605340" y="1372548"/>
                    <a:pt x="5605340" y="2206393"/>
                  </a:cubicBezTo>
                  <a:cubicBezTo>
                    <a:pt x="5605340" y="4112324"/>
                    <a:pt x="4060278" y="5657386"/>
                    <a:pt x="2154347" y="5657386"/>
                  </a:cubicBezTo>
                  <a:cubicBezTo>
                    <a:pt x="1439623" y="5657386"/>
                    <a:pt x="775646" y="5440112"/>
                    <a:pt x="224864" y="5068011"/>
                  </a:cubicBezTo>
                  <a:lnTo>
                    <a:pt x="0" y="489986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8697D-9D07-85D4-A054-A602C23C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DE64C34-28EC-1644-EBEA-68BE996B43CF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82510A-9C3A-3A94-6BA4-CACF72A5C049}"/>
              </a:ext>
            </a:extLst>
          </p:cNvPr>
          <p:cNvSpPr txBox="1"/>
          <p:nvPr/>
        </p:nvSpPr>
        <p:spPr>
          <a:xfrm>
            <a:off x="381001" y="2328562"/>
            <a:ext cx="4168139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A7C1216B-A9B6-E8CE-3AA9-4B9E769E3BA2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604AA2-950B-DEA9-F9E6-A8EEB8CC5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2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36E1AF4-94E7-EE90-480E-59190C58FD42}"/>
              </a:ext>
            </a:extLst>
          </p:cNvPr>
          <p:cNvSpPr/>
          <p:nvPr/>
        </p:nvSpPr>
        <p:spPr>
          <a:xfrm>
            <a:off x="5904226" y="5004820"/>
            <a:ext cx="1748637" cy="969337"/>
          </a:xfrm>
          <a:prstGeom prst="round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65F0003-F605-CBDA-0624-F86C9F43C980}"/>
              </a:ext>
            </a:extLst>
          </p:cNvPr>
          <p:cNvSpPr/>
          <p:nvPr/>
        </p:nvSpPr>
        <p:spPr>
          <a:xfrm>
            <a:off x="7984882" y="5004820"/>
            <a:ext cx="1748637" cy="969337"/>
          </a:xfrm>
          <a:prstGeom prst="round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0E1BEB5-879C-D577-136D-2C577F94B2FA}"/>
              </a:ext>
            </a:extLst>
          </p:cNvPr>
          <p:cNvSpPr/>
          <p:nvPr/>
        </p:nvSpPr>
        <p:spPr>
          <a:xfrm>
            <a:off x="10065538" y="5004820"/>
            <a:ext cx="1748637" cy="969337"/>
          </a:xfrm>
          <a:prstGeom prst="round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7" name="Picture 2">
            <a:extLst>
              <a:ext uri="{FF2B5EF4-FFF2-40B4-BE49-F238E27FC236}">
                <a16:creationId xmlns:a16="http://schemas.microsoft.com/office/drawing/2014/main" id="{D364B025-FCB3-8C40-1146-3BB88BBDE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738" y="5295767"/>
            <a:ext cx="1414238" cy="38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96BE6FB-2613-D4B3-260E-61D6D4BABA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638" y="5170113"/>
            <a:ext cx="777814" cy="638750"/>
          </a:xfrm>
          <a:prstGeom prst="rect">
            <a:avLst/>
          </a:prstGeom>
        </p:spPr>
      </p:pic>
      <p:pic>
        <p:nvPicPr>
          <p:cNvPr id="102" name="Picture 101" descr="A black and white sign&#10;&#10;Description automatically generated">
            <a:extLst>
              <a:ext uri="{FF2B5EF4-FFF2-40B4-BE49-F238E27FC236}">
                <a16:creationId xmlns:a16="http://schemas.microsoft.com/office/drawing/2014/main" id="{35C17088-5A10-B767-5D1D-D69AF491F8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02" y="5271154"/>
            <a:ext cx="1483998" cy="43667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B8A26D8E-02E0-6E03-6BA3-B5D02F24184C}"/>
              </a:ext>
            </a:extLst>
          </p:cNvPr>
          <p:cNvGrpSpPr/>
          <p:nvPr/>
        </p:nvGrpSpPr>
        <p:grpSpPr>
          <a:xfrm>
            <a:off x="381000" y="1368090"/>
            <a:ext cx="700281" cy="717572"/>
            <a:chOff x="429474" y="1249382"/>
            <a:chExt cx="700281" cy="717572"/>
          </a:xfrm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59ACF1C0-CFAB-A7A1-F64D-FAE9E3227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74" y="1889644"/>
              <a:ext cx="700281" cy="773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032E40B1-9750-740E-02E9-D72AB8998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587" y="1393362"/>
              <a:ext cx="204498" cy="5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7">
              <a:extLst>
                <a:ext uri="{FF2B5EF4-FFF2-40B4-BE49-F238E27FC236}">
                  <a16:creationId xmlns:a16="http://schemas.microsoft.com/office/drawing/2014/main" id="{FA4FE75F-1C3D-D9AE-109A-2E944DFCF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159" y="1447562"/>
              <a:ext cx="127354" cy="563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68527DC-1A11-9D58-E363-D181B3710F39}"/>
                </a:ext>
              </a:extLst>
            </p:cNvPr>
            <p:cNvGrpSpPr/>
            <p:nvPr/>
          </p:nvGrpSpPr>
          <p:grpSpPr>
            <a:xfrm>
              <a:off x="844922" y="1578159"/>
              <a:ext cx="231828" cy="305436"/>
              <a:chOff x="850939" y="1603180"/>
              <a:chExt cx="213642" cy="281476"/>
            </a:xfrm>
          </p:grpSpPr>
          <p:sp>
            <p:nvSpPr>
              <p:cNvPr id="77" name="Freeform 8">
                <a:extLst>
                  <a:ext uri="{FF2B5EF4-FFF2-40B4-BE49-F238E27FC236}">
                    <a16:creationId xmlns:a16="http://schemas.microsoft.com/office/drawing/2014/main" id="{90D5FB1D-61C5-7148-5A00-CD0C0053A5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0939" y="1603180"/>
                <a:ext cx="213642" cy="281476"/>
              </a:xfrm>
              <a:custGeom>
                <a:avLst/>
                <a:gdLst>
                  <a:gd name="T0" fmla="*/ 507 w 564"/>
                  <a:gd name="T1" fmla="*/ 472 h 743"/>
                  <a:gd name="T2" fmla="*/ 458 w 564"/>
                  <a:gd name="T3" fmla="*/ 311 h 743"/>
                  <a:gd name="T4" fmla="*/ 473 w 564"/>
                  <a:gd name="T5" fmla="*/ 258 h 743"/>
                  <a:gd name="T6" fmla="*/ 313 w 564"/>
                  <a:gd name="T7" fmla="*/ 3 h 743"/>
                  <a:gd name="T8" fmla="*/ 299 w 564"/>
                  <a:gd name="T9" fmla="*/ 15 h 743"/>
                  <a:gd name="T10" fmla="*/ 218 w 564"/>
                  <a:gd name="T11" fmla="*/ 94 h 743"/>
                  <a:gd name="T12" fmla="*/ 121 w 564"/>
                  <a:gd name="T13" fmla="*/ 152 h 743"/>
                  <a:gd name="T14" fmla="*/ 138 w 564"/>
                  <a:gd name="T15" fmla="*/ 207 h 743"/>
                  <a:gd name="T16" fmla="*/ 105 w 564"/>
                  <a:gd name="T17" fmla="*/ 312 h 743"/>
                  <a:gd name="T18" fmla="*/ 49 w 564"/>
                  <a:gd name="T19" fmla="*/ 465 h 743"/>
                  <a:gd name="T20" fmla="*/ 35 w 564"/>
                  <a:gd name="T21" fmla="*/ 472 h 743"/>
                  <a:gd name="T22" fmla="*/ 0 w 564"/>
                  <a:gd name="T23" fmla="*/ 518 h 743"/>
                  <a:gd name="T24" fmla="*/ 45 w 564"/>
                  <a:gd name="T25" fmla="*/ 552 h 743"/>
                  <a:gd name="T26" fmla="*/ 85 w 564"/>
                  <a:gd name="T27" fmla="*/ 743 h 743"/>
                  <a:gd name="T28" fmla="*/ 489 w 564"/>
                  <a:gd name="T29" fmla="*/ 735 h 743"/>
                  <a:gd name="T30" fmla="*/ 529 w 564"/>
                  <a:gd name="T31" fmla="*/ 552 h 743"/>
                  <a:gd name="T32" fmla="*/ 563 w 564"/>
                  <a:gd name="T33" fmla="*/ 506 h 743"/>
                  <a:gd name="T34" fmla="*/ 44 w 564"/>
                  <a:gd name="T35" fmla="*/ 397 h 743"/>
                  <a:gd name="T36" fmla="*/ 140 w 564"/>
                  <a:gd name="T37" fmla="*/ 332 h 743"/>
                  <a:gd name="T38" fmla="*/ 259 w 564"/>
                  <a:gd name="T39" fmla="*/ 331 h 743"/>
                  <a:gd name="T40" fmla="*/ 259 w 564"/>
                  <a:gd name="T41" fmla="*/ 310 h 743"/>
                  <a:gd name="T42" fmla="*/ 121 w 564"/>
                  <a:gd name="T43" fmla="*/ 298 h 743"/>
                  <a:gd name="T44" fmla="*/ 153 w 564"/>
                  <a:gd name="T45" fmla="*/ 225 h 743"/>
                  <a:gd name="T46" fmla="*/ 226 w 564"/>
                  <a:gd name="T47" fmla="*/ 214 h 743"/>
                  <a:gd name="T48" fmla="*/ 183 w 564"/>
                  <a:gd name="T49" fmla="*/ 204 h 743"/>
                  <a:gd name="T50" fmla="*/ 141 w 564"/>
                  <a:gd name="T51" fmla="*/ 153 h 743"/>
                  <a:gd name="T52" fmla="*/ 224 w 564"/>
                  <a:gd name="T53" fmla="*/ 110 h 743"/>
                  <a:gd name="T54" fmla="*/ 322 w 564"/>
                  <a:gd name="T55" fmla="*/ 31 h 743"/>
                  <a:gd name="T56" fmla="*/ 295 w 564"/>
                  <a:gd name="T57" fmla="*/ 182 h 743"/>
                  <a:gd name="T58" fmla="*/ 295 w 564"/>
                  <a:gd name="T59" fmla="*/ 203 h 743"/>
                  <a:gd name="T60" fmla="*/ 452 w 564"/>
                  <a:gd name="T61" fmla="*/ 257 h 743"/>
                  <a:gd name="T62" fmla="*/ 389 w 564"/>
                  <a:gd name="T63" fmla="*/ 310 h 743"/>
                  <a:gd name="T64" fmla="*/ 389 w 564"/>
                  <a:gd name="T65" fmla="*/ 331 h 743"/>
                  <a:gd name="T66" fmla="*/ 521 w 564"/>
                  <a:gd name="T67" fmla="*/ 400 h 743"/>
                  <a:gd name="T68" fmla="*/ 449 w 564"/>
                  <a:gd name="T69" fmla="*/ 470 h 743"/>
                  <a:gd name="T70" fmla="*/ 43 w 564"/>
                  <a:gd name="T71" fmla="*/ 400 h 743"/>
                  <a:gd name="T72" fmla="*/ 93 w 564"/>
                  <a:gd name="T73" fmla="*/ 723 h 743"/>
                  <a:gd name="T74" fmla="*/ 114 w 564"/>
                  <a:gd name="T75" fmla="*/ 551 h 743"/>
                  <a:gd name="T76" fmla="*/ 93 w 564"/>
                  <a:gd name="T77" fmla="*/ 723 h 743"/>
                  <a:gd name="T78" fmla="*/ 226 w 564"/>
                  <a:gd name="T79" fmla="*/ 723 h 743"/>
                  <a:gd name="T80" fmla="*/ 273 w 564"/>
                  <a:gd name="T81" fmla="*/ 551 h 743"/>
                  <a:gd name="T82" fmla="*/ 411 w 564"/>
                  <a:gd name="T83" fmla="*/ 723 h 743"/>
                  <a:gd name="T84" fmla="*/ 369 w 564"/>
                  <a:gd name="T85" fmla="*/ 551 h 743"/>
                  <a:gd name="T86" fmla="*/ 411 w 564"/>
                  <a:gd name="T87" fmla="*/ 723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64" h="743">
                    <a:moveTo>
                      <a:pt x="529" y="472"/>
                    </a:moveTo>
                    <a:cubicBezTo>
                      <a:pt x="507" y="472"/>
                      <a:pt x="507" y="472"/>
                      <a:pt x="507" y="472"/>
                    </a:cubicBezTo>
                    <a:cubicBezTo>
                      <a:pt x="527" y="457"/>
                      <a:pt x="540" y="433"/>
                      <a:pt x="542" y="408"/>
                    </a:cubicBezTo>
                    <a:cubicBezTo>
                      <a:pt x="545" y="358"/>
                      <a:pt x="508" y="315"/>
                      <a:pt x="458" y="311"/>
                    </a:cubicBezTo>
                    <a:cubicBezTo>
                      <a:pt x="457" y="311"/>
                      <a:pt x="457" y="311"/>
                      <a:pt x="456" y="311"/>
                    </a:cubicBezTo>
                    <a:cubicBezTo>
                      <a:pt x="468" y="296"/>
                      <a:pt x="474" y="278"/>
                      <a:pt x="473" y="258"/>
                    </a:cubicBezTo>
                    <a:cubicBezTo>
                      <a:pt x="472" y="208"/>
                      <a:pt x="428" y="189"/>
                      <a:pt x="395" y="185"/>
                    </a:cubicBezTo>
                    <a:cubicBezTo>
                      <a:pt x="440" y="84"/>
                      <a:pt x="315" y="3"/>
                      <a:pt x="313" y="3"/>
                    </a:cubicBezTo>
                    <a:cubicBezTo>
                      <a:pt x="309" y="0"/>
                      <a:pt x="303" y="1"/>
                      <a:pt x="300" y="6"/>
                    </a:cubicBezTo>
                    <a:cubicBezTo>
                      <a:pt x="298" y="8"/>
                      <a:pt x="297" y="13"/>
                      <a:pt x="299" y="15"/>
                    </a:cubicBezTo>
                    <a:cubicBezTo>
                      <a:pt x="303" y="25"/>
                      <a:pt x="303" y="35"/>
                      <a:pt x="298" y="45"/>
                    </a:cubicBezTo>
                    <a:cubicBezTo>
                      <a:pt x="289" y="64"/>
                      <a:pt x="260" y="82"/>
                      <a:pt x="218" y="94"/>
                    </a:cubicBezTo>
                    <a:cubicBezTo>
                      <a:pt x="207" y="97"/>
                      <a:pt x="196" y="98"/>
                      <a:pt x="185" y="98"/>
                    </a:cubicBezTo>
                    <a:cubicBezTo>
                      <a:pt x="154" y="98"/>
                      <a:pt x="126" y="121"/>
                      <a:pt x="121" y="152"/>
                    </a:cubicBezTo>
                    <a:cubicBezTo>
                      <a:pt x="118" y="172"/>
                      <a:pt x="124" y="192"/>
                      <a:pt x="138" y="207"/>
                    </a:cubicBezTo>
                    <a:cubicBezTo>
                      <a:pt x="138" y="207"/>
                      <a:pt x="138" y="207"/>
                      <a:pt x="138" y="207"/>
                    </a:cubicBezTo>
                    <a:cubicBezTo>
                      <a:pt x="104" y="213"/>
                      <a:pt x="82" y="247"/>
                      <a:pt x="89" y="281"/>
                    </a:cubicBezTo>
                    <a:cubicBezTo>
                      <a:pt x="91" y="293"/>
                      <a:pt x="97" y="304"/>
                      <a:pt x="105" y="312"/>
                    </a:cubicBezTo>
                    <a:cubicBezTo>
                      <a:pt x="56" y="316"/>
                      <a:pt x="19" y="360"/>
                      <a:pt x="24" y="409"/>
                    </a:cubicBezTo>
                    <a:cubicBezTo>
                      <a:pt x="25" y="430"/>
                      <a:pt x="35" y="450"/>
                      <a:pt x="49" y="465"/>
                    </a:cubicBezTo>
                    <a:cubicBezTo>
                      <a:pt x="52" y="468"/>
                      <a:pt x="54" y="469"/>
                      <a:pt x="56" y="472"/>
                    </a:cubicBezTo>
                    <a:cubicBezTo>
                      <a:pt x="35" y="472"/>
                      <a:pt x="35" y="472"/>
                      <a:pt x="35" y="472"/>
                    </a:cubicBezTo>
                    <a:cubicBezTo>
                      <a:pt x="16" y="472"/>
                      <a:pt x="0" y="487"/>
                      <a:pt x="0" y="506"/>
                    </a:cubicBezTo>
                    <a:cubicBezTo>
                      <a:pt x="0" y="518"/>
                      <a:pt x="0" y="518"/>
                      <a:pt x="0" y="518"/>
                    </a:cubicBezTo>
                    <a:cubicBezTo>
                      <a:pt x="0" y="537"/>
                      <a:pt x="16" y="552"/>
                      <a:pt x="35" y="552"/>
                    </a:cubicBezTo>
                    <a:cubicBezTo>
                      <a:pt x="45" y="552"/>
                      <a:pt x="45" y="552"/>
                      <a:pt x="45" y="552"/>
                    </a:cubicBezTo>
                    <a:cubicBezTo>
                      <a:pt x="75" y="735"/>
                      <a:pt x="75" y="735"/>
                      <a:pt x="75" y="735"/>
                    </a:cubicBezTo>
                    <a:cubicBezTo>
                      <a:pt x="76" y="740"/>
                      <a:pt x="80" y="743"/>
                      <a:pt x="85" y="743"/>
                    </a:cubicBezTo>
                    <a:cubicBezTo>
                      <a:pt x="479" y="743"/>
                      <a:pt x="479" y="743"/>
                      <a:pt x="479" y="743"/>
                    </a:cubicBezTo>
                    <a:cubicBezTo>
                      <a:pt x="484" y="743"/>
                      <a:pt x="488" y="740"/>
                      <a:pt x="489" y="735"/>
                    </a:cubicBezTo>
                    <a:cubicBezTo>
                      <a:pt x="518" y="552"/>
                      <a:pt x="518" y="552"/>
                      <a:pt x="518" y="552"/>
                    </a:cubicBezTo>
                    <a:cubicBezTo>
                      <a:pt x="529" y="552"/>
                      <a:pt x="529" y="552"/>
                      <a:pt x="529" y="552"/>
                    </a:cubicBezTo>
                    <a:cubicBezTo>
                      <a:pt x="548" y="552"/>
                      <a:pt x="563" y="537"/>
                      <a:pt x="563" y="518"/>
                    </a:cubicBezTo>
                    <a:cubicBezTo>
                      <a:pt x="563" y="506"/>
                      <a:pt x="563" y="506"/>
                      <a:pt x="563" y="506"/>
                    </a:cubicBezTo>
                    <a:cubicBezTo>
                      <a:pt x="564" y="487"/>
                      <a:pt x="548" y="472"/>
                      <a:pt x="529" y="472"/>
                    </a:cubicBezTo>
                    <a:close/>
                    <a:moveTo>
                      <a:pt x="44" y="397"/>
                    </a:moveTo>
                    <a:cubicBezTo>
                      <a:pt x="47" y="360"/>
                      <a:pt x="78" y="331"/>
                      <a:pt x="116" y="332"/>
                    </a:cubicBezTo>
                    <a:cubicBezTo>
                      <a:pt x="140" y="332"/>
                      <a:pt x="140" y="332"/>
                      <a:pt x="140" y="332"/>
                    </a:cubicBezTo>
                    <a:cubicBezTo>
                      <a:pt x="142" y="332"/>
                      <a:pt x="143" y="332"/>
                      <a:pt x="144" y="331"/>
                    </a:cubicBezTo>
                    <a:cubicBezTo>
                      <a:pt x="259" y="331"/>
                      <a:pt x="259" y="331"/>
                      <a:pt x="259" y="331"/>
                    </a:cubicBezTo>
                    <a:cubicBezTo>
                      <a:pt x="264" y="331"/>
                      <a:pt x="269" y="327"/>
                      <a:pt x="269" y="321"/>
                    </a:cubicBezTo>
                    <a:cubicBezTo>
                      <a:pt x="269" y="315"/>
                      <a:pt x="264" y="310"/>
                      <a:pt x="259" y="310"/>
                    </a:cubicBezTo>
                    <a:cubicBezTo>
                      <a:pt x="142" y="310"/>
                      <a:pt x="142" y="310"/>
                      <a:pt x="142" y="310"/>
                    </a:cubicBezTo>
                    <a:cubicBezTo>
                      <a:pt x="134" y="309"/>
                      <a:pt x="126" y="305"/>
                      <a:pt x="121" y="298"/>
                    </a:cubicBezTo>
                    <a:cubicBezTo>
                      <a:pt x="112" y="290"/>
                      <a:pt x="107" y="278"/>
                      <a:pt x="108" y="265"/>
                    </a:cubicBezTo>
                    <a:cubicBezTo>
                      <a:pt x="110" y="241"/>
                      <a:pt x="130" y="224"/>
                      <a:pt x="153" y="225"/>
                    </a:cubicBezTo>
                    <a:cubicBezTo>
                      <a:pt x="215" y="225"/>
                      <a:pt x="215" y="225"/>
                      <a:pt x="215" y="225"/>
                    </a:cubicBezTo>
                    <a:cubicBezTo>
                      <a:pt x="221" y="225"/>
                      <a:pt x="226" y="220"/>
                      <a:pt x="226" y="214"/>
                    </a:cubicBezTo>
                    <a:cubicBezTo>
                      <a:pt x="226" y="208"/>
                      <a:pt x="221" y="204"/>
                      <a:pt x="215" y="204"/>
                    </a:cubicBezTo>
                    <a:cubicBezTo>
                      <a:pt x="183" y="204"/>
                      <a:pt x="183" y="204"/>
                      <a:pt x="183" y="204"/>
                    </a:cubicBezTo>
                    <a:cubicBezTo>
                      <a:pt x="172" y="204"/>
                      <a:pt x="161" y="199"/>
                      <a:pt x="153" y="191"/>
                    </a:cubicBezTo>
                    <a:cubicBezTo>
                      <a:pt x="143" y="181"/>
                      <a:pt x="138" y="167"/>
                      <a:pt x="141" y="153"/>
                    </a:cubicBezTo>
                    <a:cubicBezTo>
                      <a:pt x="145" y="131"/>
                      <a:pt x="164" y="116"/>
                      <a:pt x="186" y="116"/>
                    </a:cubicBezTo>
                    <a:cubicBezTo>
                      <a:pt x="199" y="116"/>
                      <a:pt x="211" y="114"/>
                      <a:pt x="224" y="110"/>
                    </a:cubicBezTo>
                    <a:cubicBezTo>
                      <a:pt x="258" y="101"/>
                      <a:pt x="301" y="82"/>
                      <a:pt x="317" y="51"/>
                    </a:cubicBezTo>
                    <a:cubicBezTo>
                      <a:pt x="320" y="45"/>
                      <a:pt x="321" y="38"/>
                      <a:pt x="322" y="31"/>
                    </a:cubicBezTo>
                    <a:cubicBezTo>
                      <a:pt x="354" y="57"/>
                      <a:pt x="409" y="114"/>
                      <a:pt x="374" y="182"/>
                    </a:cubicBezTo>
                    <a:cubicBezTo>
                      <a:pt x="295" y="182"/>
                      <a:pt x="295" y="182"/>
                      <a:pt x="295" y="182"/>
                    </a:cubicBezTo>
                    <a:cubicBezTo>
                      <a:pt x="289" y="182"/>
                      <a:pt x="285" y="187"/>
                      <a:pt x="285" y="192"/>
                    </a:cubicBezTo>
                    <a:cubicBezTo>
                      <a:pt x="285" y="198"/>
                      <a:pt x="289" y="203"/>
                      <a:pt x="295" y="203"/>
                    </a:cubicBezTo>
                    <a:cubicBezTo>
                      <a:pt x="379" y="203"/>
                      <a:pt x="379" y="203"/>
                      <a:pt x="379" y="203"/>
                    </a:cubicBezTo>
                    <a:cubicBezTo>
                      <a:pt x="382" y="203"/>
                      <a:pt x="452" y="204"/>
                      <a:pt x="452" y="257"/>
                    </a:cubicBezTo>
                    <a:cubicBezTo>
                      <a:pt x="453" y="298"/>
                      <a:pt x="428" y="308"/>
                      <a:pt x="423" y="310"/>
                    </a:cubicBezTo>
                    <a:cubicBezTo>
                      <a:pt x="389" y="310"/>
                      <a:pt x="389" y="310"/>
                      <a:pt x="389" y="310"/>
                    </a:cubicBezTo>
                    <a:cubicBezTo>
                      <a:pt x="383" y="310"/>
                      <a:pt x="379" y="314"/>
                      <a:pt x="379" y="320"/>
                    </a:cubicBezTo>
                    <a:cubicBezTo>
                      <a:pt x="379" y="326"/>
                      <a:pt x="383" y="331"/>
                      <a:pt x="389" y="331"/>
                    </a:cubicBezTo>
                    <a:cubicBezTo>
                      <a:pt x="451" y="331"/>
                      <a:pt x="451" y="331"/>
                      <a:pt x="451" y="331"/>
                    </a:cubicBezTo>
                    <a:cubicBezTo>
                      <a:pt x="489" y="331"/>
                      <a:pt x="521" y="362"/>
                      <a:pt x="521" y="400"/>
                    </a:cubicBezTo>
                    <a:cubicBezTo>
                      <a:pt x="521" y="402"/>
                      <a:pt x="521" y="404"/>
                      <a:pt x="521" y="405"/>
                    </a:cubicBezTo>
                    <a:cubicBezTo>
                      <a:pt x="518" y="442"/>
                      <a:pt x="487" y="471"/>
                      <a:pt x="449" y="470"/>
                    </a:cubicBezTo>
                    <a:cubicBezTo>
                      <a:pt x="114" y="470"/>
                      <a:pt x="114" y="470"/>
                      <a:pt x="114" y="470"/>
                    </a:cubicBezTo>
                    <a:cubicBezTo>
                      <a:pt x="75" y="470"/>
                      <a:pt x="44" y="439"/>
                      <a:pt x="43" y="400"/>
                    </a:cubicBezTo>
                    <a:cubicBezTo>
                      <a:pt x="43" y="400"/>
                      <a:pt x="44" y="399"/>
                      <a:pt x="44" y="397"/>
                    </a:cubicBezTo>
                    <a:close/>
                    <a:moveTo>
                      <a:pt x="93" y="723"/>
                    </a:moveTo>
                    <a:cubicBezTo>
                      <a:pt x="66" y="551"/>
                      <a:pt x="66" y="551"/>
                      <a:pt x="66" y="551"/>
                    </a:cubicBezTo>
                    <a:cubicBezTo>
                      <a:pt x="114" y="551"/>
                      <a:pt x="114" y="551"/>
                      <a:pt x="114" y="551"/>
                    </a:cubicBezTo>
                    <a:cubicBezTo>
                      <a:pt x="134" y="723"/>
                      <a:pt x="134" y="723"/>
                      <a:pt x="134" y="723"/>
                    </a:cubicBezTo>
                    <a:lnTo>
                      <a:pt x="93" y="723"/>
                    </a:lnTo>
                    <a:close/>
                    <a:moveTo>
                      <a:pt x="273" y="723"/>
                    </a:moveTo>
                    <a:cubicBezTo>
                      <a:pt x="226" y="723"/>
                      <a:pt x="226" y="723"/>
                      <a:pt x="226" y="723"/>
                    </a:cubicBezTo>
                    <a:cubicBezTo>
                      <a:pt x="216" y="551"/>
                      <a:pt x="216" y="551"/>
                      <a:pt x="216" y="551"/>
                    </a:cubicBezTo>
                    <a:cubicBezTo>
                      <a:pt x="273" y="551"/>
                      <a:pt x="273" y="551"/>
                      <a:pt x="273" y="551"/>
                    </a:cubicBezTo>
                    <a:lnTo>
                      <a:pt x="273" y="723"/>
                    </a:lnTo>
                    <a:close/>
                    <a:moveTo>
                      <a:pt x="411" y="723"/>
                    </a:moveTo>
                    <a:cubicBezTo>
                      <a:pt x="359" y="723"/>
                      <a:pt x="359" y="723"/>
                      <a:pt x="359" y="723"/>
                    </a:cubicBezTo>
                    <a:cubicBezTo>
                      <a:pt x="369" y="551"/>
                      <a:pt x="369" y="551"/>
                      <a:pt x="369" y="551"/>
                    </a:cubicBezTo>
                    <a:cubicBezTo>
                      <a:pt x="431" y="551"/>
                      <a:pt x="431" y="551"/>
                      <a:pt x="431" y="551"/>
                    </a:cubicBezTo>
                    <a:lnTo>
                      <a:pt x="411" y="72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Freeform 9">
                <a:extLst>
                  <a:ext uri="{FF2B5EF4-FFF2-40B4-BE49-F238E27FC236}">
                    <a16:creationId xmlns:a16="http://schemas.microsoft.com/office/drawing/2014/main" id="{30F0B6DF-B923-6AFE-547B-34C34E097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597" y="1765781"/>
                <a:ext cx="16958" cy="7980"/>
              </a:xfrm>
              <a:custGeom>
                <a:avLst/>
                <a:gdLst>
                  <a:gd name="T0" fmla="*/ 10 w 45"/>
                  <a:gd name="T1" fmla="*/ 21 h 21"/>
                  <a:gd name="T2" fmla="*/ 35 w 45"/>
                  <a:gd name="T3" fmla="*/ 21 h 21"/>
                  <a:gd name="T4" fmla="*/ 45 w 45"/>
                  <a:gd name="T5" fmla="*/ 11 h 21"/>
                  <a:gd name="T6" fmla="*/ 35 w 45"/>
                  <a:gd name="T7" fmla="*/ 0 h 21"/>
                  <a:gd name="T8" fmla="*/ 10 w 45"/>
                  <a:gd name="T9" fmla="*/ 0 h 21"/>
                  <a:gd name="T10" fmla="*/ 0 w 45"/>
                  <a:gd name="T11" fmla="*/ 11 h 21"/>
                  <a:gd name="T12" fmla="*/ 10 w 45"/>
                  <a:gd name="T1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21">
                    <a:moveTo>
                      <a:pt x="10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40" y="21"/>
                      <a:pt x="45" y="16"/>
                      <a:pt x="45" y="11"/>
                    </a:cubicBezTo>
                    <a:cubicBezTo>
                      <a:pt x="45" y="5"/>
                      <a:pt x="40" y="0"/>
                      <a:pt x="35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6"/>
                      <a:pt x="5" y="21"/>
                      <a:pt x="10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Freeform 10">
                <a:extLst>
                  <a:ext uri="{FF2B5EF4-FFF2-40B4-BE49-F238E27FC236}">
                    <a16:creationId xmlns:a16="http://schemas.microsoft.com/office/drawing/2014/main" id="{682E4724-2E15-8DD7-B24A-77CDD90FE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034" y="1736187"/>
                <a:ext cx="88948" cy="37574"/>
              </a:xfrm>
              <a:custGeom>
                <a:avLst/>
                <a:gdLst>
                  <a:gd name="T0" fmla="*/ 10 w 235"/>
                  <a:gd name="T1" fmla="*/ 99 h 99"/>
                  <a:gd name="T2" fmla="*/ 151 w 235"/>
                  <a:gd name="T3" fmla="*/ 99 h 99"/>
                  <a:gd name="T4" fmla="*/ 235 w 235"/>
                  <a:gd name="T5" fmla="*/ 50 h 99"/>
                  <a:gd name="T6" fmla="*/ 197 w 235"/>
                  <a:gd name="T7" fmla="*/ 1 h 99"/>
                  <a:gd name="T8" fmla="*/ 187 w 235"/>
                  <a:gd name="T9" fmla="*/ 10 h 99"/>
                  <a:gd name="T10" fmla="*/ 195 w 235"/>
                  <a:gd name="T11" fmla="*/ 20 h 99"/>
                  <a:gd name="T12" fmla="*/ 215 w 235"/>
                  <a:gd name="T13" fmla="*/ 49 h 99"/>
                  <a:gd name="T14" fmla="*/ 151 w 235"/>
                  <a:gd name="T15" fmla="*/ 78 h 99"/>
                  <a:gd name="T16" fmla="*/ 10 w 235"/>
                  <a:gd name="T17" fmla="*/ 78 h 99"/>
                  <a:gd name="T18" fmla="*/ 0 w 235"/>
                  <a:gd name="T19" fmla="*/ 89 h 99"/>
                  <a:gd name="T20" fmla="*/ 10 w 235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5" h="99">
                    <a:moveTo>
                      <a:pt x="10" y="99"/>
                    </a:moveTo>
                    <a:cubicBezTo>
                      <a:pt x="151" y="99"/>
                      <a:pt x="151" y="99"/>
                      <a:pt x="151" y="99"/>
                    </a:cubicBezTo>
                    <a:cubicBezTo>
                      <a:pt x="182" y="99"/>
                      <a:pt x="235" y="89"/>
                      <a:pt x="235" y="50"/>
                    </a:cubicBezTo>
                    <a:cubicBezTo>
                      <a:pt x="235" y="15"/>
                      <a:pt x="211" y="3"/>
                      <a:pt x="197" y="1"/>
                    </a:cubicBezTo>
                    <a:cubicBezTo>
                      <a:pt x="192" y="0"/>
                      <a:pt x="187" y="5"/>
                      <a:pt x="187" y="10"/>
                    </a:cubicBezTo>
                    <a:cubicBezTo>
                      <a:pt x="186" y="16"/>
                      <a:pt x="190" y="20"/>
                      <a:pt x="195" y="20"/>
                    </a:cubicBezTo>
                    <a:cubicBezTo>
                      <a:pt x="196" y="20"/>
                      <a:pt x="215" y="23"/>
                      <a:pt x="215" y="49"/>
                    </a:cubicBezTo>
                    <a:cubicBezTo>
                      <a:pt x="215" y="73"/>
                      <a:pt x="167" y="78"/>
                      <a:pt x="151" y="78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4" y="78"/>
                      <a:pt x="0" y="83"/>
                      <a:pt x="0" y="89"/>
                    </a:cubicBezTo>
                    <a:cubicBezTo>
                      <a:pt x="0" y="94"/>
                      <a:pt x="4" y="99"/>
                      <a:pt x="10" y="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Freeform 11">
                <a:extLst>
                  <a:ext uri="{FF2B5EF4-FFF2-40B4-BE49-F238E27FC236}">
                    <a16:creationId xmlns:a16="http://schemas.microsoft.com/office/drawing/2014/main" id="{7103DFD7-77BB-1474-5A3D-33189DCF5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761" y="1654055"/>
                <a:ext cx="15462" cy="8313"/>
              </a:xfrm>
              <a:custGeom>
                <a:avLst/>
                <a:gdLst>
                  <a:gd name="T0" fmla="*/ 29 w 41"/>
                  <a:gd name="T1" fmla="*/ 1 h 22"/>
                  <a:gd name="T2" fmla="*/ 11 w 41"/>
                  <a:gd name="T3" fmla="*/ 1 h 22"/>
                  <a:gd name="T4" fmla="*/ 0 w 41"/>
                  <a:gd name="T5" fmla="*/ 12 h 22"/>
                  <a:gd name="T6" fmla="*/ 11 w 41"/>
                  <a:gd name="T7" fmla="*/ 22 h 22"/>
                  <a:gd name="T8" fmla="*/ 32 w 41"/>
                  <a:gd name="T9" fmla="*/ 21 h 22"/>
                  <a:gd name="T10" fmla="*/ 40 w 41"/>
                  <a:gd name="T11" fmla="*/ 10 h 22"/>
                  <a:gd name="T12" fmla="*/ 29 w 41"/>
                  <a:gd name="T13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22">
                    <a:moveTo>
                      <a:pt x="29" y="1"/>
                    </a:moveTo>
                    <a:cubicBezTo>
                      <a:pt x="23" y="1"/>
                      <a:pt x="17" y="1"/>
                      <a:pt x="11" y="1"/>
                    </a:cubicBezTo>
                    <a:cubicBezTo>
                      <a:pt x="5" y="1"/>
                      <a:pt x="0" y="6"/>
                      <a:pt x="0" y="12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8" y="22"/>
                      <a:pt x="25" y="22"/>
                      <a:pt x="32" y="21"/>
                    </a:cubicBezTo>
                    <a:cubicBezTo>
                      <a:pt x="37" y="21"/>
                      <a:pt x="41" y="16"/>
                      <a:pt x="40" y="10"/>
                    </a:cubicBezTo>
                    <a:cubicBezTo>
                      <a:pt x="40" y="4"/>
                      <a:pt x="35" y="0"/>
                      <a:pt x="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Freeform 12">
                <a:extLst>
                  <a:ext uri="{FF2B5EF4-FFF2-40B4-BE49-F238E27FC236}">
                    <a16:creationId xmlns:a16="http://schemas.microsoft.com/office/drawing/2014/main" id="{571FF219-C4D4-D5D7-3F1C-86D01DE42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875" y="1633606"/>
                <a:ext cx="36078" cy="25271"/>
              </a:xfrm>
              <a:custGeom>
                <a:avLst/>
                <a:gdLst>
                  <a:gd name="T0" fmla="*/ 94 w 95"/>
                  <a:gd name="T1" fmla="*/ 14 h 67"/>
                  <a:gd name="T2" fmla="*/ 87 w 95"/>
                  <a:gd name="T3" fmla="*/ 2 h 67"/>
                  <a:gd name="T4" fmla="*/ 74 w 95"/>
                  <a:gd name="T5" fmla="*/ 8 h 67"/>
                  <a:gd name="T6" fmla="*/ 74 w 95"/>
                  <a:gd name="T7" fmla="*/ 8 h 67"/>
                  <a:gd name="T8" fmla="*/ 8 w 95"/>
                  <a:gd name="T9" fmla="*/ 47 h 67"/>
                  <a:gd name="T10" fmla="*/ 1 w 95"/>
                  <a:gd name="T11" fmla="*/ 59 h 67"/>
                  <a:gd name="T12" fmla="*/ 1 w 95"/>
                  <a:gd name="T13" fmla="*/ 59 h 67"/>
                  <a:gd name="T14" fmla="*/ 11 w 95"/>
                  <a:gd name="T15" fmla="*/ 67 h 67"/>
                  <a:gd name="T16" fmla="*/ 13 w 95"/>
                  <a:gd name="T17" fmla="*/ 67 h 67"/>
                  <a:gd name="T18" fmla="*/ 94 w 95"/>
                  <a:gd name="T19" fmla="*/ 1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67">
                    <a:moveTo>
                      <a:pt x="94" y="14"/>
                    </a:moveTo>
                    <a:cubicBezTo>
                      <a:pt x="95" y="9"/>
                      <a:pt x="93" y="3"/>
                      <a:pt x="87" y="2"/>
                    </a:cubicBezTo>
                    <a:cubicBezTo>
                      <a:pt x="82" y="0"/>
                      <a:pt x="76" y="2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64" y="34"/>
                      <a:pt x="8" y="47"/>
                    </a:cubicBezTo>
                    <a:cubicBezTo>
                      <a:pt x="3" y="49"/>
                      <a:pt x="0" y="54"/>
                      <a:pt x="1" y="59"/>
                    </a:cubicBezTo>
                    <a:cubicBezTo>
                      <a:pt x="1" y="59"/>
                      <a:pt x="1" y="59"/>
                      <a:pt x="1" y="59"/>
                    </a:cubicBezTo>
                    <a:cubicBezTo>
                      <a:pt x="2" y="64"/>
                      <a:pt x="6" y="67"/>
                      <a:pt x="11" y="67"/>
                    </a:cubicBezTo>
                    <a:cubicBezTo>
                      <a:pt x="12" y="67"/>
                      <a:pt x="12" y="67"/>
                      <a:pt x="13" y="67"/>
                    </a:cubicBezTo>
                    <a:cubicBezTo>
                      <a:pt x="80" y="51"/>
                      <a:pt x="93" y="15"/>
                      <a:pt x="9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F7D5FF76-1B9E-8E96-B7F1-7952F9BC8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474" y="1249382"/>
              <a:ext cx="700281" cy="615157"/>
            </a:xfrm>
            <a:custGeom>
              <a:avLst/>
              <a:gdLst>
                <a:gd name="T0" fmla="*/ 0 w 1849"/>
                <a:gd name="T1" fmla="*/ 0 h 1624"/>
                <a:gd name="T2" fmla="*/ 0 w 1849"/>
                <a:gd name="T3" fmla="*/ 1624 h 1624"/>
                <a:gd name="T4" fmla="*/ 677 w 1849"/>
                <a:gd name="T5" fmla="*/ 1624 h 1624"/>
                <a:gd name="T6" fmla="*/ 677 w 1849"/>
                <a:gd name="T7" fmla="*/ 380 h 1624"/>
                <a:gd name="T8" fmla="*/ 1849 w 1849"/>
                <a:gd name="T9" fmla="*/ 380 h 1624"/>
                <a:gd name="T10" fmla="*/ 1849 w 1849"/>
                <a:gd name="T11" fmla="*/ 0 h 1624"/>
                <a:gd name="T12" fmla="*/ 0 w 1849"/>
                <a:gd name="T13" fmla="*/ 0 h 1624"/>
                <a:gd name="T14" fmla="*/ 319 w 1849"/>
                <a:gd name="T15" fmla="*/ 730 h 1624"/>
                <a:gd name="T16" fmla="*/ 186 w 1849"/>
                <a:gd name="T17" fmla="*/ 598 h 1624"/>
                <a:gd name="T18" fmla="*/ 319 w 1849"/>
                <a:gd name="T19" fmla="*/ 465 h 1624"/>
                <a:gd name="T20" fmla="*/ 451 w 1849"/>
                <a:gd name="T21" fmla="*/ 598 h 1624"/>
                <a:gd name="T22" fmla="*/ 319 w 1849"/>
                <a:gd name="T23" fmla="*/ 73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9" h="1624">
                  <a:moveTo>
                    <a:pt x="0" y="0"/>
                  </a:moveTo>
                  <a:cubicBezTo>
                    <a:pt x="0" y="1624"/>
                    <a:pt x="0" y="1624"/>
                    <a:pt x="0" y="1624"/>
                  </a:cubicBezTo>
                  <a:cubicBezTo>
                    <a:pt x="677" y="1624"/>
                    <a:pt x="677" y="1624"/>
                    <a:pt x="677" y="1624"/>
                  </a:cubicBezTo>
                  <a:cubicBezTo>
                    <a:pt x="677" y="380"/>
                    <a:pt x="677" y="380"/>
                    <a:pt x="677" y="380"/>
                  </a:cubicBezTo>
                  <a:cubicBezTo>
                    <a:pt x="1849" y="380"/>
                    <a:pt x="1849" y="380"/>
                    <a:pt x="1849" y="380"/>
                  </a:cubicBezTo>
                  <a:cubicBezTo>
                    <a:pt x="1849" y="0"/>
                    <a:pt x="1849" y="0"/>
                    <a:pt x="1849" y="0"/>
                  </a:cubicBezTo>
                  <a:lnTo>
                    <a:pt x="0" y="0"/>
                  </a:lnTo>
                  <a:close/>
                  <a:moveTo>
                    <a:pt x="319" y="730"/>
                  </a:moveTo>
                  <a:cubicBezTo>
                    <a:pt x="246" y="730"/>
                    <a:pt x="186" y="671"/>
                    <a:pt x="186" y="598"/>
                  </a:cubicBezTo>
                  <a:cubicBezTo>
                    <a:pt x="186" y="524"/>
                    <a:pt x="246" y="465"/>
                    <a:pt x="319" y="465"/>
                  </a:cubicBezTo>
                  <a:cubicBezTo>
                    <a:pt x="392" y="465"/>
                    <a:pt x="451" y="524"/>
                    <a:pt x="451" y="598"/>
                  </a:cubicBezTo>
                  <a:cubicBezTo>
                    <a:pt x="451" y="671"/>
                    <a:pt x="392" y="730"/>
                    <a:pt x="319" y="7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44223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7834A-F0B5-1C3D-65BB-6DE5315E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E9C79A04-B909-5AF1-E84B-95D051AC5874}"/>
              </a:ext>
            </a:extLst>
          </p:cNvPr>
          <p:cNvSpPr/>
          <p:nvPr/>
        </p:nvSpPr>
        <p:spPr>
          <a:xfrm>
            <a:off x="5963607" y="0"/>
            <a:ext cx="6165094" cy="6858000"/>
          </a:xfrm>
          <a:custGeom>
            <a:avLst/>
            <a:gdLst>
              <a:gd name="connsiteX0" fmla="*/ 2297812 w 6165094"/>
              <a:gd name="connsiteY0" fmla="*/ 0 h 6858000"/>
              <a:gd name="connsiteX1" fmla="*/ 6165094 w 6165094"/>
              <a:gd name="connsiteY1" fmla="*/ 0 h 6858000"/>
              <a:gd name="connsiteX2" fmla="*/ 6165094 w 6165094"/>
              <a:gd name="connsiteY2" fmla="*/ 6858000 h 6858000"/>
              <a:gd name="connsiteX3" fmla="*/ 2474707 w 6165094"/>
              <a:gd name="connsiteY3" fmla="*/ 6858000 h 6858000"/>
              <a:gd name="connsiteX4" fmla="*/ 566358 w 6165094"/>
              <a:gd name="connsiteY4" fmla="*/ 6858000 h 6858000"/>
              <a:gd name="connsiteX5" fmla="*/ 570718 w 6165094"/>
              <a:gd name="connsiteY5" fmla="*/ 6845974 h 6858000"/>
              <a:gd name="connsiteX6" fmla="*/ 465526 w 6165094"/>
              <a:gd name="connsiteY6" fmla="*/ 6578077 h 6858000"/>
              <a:gd name="connsiteX7" fmla="*/ 110478 w 6165094"/>
              <a:gd name="connsiteY7" fmla="*/ 6202748 h 6858000"/>
              <a:gd name="connsiteX8" fmla="*/ 455815 w 6165094"/>
              <a:gd name="connsiteY8" fmla="*/ 5953671 h 6858000"/>
              <a:gd name="connsiteX9" fmla="*/ 418110 w 6165094"/>
              <a:gd name="connsiteY9" fmla="*/ 5548922 h 6858000"/>
              <a:gd name="connsiteX10" fmla="*/ 245870 w 6165094"/>
              <a:gd name="connsiteY10" fmla="*/ 5402675 h 6858000"/>
              <a:gd name="connsiteX11" fmla="*/ 286431 w 6165094"/>
              <a:gd name="connsiteY11" fmla="*/ 5173593 h 6858000"/>
              <a:gd name="connsiteX12" fmla="*/ 53921 w 6165094"/>
              <a:gd name="connsiteY12" fmla="*/ 4702576 h 6858000"/>
              <a:gd name="connsiteX13" fmla="*/ 373265 w 6165094"/>
              <a:gd name="connsiteY13" fmla="*/ 4581751 h 6858000"/>
              <a:gd name="connsiteX14" fmla="*/ 654619 w 6165094"/>
              <a:gd name="connsiteY14" fmla="*/ 4085311 h 6858000"/>
              <a:gd name="connsiteX15" fmla="*/ 340988 w 6165094"/>
              <a:gd name="connsiteY15" fmla="*/ 3595727 h 6858000"/>
              <a:gd name="connsiteX16" fmla="*/ 295858 w 6165094"/>
              <a:gd name="connsiteY16" fmla="*/ 3019881 h 6858000"/>
              <a:gd name="connsiteX17" fmla="*/ 694608 w 6165094"/>
              <a:gd name="connsiteY17" fmla="*/ 2744241 h 6858000"/>
              <a:gd name="connsiteX18" fmla="*/ 822860 w 6165094"/>
              <a:gd name="connsiteY18" fmla="*/ 2261226 h 6858000"/>
              <a:gd name="connsiteX19" fmla="*/ 167034 w 6165094"/>
              <a:gd name="connsiteY19" fmla="*/ 2111266 h 6858000"/>
              <a:gd name="connsiteX20" fmla="*/ 101910 w 6165094"/>
              <a:gd name="connsiteY20" fmla="*/ 1741364 h 6858000"/>
              <a:gd name="connsiteX21" fmla="*/ 748023 w 6165094"/>
              <a:gd name="connsiteY21" fmla="*/ 1653673 h 6858000"/>
              <a:gd name="connsiteX22" fmla="*/ 610345 w 6165094"/>
              <a:gd name="connsiteY22" fmla="*/ 893590 h 6858000"/>
              <a:gd name="connsiteX23" fmla="*/ 562358 w 6165094"/>
              <a:gd name="connsiteY23" fmla="*/ 698784 h 6858000"/>
              <a:gd name="connsiteX24" fmla="*/ 188457 w 6165094"/>
              <a:gd name="connsiteY24" fmla="*/ 303747 h 6858000"/>
              <a:gd name="connsiteX25" fmla="*/ 566071 w 6165094"/>
              <a:gd name="connsiteY25" fmla="*/ 2684 h 6858000"/>
              <a:gd name="connsiteX26" fmla="*/ 2297812 w 6165094"/>
              <a:gd name="connsiteY26" fmla="*/ 26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165094" h="6858000">
                <a:moveTo>
                  <a:pt x="2297812" y="0"/>
                </a:moveTo>
                <a:lnTo>
                  <a:pt x="6165094" y="0"/>
                </a:lnTo>
                <a:lnTo>
                  <a:pt x="6165094" y="6858000"/>
                </a:lnTo>
                <a:lnTo>
                  <a:pt x="2474707" y="6858000"/>
                </a:lnTo>
                <a:lnTo>
                  <a:pt x="566358" y="6858000"/>
                </a:lnTo>
                <a:lnTo>
                  <a:pt x="570718" y="6845974"/>
                </a:lnTo>
                <a:cubicBezTo>
                  <a:pt x="589088" y="6792395"/>
                  <a:pt x="650977" y="6578077"/>
                  <a:pt x="465526" y="6578077"/>
                </a:cubicBezTo>
                <a:cubicBezTo>
                  <a:pt x="296714" y="6578077"/>
                  <a:pt x="64776" y="6423832"/>
                  <a:pt x="110478" y="6202748"/>
                </a:cubicBezTo>
                <a:cubicBezTo>
                  <a:pt x="147611" y="6023082"/>
                  <a:pt x="325278" y="5997088"/>
                  <a:pt x="455815" y="5953671"/>
                </a:cubicBezTo>
                <a:cubicBezTo>
                  <a:pt x="741453" y="5858554"/>
                  <a:pt x="613773" y="5651180"/>
                  <a:pt x="418110" y="5548922"/>
                </a:cubicBezTo>
                <a:cubicBezTo>
                  <a:pt x="353270" y="5514931"/>
                  <a:pt x="267864" y="5488367"/>
                  <a:pt x="245870" y="5402675"/>
                </a:cubicBezTo>
                <a:cubicBezTo>
                  <a:pt x="225019" y="5321840"/>
                  <a:pt x="289573" y="5254143"/>
                  <a:pt x="286431" y="5173593"/>
                </a:cubicBezTo>
                <a:cubicBezTo>
                  <a:pt x="279576" y="4991070"/>
                  <a:pt x="-147454" y="4929658"/>
                  <a:pt x="53921" y="4702576"/>
                </a:cubicBezTo>
                <a:cubicBezTo>
                  <a:pt x="134186" y="4612028"/>
                  <a:pt x="275578" y="4638307"/>
                  <a:pt x="373265" y="4581751"/>
                </a:cubicBezTo>
                <a:cubicBezTo>
                  <a:pt x="534651" y="4488633"/>
                  <a:pt x="642908" y="4286401"/>
                  <a:pt x="654619" y="4085311"/>
                </a:cubicBezTo>
                <a:cubicBezTo>
                  <a:pt x="668901" y="3840519"/>
                  <a:pt x="519512" y="3700271"/>
                  <a:pt x="340988" y="3595727"/>
                </a:cubicBezTo>
                <a:cubicBezTo>
                  <a:pt x="133900" y="3474617"/>
                  <a:pt x="163321" y="3197834"/>
                  <a:pt x="295858" y="3019881"/>
                </a:cubicBezTo>
                <a:cubicBezTo>
                  <a:pt x="400972" y="2878490"/>
                  <a:pt x="580067" y="2872778"/>
                  <a:pt x="694608" y="2744241"/>
                </a:cubicBezTo>
                <a:cubicBezTo>
                  <a:pt x="800009" y="2625985"/>
                  <a:pt x="868848" y="2427182"/>
                  <a:pt x="822860" y="2261226"/>
                </a:cubicBezTo>
                <a:cubicBezTo>
                  <a:pt x="739453" y="1961592"/>
                  <a:pt x="345272" y="2185818"/>
                  <a:pt x="167034" y="2111266"/>
                </a:cubicBezTo>
                <a:cubicBezTo>
                  <a:pt x="31356" y="2054424"/>
                  <a:pt x="-53764" y="1842195"/>
                  <a:pt x="101910" y="1741364"/>
                </a:cubicBezTo>
                <a:cubicBezTo>
                  <a:pt x="300427" y="1612827"/>
                  <a:pt x="543506" y="1760502"/>
                  <a:pt x="748023" y="1653673"/>
                </a:cubicBezTo>
                <a:cubicBezTo>
                  <a:pt x="1092217" y="1473721"/>
                  <a:pt x="653762" y="1140953"/>
                  <a:pt x="610345" y="893590"/>
                </a:cubicBezTo>
                <a:cubicBezTo>
                  <a:pt x="597492" y="820466"/>
                  <a:pt x="609488" y="757912"/>
                  <a:pt x="562358" y="698784"/>
                </a:cubicBezTo>
                <a:cubicBezTo>
                  <a:pt x="453529" y="562249"/>
                  <a:pt x="153609" y="567105"/>
                  <a:pt x="188457" y="303747"/>
                </a:cubicBezTo>
                <a:cubicBezTo>
                  <a:pt x="212165" y="122652"/>
                  <a:pt x="418396" y="2684"/>
                  <a:pt x="566071" y="2684"/>
                </a:cubicBezTo>
                <a:lnTo>
                  <a:pt x="2297812" y="268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99" name="Picture 98" descr="A person in a blue uniform holding a gas cylinder&#10;&#10;Description automatically generated">
            <a:extLst>
              <a:ext uri="{FF2B5EF4-FFF2-40B4-BE49-F238E27FC236}">
                <a16:creationId xmlns:a16="http://schemas.microsoft.com/office/drawing/2014/main" id="{A464996E-F40B-05D1-2E9C-FA04B9958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4" r="46539"/>
          <a:stretch>
            <a:fillRect/>
          </a:stretch>
        </p:blipFill>
        <p:spPr>
          <a:xfrm>
            <a:off x="6026906" y="0"/>
            <a:ext cx="6165094" cy="6858000"/>
          </a:xfrm>
          <a:custGeom>
            <a:avLst/>
            <a:gdLst>
              <a:gd name="connsiteX0" fmla="*/ 2297812 w 6165094"/>
              <a:gd name="connsiteY0" fmla="*/ 0 h 6858000"/>
              <a:gd name="connsiteX1" fmla="*/ 6165094 w 6165094"/>
              <a:gd name="connsiteY1" fmla="*/ 0 h 6858000"/>
              <a:gd name="connsiteX2" fmla="*/ 6165094 w 6165094"/>
              <a:gd name="connsiteY2" fmla="*/ 6858000 h 6858000"/>
              <a:gd name="connsiteX3" fmla="*/ 2474707 w 6165094"/>
              <a:gd name="connsiteY3" fmla="*/ 6858000 h 6858000"/>
              <a:gd name="connsiteX4" fmla="*/ 566358 w 6165094"/>
              <a:gd name="connsiteY4" fmla="*/ 6858000 h 6858000"/>
              <a:gd name="connsiteX5" fmla="*/ 570718 w 6165094"/>
              <a:gd name="connsiteY5" fmla="*/ 6845974 h 6858000"/>
              <a:gd name="connsiteX6" fmla="*/ 465526 w 6165094"/>
              <a:gd name="connsiteY6" fmla="*/ 6578077 h 6858000"/>
              <a:gd name="connsiteX7" fmla="*/ 110478 w 6165094"/>
              <a:gd name="connsiteY7" fmla="*/ 6202748 h 6858000"/>
              <a:gd name="connsiteX8" fmla="*/ 455815 w 6165094"/>
              <a:gd name="connsiteY8" fmla="*/ 5953671 h 6858000"/>
              <a:gd name="connsiteX9" fmla="*/ 418110 w 6165094"/>
              <a:gd name="connsiteY9" fmla="*/ 5548922 h 6858000"/>
              <a:gd name="connsiteX10" fmla="*/ 245870 w 6165094"/>
              <a:gd name="connsiteY10" fmla="*/ 5402675 h 6858000"/>
              <a:gd name="connsiteX11" fmla="*/ 286431 w 6165094"/>
              <a:gd name="connsiteY11" fmla="*/ 5173593 h 6858000"/>
              <a:gd name="connsiteX12" fmla="*/ 53921 w 6165094"/>
              <a:gd name="connsiteY12" fmla="*/ 4702576 h 6858000"/>
              <a:gd name="connsiteX13" fmla="*/ 373265 w 6165094"/>
              <a:gd name="connsiteY13" fmla="*/ 4581751 h 6858000"/>
              <a:gd name="connsiteX14" fmla="*/ 654619 w 6165094"/>
              <a:gd name="connsiteY14" fmla="*/ 4085311 h 6858000"/>
              <a:gd name="connsiteX15" fmla="*/ 340988 w 6165094"/>
              <a:gd name="connsiteY15" fmla="*/ 3595727 h 6858000"/>
              <a:gd name="connsiteX16" fmla="*/ 295858 w 6165094"/>
              <a:gd name="connsiteY16" fmla="*/ 3019881 h 6858000"/>
              <a:gd name="connsiteX17" fmla="*/ 694608 w 6165094"/>
              <a:gd name="connsiteY17" fmla="*/ 2744241 h 6858000"/>
              <a:gd name="connsiteX18" fmla="*/ 822860 w 6165094"/>
              <a:gd name="connsiteY18" fmla="*/ 2261226 h 6858000"/>
              <a:gd name="connsiteX19" fmla="*/ 167034 w 6165094"/>
              <a:gd name="connsiteY19" fmla="*/ 2111266 h 6858000"/>
              <a:gd name="connsiteX20" fmla="*/ 101910 w 6165094"/>
              <a:gd name="connsiteY20" fmla="*/ 1741364 h 6858000"/>
              <a:gd name="connsiteX21" fmla="*/ 748023 w 6165094"/>
              <a:gd name="connsiteY21" fmla="*/ 1653673 h 6858000"/>
              <a:gd name="connsiteX22" fmla="*/ 610345 w 6165094"/>
              <a:gd name="connsiteY22" fmla="*/ 893590 h 6858000"/>
              <a:gd name="connsiteX23" fmla="*/ 562358 w 6165094"/>
              <a:gd name="connsiteY23" fmla="*/ 698784 h 6858000"/>
              <a:gd name="connsiteX24" fmla="*/ 188457 w 6165094"/>
              <a:gd name="connsiteY24" fmla="*/ 303747 h 6858000"/>
              <a:gd name="connsiteX25" fmla="*/ 566071 w 6165094"/>
              <a:gd name="connsiteY25" fmla="*/ 2684 h 6858000"/>
              <a:gd name="connsiteX26" fmla="*/ 2297812 w 6165094"/>
              <a:gd name="connsiteY26" fmla="*/ 26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165094" h="6858000">
                <a:moveTo>
                  <a:pt x="2297812" y="0"/>
                </a:moveTo>
                <a:lnTo>
                  <a:pt x="6165094" y="0"/>
                </a:lnTo>
                <a:lnTo>
                  <a:pt x="6165094" y="6858000"/>
                </a:lnTo>
                <a:lnTo>
                  <a:pt x="2474707" y="6858000"/>
                </a:lnTo>
                <a:lnTo>
                  <a:pt x="566358" y="6858000"/>
                </a:lnTo>
                <a:lnTo>
                  <a:pt x="570718" y="6845974"/>
                </a:lnTo>
                <a:cubicBezTo>
                  <a:pt x="589088" y="6792395"/>
                  <a:pt x="650977" y="6578077"/>
                  <a:pt x="465526" y="6578077"/>
                </a:cubicBezTo>
                <a:cubicBezTo>
                  <a:pt x="296714" y="6578077"/>
                  <a:pt x="64776" y="6423832"/>
                  <a:pt x="110478" y="6202748"/>
                </a:cubicBezTo>
                <a:cubicBezTo>
                  <a:pt x="147611" y="6023082"/>
                  <a:pt x="325278" y="5997088"/>
                  <a:pt x="455815" y="5953671"/>
                </a:cubicBezTo>
                <a:cubicBezTo>
                  <a:pt x="741453" y="5858554"/>
                  <a:pt x="613773" y="5651180"/>
                  <a:pt x="418110" y="5548922"/>
                </a:cubicBezTo>
                <a:cubicBezTo>
                  <a:pt x="353270" y="5514931"/>
                  <a:pt x="267864" y="5488367"/>
                  <a:pt x="245870" y="5402675"/>
                </a:cubicBezTo>
                <a:cubicBezTo>
                  <a:pt x="225019" y="5321840"/>
                  <a:pt x="289573" y="5254143"/>
                  <a:pt x="286431" y="5173593"/>
                </a:cubicBezTo>
                <a:cubicBezTo>
                  <a:pt x="279576" y="4991070"/>
                  <a:pt x="-147454" y="4929658"/>
                  <a:pt x="53921" y="4702576"/>
                </a:cubicBezTo>
                <a:cubicBezTo>
                  <a:pt x="134186" y="4612028"/>
                  <a:pt x="275578" y="4638307"/>
                  <a:pt x="373265" y="4581751"/>
                </a:cubicBezTo>
                <a:cubicBezTo>
                  <a:pt x="534651" y="4488633"/>
                  <a:pt x="642908" y="4286401"/>
                  <a:pt x="654619" y="4085311"/>
                </a:cubicBezTo>
                <a:cubicBezTo>
                  <a:pt x="668901" y="3840519"/>
                  <a:pt x="519512" y="3700271"/>
                  <a:pt x="340988" y="3595727"/>
                </a:cubicBezTo>
                <a:cubicBezTo>
                  <a:pt x="133900" y="3474617"/>
                  <a:pt x="163321" y="3197834"/>
                  <a:pt x="295858" y="3019881"/>
                </a:cubicBezTo>
                <a:cubicBezTo>
                  <a:pt x="400972" y="2878490"/>
                  <a:pt x="580067" y="2872778"/>
                  <a:pt x="694608" y="2744241"/>
                </a:cubicBezTo>
                <a:cubicBezTo>
                  <a:pt x="800009" y="2625985"/>
                  <a:pt x="868848" y="2427182"/>
                  <a:pt x="822860" y="2261226"/>
                </a:cubicBezTo>
                <a:cubicBezTo>
                  <a:pt x="739453" y="1961592"/>
                  <a:pt x="345272" y="2185818"/>
                  <a:pt x="167034" y="2111266"/>
                </a:cubicBezTo>
                <a:cubicBezTo>
                  <a:pt x="31356" y="2054424"/>
                  <a:pt x="-53764" y="1842195"/>
                  <a:pt x="101910" y="1741364"/>
                </a:cubicBezTo>
                <a:cubicBezTo>
                  <a:pt x="300427" y="1612827"/>
                  <a:pt x="543506" y="1760502"/>
                  <a:pt x="748023" y="1653673"/>
                </a:cubicBezTo>
                <a:cubicBezTo>
                  <a:pt x="1092217" y="1473721"/>
                  <a:pt x="653762" y="1140953"/>
                  <a:pt x="610345" y="893590"/>
                </a:cubicBezTo>
                <a:cubicBezTo>
                  <a:pt x="597492" y="820466"/>
                  <a:pt x="609488" y="757912"/>
                  <a:pt x="562358" y="698784"/>
                </a:cubicBezTo>
                <a:cubicBezTo>
                  <a:pt x="453529" y="562249"/>
                  <a:pt x="153609" y="567105"/>
                  <a:pt x="188457" y="303747"/>
                </a:cubicBezTo>
                <a:cubicBezTo>
                  <a:pt x="212165" y="122652"/>
                  <a:pt x="418396" y="2684"/>
                  <a:pt x="566071" y="2684"/>
                </a:cubicBezTo>
                <a:lnTo>
                  <a:pt x="2297812" y="2684"/>
                </a:lnTo>
                <a:close/>
              </a:path>
            </a:pathLst>
          </a:custGeom>
        </p:spPr>
      </p:pic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EEB1C6E8-8B24-3886-1789-7DDA41057F70}"/>
              </a:ext>
            </a:extLst>
          </p:cNvPr>
          <p:cNvSpPr/>
          <p:nvPr/>
        </p:nvSpPr>
        <p:spPr>
          <a:xfrm>
            <a:off x="6026906" y="0"/>
            <a:ext cx="6165094" cy="6858000"/>
          </a:xfrm>
          <a:custGeom>
            <a:avLst/>
            <a:gdLst>
              <a:gd name="connsiteX0" fmla="*/ 2297812 w 6165094"/>
              <a:gd name="connsiteY0" fmla="*/ 0 h 6858000"/>
              <a:gd name="connsiteX1" fmla="*/ 6165094 w 6165094"/>
              <a:gd name="connsiteY1" fmla="*/ 0 h 6858000"/>
              <a:gd name="connsiteX2" fmla="*/ 6165094 w 6165094"/>
              <a:gd name="connsiteY2" fmla="*/ 6858000 h 6858000"/>
              <a:gd name="connsiteX3" fmla="*/ 2474707 w 6165094"/>
              <a:gd name="connsiteY3" fmla="*/ 6858000 h 6858000"/>
              <a:gd name="connsiteX4" fmla="*/ 566358 w 6165094"/>
              <a:gd name="connsiteY4" fmla="*/ 6858000 h 6858000"/>
              <a:gd name="connsiteX5" fmla="*/ 570718 w 6165094"/>
              <a:gd name="connsiteY5" fmla="*/ 6845974 h 6858000"/>
              <a:gd name="connsiteX6" fmla="*/ 465526 w 6165094"/>
              <a:gd name="connsiteY6" fmla="*/ 6578077 h 6858000"/>
              <a:gd name="connsiteX7" fmla="*/ 110478 w 6165094"/>
              <a:gd name="connsiteY7" fmla="*/ 6202748 h 6858000"/>
              <a:gd name="connsiteX8" fmla="*/ 455815 w 6165094"/>
              <a:gd name="connsiteY8" fmla="*/ 5953671 h 6858000"/>
              <a:gd name="connsiteX9" fmla="*/ 418110 w 6165094"/>
              <a:gd name="connsiteY9" fmla="*/ 5548922 h 6858000"/>
              <a:gd name="connsiteX10" fmla="*/ 245870 w 6165094"/>
              <a:gd name="connsiteY10" fmla="*/ 5402675 h 6858000"/>
              <a:gd name="connsiteX11" fmla="*/ 286431 w 6165094"/>
              <a:gd name="connsiteY11" fmla="*/ 5173593 h 6858000"/>
              <a:gd name="connsiteX12" fmla="*/ 53921 w 6165094"/>
              <a:gd name="connsiteY12" fmla="*/ 4702576 h 6858000"/>
              <a:gd name="connsiteX13" fmla="*/ 373265 w 6165094"/>
              <a:gd name="connsiteY13" fmla="*/ 4581751 h 6858000"/>
              <a:gd name="connsiteX14" fmla="*/ 654619 w 6165094"/>
              <a:gd name="connsiteY14" fmla="*/ 4085311 h 6858000"/>
              <a:gd name="connsiteX15" fmla="*/ 340988 w 6165094"/>
              <a:gd name="connsiteY15" fmla="*/ 3595727 h 6858000"/>
              <a:gd name="connsiteX16" fmla="*/ 295858 w 6165094"/>
              <a:gd name="connsiteY16" fmla="*/ 3019881 h 6858000"/>
              <a:gd name="connsiteX17" fmla="*/ 694608 w 6165094"/>
              <a:gd name="connsiteY17" fmla="*/ 2744241 h 6858000"/>
              <a:gd name="connsiteX18" fmla="*/ 822860 w 6165094"/>
              <a:gd name="connsiteY18" fmla="*/ 2261226 h 6858000"/>
              <a:gd name="connsiteX19" fmla="*/ 167034 w 6165094"/>
              <a:gd name="connsiteY19" fmla="*/ 2111266 h 6858000"/>
              <a:gd name="connsiteX20" fmla="*/ 101910 w 6165094"/>
              <a:gd name="connsiteY20" fmla="*/ 1741364 h 6858000"/>
              <a:gd name="connsiteX21" fmla="*/ 748023 w 6165094"/>
              <a:gd name="connsiteY21" fmla="*/ 1653673 h 6858000"/>
              <a:gd name="connsiteX22" fmla="*/ 610345 w 6165094"/>
              <a:gd name="connsiteY22" fmla="*/ 893590 h 6858000"/>
              <a:gd name="connsiteX23" fmla="*/ 562358 w 6165094"/>
              <a:gd name="connsiteY23" fmla="*/ 698784 h 6858000"/>
              <a:gd name="connsiteX24" fmla="*/ 188457 w 6165094"/>
              <a:gd name="connsiteY24" fmla="*/ 303747 h 6858000"/>
              <a:gd name="connsiteX25" fmla="*/ 566071 w 6165094"/>
              <a:gd name="connsiteY25" fmla="*/ 2684 h 6858000"/>
              <a:gd name="connsiteX26" fmla="*/ 2297812 w 6165094"/>
              <a:gd name="connsiteY26" fmla="*/ 26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165094" h="6858000">
                <a:moveTo>
                  <a:pt x="2297812" y="0"/>
                </a:moveTo>
                <a:lnTo>
                  <a:pt x="6165094" y="0"/>
                </a:lnTo>
                <a:lnTo>
                  <a:pt x="6165094" y="6858000"/>
                </a:lnTo>
                <a:lnTo>
                  <a:pt x="2474707" y="6858000"/>
                </a:lnTo>
                <a:lnTo>
                  <a:pt x="566358" y="6858000"/>
                </a:lnTo>
                <a:lnTo>
                  <a:pt x="570718" y="6845974"/>
                </a:lnTo>
                <a:cubicBezTo>
                  <a:pt x="589088" y="6792395"/>
                  <a:pt x="650977" y="6578077"/>
                  <a:pt x="465526" y="6578077"/>
                </a:cubicBezTo>
                <a:cubicBezTo>
                  <a:pt x="296714" y="6578077"/>
                  <a:pt x="64776" y="6423832"/>
                  <a:pt x="110478" y="6202748"/>
                </a:cubicBezTo>
                <a:cubicBezTo>
                  <a:pt x="147611" y="6023082"/>
                  <a:pt x="325278" y="5997088"/>
                  <a:pt x="455815" y="5953671"/>
                </a:cubicBezTo>
                <a:cubicBezTo>
                  <a:pt x="741453" y="5858554"/>
                  <a:pt x="613773" y="5651180"/>
                  <a:pt x="418110" y="5548922"/>
                </a:cubicBezTo>
                <a:cubicBezTo>
                  <a:pt x="353270" y="5514931"/>
                  <a:pt x="267864" y="5488367"/>
                  <a:pt x="245870" y="5402675"/>
                </a:cubicBezTo>
                <a:cubicBezTo>
                  <a:pt x="225019" y="5321840"/>
                  <a:pt x="289573" y="5254143"/>
                  <a:pt x="286431" y="5173593"/>
                </a:cubicBezTo>
                <a:cubicBezTo>
                  <a:pt x="279576" y="4991070"/>
                  <a:pt x="-147454" y="4929658"/>
                  <a:pt x="53921" y="4702576"/>
                </a:cubicBezTo>
                <a:cubicBezTo>
                  <a:pt x="134186" y="4612028"/>
                  <a:pt x="275578" y="4638307"/>
                  <a:pt x="373265" y="4581751"/>
                </a:cubicBezTo>
                <a:cubicBezTo>
                  <a:pt x="534651" y="4488633"/>
                  <a:pt x="642908" y="4286401"/>
                  <a:pt x="654619" y="4085311"/>
                </a:cubicBezTo>
                <a:cubicBezTo>
                  <a:pt x="668901" y="3840519"/>
                  <a:pt x="519512" y="3700271"/>
                  <a:pt x="340988" y="3595727"/>
                </a:cubicBezTo>
                <a:cubicBezTo>
                  <a:pt x="133900" y="3474617"/>
                  <a:pt x="163321" y="3197834"/>
                  <a:pt x="295858" y="3019881"/>
                </a:cubicBezTo>
                <a:cubicBezTo>
                  <a:pt x="400972" y="2878490"/>
                  <a:pt x="580067" y="2872778"/>
                  <a:pt x="694608" y="2744241"/>
                </a:cubicBezTo>
                <a:cubicBezTo>
                  <a:pt x="800009" y="2625985"/>
                  <a:pt x="868848" y="2427182"/>
                  <a:pt x="822860" y="2261226"/>
                </a:cubicBezTo>
                <a:cubicBezTo>
                  <a:pt x="739453" y="1961592"/>
                  <a:pt x="345272" y="2185818"/>
                  <a:pt x="167034" y="2111266"/>
                </a:cubicBezTo>
                <a:cubicBezTo>
                  <a:pt x="31356" y="2054424"/>
                  <a:pt x="-53764" y="1842195"/>
                  <a:pt x="101910" y="1741364"/>
                </a:cubicBezTo>
                <a:cubicBezTo>
                  <a:pt x="300427" y="1612827"/>
                  <a:pt x="543506" y="1760502"/>
                  <a:pt x="748023" y="1653673"/>
                </a:cubicBezTo>
                <a:cubicBezTo>
                  <a:pt x="1092217" y="1473721"/>
                  <a:pt x="653762" y="1140953"/>
                  <a:pt x="610345" y="893590"/>
                </a:cubicBezTo>
                <a:cubicBezTo>
                  <a:pt x="597492" y="820466"/>
                  <a:pt x="609488" y="757912"/>
                  <a:pt x="562358" y="698784"/>
                </a:cubicBezTo>
                <a:cubicBezTo>
                  <a:pt x="453529" y="562249"/>
                  <a:pt x="153609" y="567105"/>
                  <a:pt x="188457" y="303747"/>
                </a:cubicBezTo>
                <a:cubicBezTo>
                  <a:pt x="212165" y="122652"/>
                  <a:pt x="418396" y="2684"/>
                  <a:pt x="566071" y="2684"/>
                </a:cubicBezTo>
                <a:lnTo>
                  <a:pt x="2297812" y="2684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D9EF6-66D6-4FD8-684A-68E59D06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554496-6050-B6F1-948F-D2F9762FB245}"/>
              </a:ext>
            </a:extLst>
          </p:cNvPr>
          <p:cNvSpPr txBox="1"/>
          <p:nvPr/>
        </p:nvSpPr>
        <p:spPr>
          <a:xfrm>
            <a:off x="381001" y="2228132"/>
            <a:ext cx="520700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5F0AF-D00A-E9D1-4AE6-AD68E83F6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3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1820637-F9F8-39F2-AA8A-AA05DDEA237F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EE79E149-C19A-95F8-CD3F-A082D20F2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075" y="5230483"/>
            <a:ext cx="2555228" cy="7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73" descr="A black and white sign&#10;&#10;Description automatically generated">
            <a:extLst>
              <a:ext uri="{FF2B5EF4-FFF2-40B4-BE49-F238E27FC236}">
                <a16:creationId xmlns:a16="http://schemas.microsoft.com/office/drawing/2014/main" id="{DF378A0C-D07A-2C26-38A8-AABB29FDB3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282" y="3897143"/>
            <a:ext cx="2681267" cy="788971"/>
          </a:xfrm>
          <a:prstGeom prst="rect">
            <a:avLst/>
          </a:prstGeom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B0072BF-E19A-23C1-2C1A-9B91995E8453}"/>
              </a:ext>
            </a:extLst>
          </p:cNvPr>
          <p:cNvGrpSpPr/>
          <p:nvPr/>
        </p:nvGrpSpPr>
        <p:grpSpPr>
          <a:xfrm>
            <a:off x="381000" y="1334049"/>
            <a:ext cx="700281" cy="717572"/>
            <a:chOff x="429474" y="1249382"/>
            <a:chExt cx="700281" cy="717572"/>
          </a:xfrm>
        </p:grpSpPr>
        <p:sp>
          <p:nvSpPr>
            <p:cNvPr id="94" name="Rectangle 5">
              <a:extLst>
                <a:ext uri="{FF2B5EF4-FFF2-40B4-BE49-F238E27FC236}">
                  <a16:creationId xmlns:a16="http://schemas.microsoft.com/office/drawing/2014/main" id="{07ECA438-74A3-4F18-F74D-318AABB2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74" y="1889644"/>
              <a:ext cx="700281" cy="773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6">
              <a:extLst>
                <a:ext uri="{FF2B5EF4-FFF2-40B4-BE49-F238E27FC236}">
                  <a16:creationId xmlns:a16="http://schemas.microsoft.com/office/drawing/2014/main" id="{50EB0E7F-AA13-03E2-5A6E-017E2EABB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587" y="1393362"/>
              <a:ext cx="204498" cy="5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Rectangle 7">
              <a:extLst>
                <a:ext uri="{FF2B5EF4-FFF2-40B4-BE49-F238E27FC236}">
                  <a16:creationId xmlns:a16="http://schemas.microsoft.com/office/drawing/2014/main" id="{BA2E9A77-EEC2-AE42-5B22-38DF79326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159" y="1447562"/>
              <a:ext cx="127354" cy="563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A73BC63-63ED-EBE3-6989-2F34170B669B}"/>
                </a:ext>
              </a:extLst>
            </p:cNvPr>
            <p:cNvGrpSpPr/>
            <p:nvPr/>
          </p:nvGrpSpPr>
          <p:grpSpPr>
            <a:xfrm>
              <a:off x="844922" y="1578159"/>
              <a:ext cx="231828" cy="305436"/>
              <a:chOff x="850939" y="1603180"/>
              <a:chExt cx="213642" cy="281476"/>
            </a:xfrm>
          </p:grpSpPr>
          <p:sp>
            <p:nvSpPr>
              <p:cNvPr id="97" name="Freeform 8">
                <a:extLst>
                  <a:ext uri="{FF2B5EF4-FFF2-40B4-BE49-F238E27FC236}">
                    <a16:creationId xmlns:a16="http://schemas.microsoft.com/office/drawing/2014/main" id="{8E13D53B-3F0A-C2F5-0A91-BBFCD1206F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0939" y="1603180"/>
                <a:ext cx="213642" cy="281476"/>
              </a:xfrm>
              <a:custGeom>
                <a:avLst/>
                <a:gdLst>
                  <a:gd name="T0" fmla="*/ 507 w 564"/>
                  <a:gd name="T1" fmla="*/ 472 h 743"/>
                  <a:gd name="T2" fmla="*/ 458 w 564"/>
                  <a:gd name="T3" fmla="*/ 311 h 743"/>
                  <a:gd name="T4" fmla="*/ 473 w 564"/>
                  <a:gd name="T5" fmla="*/ 258 h 743"/>
                  <a:gd name="T6" fmla="*/ 313 w 564"/>
                  <a:gd name="T7" fmla="*/ 3 h 743"/>
                  <a:gd name="T8" fmla="*/ 299 w 564"/>
                  <a:gd name="T9" fmla="*/ 15 h 743"/>
                  <a:gd name="T10" fmla="*/ 218 w 564"/>
                  <a:gd name="T11" fmla="*/ 94 h 743"/>
                  <a:gd name="T12" fmla="*/ 121 w 564"/>
                  <a:gd name="T13" fmla="*/ 152 h 743"/>
                  <a:gd name="T14" fmla="*/ 138 w 564"/>
                  <a:gd name="T15" fmla="*/ 207 h 743"/>
                  <a:gd name="T16" fmla="*/ 105 w 564"/>
                  <a:gd name="T17" fmla="*/ 312 h 743"/>
                  <a:gd name="T18" fmla="*/ 49 w 564"/>
                  <a:gd name="T19" fmla="*/ 465 h 743"/>
                  <a:gd name="T20" fmla="*/ 35 w 564"/>
                  <a:gd name="T21" fmla="*/ 472 h 743"/>
                  <a:gd name="T22" fmla="*/ 0 w 564"/>
                  <a:gd name="T23" fmla="*/ 518 h 743"/>
                  <a:gd name="T24" fmla="*/ 45 w 564"/>
                  <a:gd name="T25" fmla="*/ 552 h 743"/>
                  <a:gd name="T26" fmla="*/ 85 w 564"/>
                  <a:gd name="T27" fmla="*/ 743 h 743"/>
                  <a:gd name="T28" fmla="*/ 489 w 564"/>
                  <a:gd name="T29" fmla="*/ 735 h 743"/>
                  <a:gd name="T30" fmla="*/ 529 w 564"/>
                  <a:gd name="T31" fmla="*/ 552 h 743"/>
                  <a:gd name="T32" fmla="*/ 563 w 564"/>
                  <a:gd name="T33" fmla="*/ 506 h 743"/>
                  <a:gd name="T34" fmla="*/ 44 w 564"/>
                  <a:gd name="T35" fmla="*/ 397 h 743"/>
                  <a:gd name="T36" fmla="*/ 140 w 564"/>
                  <a:gd name="T37" fmla="*/ 332 h 743"/>
                  <a:gd name="T38" fmla="*/ 259 w 564"/>
                  <a:gd name="T39" fmla="*/ 331 h 743"/>
                  <a:gd name="T40" fmla="*/ 259 w 564"/>
                  <a:gd name="T41" fmla="*/ 310 h 743"/>
                  <a:gd name="T42" fmla="*/ 121 w 564"/>
                  <a:gd name="T43" fmla="*/ 298 h 743"/>
                  <a:gd name="T44" fmla="*/ 153 w 564"/>
                  <a:gd name="T45" fmla="*/ 225 h 743"/>
                  <a:gd name="T46" fmla="*/ 226 w 564"/>
                  <a:gd name="T47" fmla="*/ 214 h 743"/>
                  <a:gd name="T48" fmla="*/ 183 w 564"/>
                  <a:gd name="T49" fmla="*/ 204 h 743"/>
                  <a:gd name="T50" fmla="*/ 141 w 564"/>
                  <a:gd name="T51" fmla="*/ 153 h 743"/>
                  <a:gd name="T52" fmla="*/ 224 w 564"/>
                  <a:gd name="T53" fmla="*/ 110 h 743"/>
                  <a:gd name="T54" fmla="*/ 322 w 564"/>
                  <a:gd name="T55" fmla="*/ 31 h 743"/>
                  <a:gd name="T56" fmla="*/ 295 w 564"/>
                  <a:gd name="T57" fmla="*/ 182 h 743"/>
                  <a:gd name="T58" fmla="*/ 295 w 564"/>
                  <a:gd name="T59" fmla="*/ 203 h 743"/>
                  <a:gd name="T60" fmla="*/ 452 w 564"/>
                  <a:gd name="T61" fmla="*/ 257 h 743"/>
                  <a:gd name="T62" fmla="*/ 389 w 564"/>
                  <a:gd name="T63" fmla="*/ 310 h 743"/>
                  <a:gd name="T64" fmla="*/ 389 w 564"/>
                  <a:gd name="T65" fmla="*/ 331 h 743"/>
                  <a:gd name="T66" fmla="*/ 521 w 564"/>
                  <a:gd name="T67" fmla="*/ 400 h 743"/>
                  <a:gd name="T68" fmla="*/ 449 w 564"/>
                  <a:gd name="T69" fmla="*/ 470 h 743"/>
                  <a:gd name="T70" fmla="*/ 43 w 564"/>
                  <a:gd name="T71" fmla="*/ 400 h 743"/>
                  <a:gd name="T72" fmla="*/ 93 w 564"/>
                  <a:gd name="T73" fmla="*/ 723 h 743"/>
                  <a:gd name="T74" fmla="*/ 114 w 564"/>
                  <a:gd name="T75" fmla="*/ 551 h 743"/>
                  <a:gd name="T76" fmla="*/ 93 w 564"/>
                  <a:gd name="T77" fmla="*/ 723 h 743"/>
                  <a:gd name="T78" fmla="*/ 226 w 564"/>
                  <a:gd name="T79" fmla="*/ 723 h 743"/>
                  <a:gd name="T80" fmla="*/ 273 w 564"/>
                  <a:gd name="T81" fmla="*/ 551 h 743"/>
                  <a:gd name="T82" fmla="*/ 411 w 564"/>
                  <a:gd name="T83" fmla="*/ 723 h 743"/>
                  <a:gd name="T84" fmla="*/ 369 w 564"/>
                  <a:gd name="T85" fmla="*/ 551 h 743"/>
                  <a:gd name="T86" fmla="*/ 411 w 564"/>
                  <a:gd name="T87" fmla="*/ 723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64" h="743">
                    <a:moveTo>
                      <a:pt x="529" y="472"/>
                    </a:moveTo>
                    <a:cubicBezTo>
                      <a:pt x="507" y="472"/>
                      <a:pt x="507" y="472"/>
                      <a:pt x="507" y="472"/>
                    </a:cubicBezTo>
                    <a:cubicBezTo>
                      <a:pt x="527" y="457"/>
                      <a:pt x="540" y="433"/>
                      <a:pt x="542" y="408"/>
                    </a:cubicBezTo>
                    <a:cubicBezTo>
                      <a:pt x="545" y="358"/>
                      <a:pt x="508" y="315"/>
                      <a:pt x="458" y="311"/>
                    </a:cubicBezTo>
                    <a:cubicBezTo>
                      <a:pt x="457" y="311"/>
                      <a:pt x="457" y="311"/>
                      <a:pt x="456" y="311"/>
                    </a:cubicBezTo>
                    <a:cubicBezTo>
                      <a:pt x="468" y="296"/>
                      <a:pt x="474" y="278"/>
                      <a:pt x="473" y="258"/>
                    </a:cubicBezTo>
                    <a:cubicBezTo>
                      <a:pt x="472" y="208"/>
                      <a:pt x="428" y="189"/>
                      <a:pt x="395" y="185"/>
                    </a:cubicBezTo>
                    <a:cubicBezTo>
                      <a:pt x="440" y="84"/>
                      <a:pt x="315" y="3"/>
                      <a:pt x="313" y="3"/>
                    </a:cubicBezTo>
                    <a:cubicBezTo>
                      <a:pt x="309" y="0"/>
                      <a:pt x="303" y="1"/>
                      <a:pt x="300" y="6"/>
                    </a:cubicBezTo>
                    <a:cubicBezTo>
                      <a:pt x="298" y="8"/>
                      <a:pt x="297" y="13"/>
                      <a:pt x="299" y="15"/>
                    </a:cubicBezTo>
                    <a:cubicBezTo>
                      <a:pt x="303" y="25"/>
                      <a:pt x="303" y="35"/>
                      <a:pt x="298" y="45"/>
                    </a:cubicBezTo>
                    <a:cubicBezTo>
                      <a:pt x="289" y="64"/>
                      <a:pt x="260" y="82"/>
                      <a:pt x="218" y="94"/>
                    </a:cubicBezTo>
                    <a:cubicBezTo>
                      <a:pt x="207" y="97"/>
                      <a:pt x="196" y="98"/>
                      <a:pt x="185" y="98"/>
                    </a:cubicBezTo>
                    <a:cubicBezTo>
                      <a:pt x="154" y="98"/>
                      <a:pt x="126" y="121"/>
                      <a:pt x="121" y="152"/>
                    </a:cubicBezTo>
                    <a:cubicBezTo>
                      <a:pt x="118" y="172"/>
                      <a:pt x="124" y="192"/>
                      <a:pt x="138" y="207"/>
                    </a:cubicBezTo>
                    <a:cubicBezTo>
                      <a:pt x="138" y="207"/>
                      <a:pt x="138" y="207"/>
                      <a:pt x="138" y="207"/>
                    </a:cubicBezTo>
                    <a:cubicBezTo>
                      <a:pt x="104" y="213"/>
                      <a:pt x="82" y="247"/>
                      <a:pt x="89" y="281"/>
                    </a:cubicBezTo>
                    <a:cubicBezTo>
                      <a:pt x="91" y="293"/>
                      <a:pt x="97" y="304"/>
                      <a:pt x="105" y="312"/>
                    </a:cubicBezTo>
                    <a:cubicBezTo>
                      <a:pt x="56" y="316"/>
                      <a:pt x="19" y="360"/>
                      <a:pt x="24" y="409"/>
                    </a:cubicBezTo>
                    <a:cubicBezTo>
                      <a:pt x="25" y="430"/>
                      <a:pt x="35" y="450"/>
                      <a:pt x="49" y="465"/>
                    </a:cubicBezTo>
                    <a:cubicBezTo>
                      <a:pt x="52" y="468"/>
                      <a:pt x="54" y="469"/>
                      <a:pt x="56" y="472"/>
                    </a:cubicBezTo>
                    <a:cubicBezTo>
                      <a:pt x="35" y="472"/>
                      <a:pt x="35" y="472"/>
                      <a:pt x="35" y="472"/>
                    </a:cubicBezTo>
                    <a:cubicBezTo>
                      <a:pt x="16" y="472"/>
                      <a:pt x="0" y="487"/>
                      <a:pt x="0" y="506"/>
                    </a:cubicBezTo>
                    <a:cubicBezTo>
                      <a:pt x="0" y="518"/>
                      <a:pt x="0" y="518"/>
                      <a:pt x="0" y="518"/>
                    </a:cubicBezTo>
                    <a:cubicBezTo>
                      <a:pt x="0" y="537"/>
                      <a:pt x="16" y="552"/>
                      <a:pt x="35" y="552"/>
                    </a:cubicBezTo>
                    <a:cubicBezTo>
                      <a:pt x="45" y="552"/>
                      <a:pt x="45" y="552"/>
                      <a:pt x="45" y="552"/>
                    </a:cubicBezTo>
                    <a:cubicBezTo>
                      <a:pt x="75" y="735"/>
                      <a:pt x="75" y="735"/>
                      <a:pt x="75" y="735"/>
                    </a:cubicBezTo>
                    <a:cubicBezTo>
                      <a:pt x="76" y="740"/>
                      <a:pt x="80" y="743"/>
                      <a:pt x="85" y="743"/>
                    </a:cubicBezTo>
                    <a:cubicBezTo>
                      <a:pt x="479" y="743"/>
                      <a:pt x="479" y="743"/>
                      <a:pt x="479" y="743"/>
                    </a:cubicBezTo>
                    <a:cubicBezTo>
                      <a:pt x="484" y="743"/>
                      <a:pt x="488" y="740"/>
                      <a:pt x="489" y="735"/>
                    </a:cubicBezTo>
                    <a:cubicBezTo>
                      <a:pt x="518" y="552"/>
                      <a:pt x="518" y="552"/>
                      <a:pt x="518" y="552"/>
                    </a:cubicBezTo>
                    <a:cubicBezTo>
                      <a:pt x="529" y="552"/>
                      <a:pt x="529" y="552"/>
                      <a:pt x="529" y="552"/>
                    </a:cubicBezTo>
                    <a:cubicBezTo>
                      <a:pt x="548" y="552"/>
                      <a:pt x="563" y="537"/>
                      <a:pt x="563" y="518"/>
                    </a:cubicBezTo>
                    <a:cubicBezTo>
                      <a:pt x="563" y="506"/>
                      <a:pt x="563" y="506"/>
                      <a:pt x="563" y="506"/>
                    </a:cubicBezTo>
                    <a:cubicBezTo>
                      <a:pt x="564" y="487"/>
                      <a:pt x="548" y="472"/>
                      <a:pt x="529" y="472"/>
                    </a:cubicBezTo>
                    <a:close/>
                    <a:moveTo>
                      <a:pt x="44" y="397"/>
                    </a:moveTo>
                    <a:cubicBezTo>
                      <a:pt x="47" y="360"/>
                      <a:pt x="78" y="331"/>
                      <a:pt x="116" y="332"/>
                    </a:cubicBezTo>
                    <a:cubicBezTo>
                      <a:pt x="140" y="332"/>
                      <a:pt x="140" y="332"/>
                      <a:pt x="140" y="332"/>
                    </a:cubicBezTo>
                    <a:cubicBezTo>
                      <a:pt x="142" y="332"/>
                      <a:pt x="143" y="332"/>
                      <a:pt x="144" y="331"/>
                    </a:cubicBezTo>
                    <a:cubicBezTo>
                      <a:pt x="259" y="331"/>
                      <a:pt x="259" y="331"/>
                      <a:pt x="259" y="331"/>
                    </a:cubicBezTo>
                    <a:cubicBezTo>
                      <a:pt x="264" y="331"/>
                      <a:pt x="269" y="327"/>
                      <a:pt x="269" y="321"/>
                    </a:cubicBezTo>
                    <a:cubicBezTo>
                      <a:pt x="269" y="315"/>
                      <a:pt x="264" y="310"/>
                      <a:pt x="259" y="310"/>
                    </a:cubicBezTo>
                    <a:cubicBezTo>
                      <a:pt x="142" y="310"/>
                      <a:pt x="142" y="310"/>
                      <a:pt x="142" y="310"/>
                    </a:cubicBezTo>
                    <a:cubicBezTo>
                      <a:pt x="134" y="309"/>
                      <a:pt x="126" y="305"/>
                      <a:pt x="121" y="298"/>
                    </a:cubicBezTo>
                    <a:cubicBezTo>
                      <a:pt x="112" y="290"/>
                      <a:pt x="107" y="278"/>
                      <a:pt x="108" y="265"/>
                    </a:cubicBezTo>
                    <a:cubicBezTo>
                      <a:pt x="110" y="241"/>
                      <a:pt x="130" y="224"/>
                      <a:pt x="153" y="225"/>
                    </a:cubicBezTo>
                    <a:cubicBezTo>
                      <a:pt x="215" y="225"/>
                      <a:pt x="215" y="225"/>
                      <a:pt x="215" y="225"/>
                    </a:cubicBezTo>
                    <a:cubicBezTo>
                      <a:pt x="221" y="225"/>
                      <a:pt x="226" y="220"/>
                      <a:pt x="226" y="214"/>
                    </a:cubicBezTo>
                    <a:cubicBezTo>
                      <a:pt x="226" y="208"/>
                      <a:pt x="221" y="204"/>
                      <a:pt x="215" y="204"/>
                    </a:cubicBezTo>
                    <a:cubicBezTo>
                      <a:pt x="183" y="204"/>
                      <a:pt x="183" y="204"/>
                      <a:pt x="183" y="204"/>
                    </a:cubicBezTo>
                    <a:cubicBezTo>
                      <a:pt x="172" y="204"/>
                      <a:pt x="161" y="199"/>
                      <a:pt x="153" y="191"/>
                    </a:cubicBezTo>
                    <a:cubicBezTo>
                      <a:pt x="143" y="181"/>
                      <a:pt x="138" y="167"/>
                      <a:pt x="141" y="153"/>
                    </a:cubicBezTo>
                    <a:cubicBezTo>
                      <a:pt x="145" y="131"/>
                      <a:pt x="164" y="116"/>
                      <a:pt x="186" y="116"/>
                    </a:cubicBezTo>
                    <a:cubicBezTo>
                      <a:pt x="199" y="116"/>
                      <a:pt x="211" y="114"/>
                      <a:pt x="224" y="110"/>
                    </a:cubicBezTo>
                    <a:cubicBezTo>
                      <a:pt x="258" y="101"/>
                      <a:pt x="301" y="82"/>
                      <a:pt x="317" y="51"/>
                    </a:cubicBezTo>
                    <a:cubicBezTo>
                      <a:pt x="320" y="45"/>
                      <a:pt x="321" y="38"/>
                      <a:pt x="322" y="31"/>
                    </a:cubicBezTo>
                    <a:cubicBezTo>
                      <a:pt x="354" y="57"/>
                      <a:pt x="409" y="114"/>
                      <a:pt x="374" y="182"/>
                    </a:cubicBezTo>
                    <a:cubicBezTo>
                      <a:pt x="295" y="182"/>
                      <a:pt x="295" y="182"/>
                      <a:pt x="295" y="182"/>
                    </a:cubicBezTo>
                    <a:cubicBezTo>
                      <a:pt x="289" y="182"/>
                      <a:pt x="285" y="187"/>
                      <a:pt x="285" y="192"/>
                    </a:cubicBezTo>
                    <a:cubicBezTo>
                      <a:pt x="285" y="198"/>
                      <a:pt x="289" y="203"/>
                      <a:pt x="295" y="203"/>
                    </a:cubicBezTo>
                    <a:cubicBezTo>
                      <a:pt x="379" y="203"/>
                      <a:pt x="379" y="203"/>
                      <a:pt x="379" y="203"/>
                    </a:cubicBezTo>
                    <a:cubicBezTo>
                      <a:pt x="382" y="203"/>
                      <a:pt x="452" y="204"/>
                      <a:pt x="452" y="257"/>
                    </a:cubicBezTo>
                    <a:cubicBezTo>
                      <a:pt x="453" y="298"/>
                      <a:pt x="428" y="308"/>
                      <a:pt x="423" y="310"/>
                    </a:cubicBezTo>
                    <a:cubicBezTo>
                      <a:pt x="389" y="310"/>
                      <a:pt x="389" y="310"/>
                      <a:pt x="389" y="310"/>
                    </a:cubicBezTo>
                    <a:cubicBezTo>
                      <a:pt x="383" y="310"/>
                      <a:pt x="379" y="314"/>
                      <a:pt x="379" y="320"/>
                    </a:cubicBezTo>
                    <a:cubicBezTo>
                      <a:pt x="379" y="326"/>
                      <a:pt x="383" y="331"/>
                      <a:pt x="389" y="331"/>
                    </a:cubicBezTo>
                    <a:cubicBezTo>
                      <a:pt x="451" y="331"/>
                      <a:pt x="451" y="331"/>
                      <a:pt x="451" y="331"/>
                    </a:cubicBezTo>
                    <a:cubicBezTo>
                      <a:pt x="489" y="331"/>
                      <a:pt x="521" y="362"/>
                      <a:pt x="521" y="400"/>
                    </a:cubicBezTo>
                    <a:cubicBezTo>
                      <a:pt x="521" y="402"/>
                      <a:pt x="521" y="404"/>
                      <a:pt x="521" y="405"/>
                    </a:cubicBezTo>
                    <a:cubicBezTo>
                      <a:pt x="518" y="442"/>
                      <a:pt x="487" y="471"/>
                      <a:pt x="449" y="470"/>
                    </a:cubicBezTo>
                    <a:cubicBezTo>
                      <a:pt x="114" y="470"/>
                      <a:pt x="114" y="470"/>
                      <a:pt x="114" y="470"/>
                    </a:cubicBezTo>
                    <a:cubicBezTo>
                      <a:pt x="75" y="470"/>
                      <a:pt x="44" y="439"/>
                      <a:pt x="43" y="400"/>
                    </a:cubicBezTo>
                    <a:cubicBezTo>
                      <a:pt x="43" y="400"/>
                      <a:pt x="44" y="399"/>
                      <a:pt x="44" y="397"/>
                    </a:cubicBezTo>
                    <a:close/>
                    <a:moveTo>
                      <a:pt x="93" y="723"/>
                    </a:moveTo>
                    <a:cubicBezTo>
                      <a:pt x="66" y="551"/>
                      <a:pt x="66" y="551"/>
                      <a:pt x="66" y="551"/>
                    </a:cubicBezTo>
                    <a:cubicBezTo>
                      <a:pt x="114" y="551"/>
                      <a:pt x="114" y="551"/>
                      <a:pt x="114" y="551"/>
                    </a:cubicBezTo>
                    <a:cubicBezTo>
                      <a:pt x="134" y="723"/>
                      <a:pt x="134" y="723"/>
                      <a:pt x="134" y="723"/>
                    </a:cubicBezTo>
                    <a:lnTo>
                      <a:pt x="93" y="723"/>
                    </a:lnTo>
                    <a:close/>
                    <a:moveTo>
                      <a:pt x="273" y="723"/>
                    </a:moveTo>
                    <a:cubicBezTo>
                      <a:pt x="226" y="723"/>
                      <a:pt x="226" y="723"/>
                      <a:pt x="226" y="723"/>
                    </a:cubicBezTo>
                    <a:cubicBezTo>
                      <a:pt x="216" y="551"/>
                      <a:pt x="216" y="551"/>
                      <a:pt x="216" y="551"/>
                    </a:cubicBezTo>
                    <a:cubicBezTo>
                      <a:pt x="273" y="551"/>
                      <a:pt x="273" y="551"/>
                      <a:pt x="273" y="551"/>
                    </a:cubicBezTo>
                    <a:lnTo>
                      <a:pt x="273" y="723"/>
                    </a:lnTo>
                    <a:close/>
                    <a:moveTo>
                      <a:pt x="411" y="723"/>
                    </a:moveTo>
                    <a:cubicBezTo>
                      <a:pt x="359" y="723"/>
                      <a:pt x="359" y="723"/>
                      <a:pt x="359" y="723"/>
                    </a:cubicBezTo>
                    <a:cubicBezTo>
                      <a:pt x="369" y="551"/>
                      <a:pt x="369" y="551"/>
                      <a:pt x="369" y="551"/>
                    </a:cubicBezTo>
                    <a:cubicBezTo>
                      <a:pt x="431" y="551"/>
                      <a:pt x="431" y="551"/>
                      <a:pt x="431" y="551"/>
                    </a:cubicBezTo>
                    <a:lnTo>
                      <a:pt x="411" y="72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Freeform 9">
                <a:extLst>
                  <a:ext uri="{FF2B5EF4-FFF2-40B4-BE49-F238E27FC236}">
                    <a16:creationId xmlns:a16="http://schemas.microsoft.com/office/drawing/2014/main" id="{FDE510E2-2EBD-4E47-3C58-A6E9E6CB9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597" y="1765781"/>
                <a:ext cx="16958" cy="7980"/>
              </a:xfrm>
              <a:custGeom>
                <a:avLst/>
                <a:gdLst>
                  <a:gd name="T0" fmla="*/ 10 w 45"/>
                  <a:gd name="T1" fmla="*/ 21 h 21"/>
                  <a:gd name="T2" fmla="*/ 35 w 45"/>
                  <a:gd name="T3" fmla="*/ 21 h 21"/>
                  <a:gd name="T4" fmla="*/ 45 w 45"/>
                  <a:gd name="T5" fmla="*/ 11 h 21"/>
                  <a:gd name="T6" fmla="*/ 35 w 45"/>
                  <a:gd name="T7" fmla="*/ 0 h 21"/>
                  <a:gd name="T8" fmla="*/ 10 w 45"/>
                  <a:gd name="T9" fmla="*/ 0 h 21"/>
                  <a:gd name="T10" fmla="*/ 0 w 45"/>
                  <a:gd name="T11" fmla="*/ 11 h 21"/>
                  <a:gd name="T12" fmla="*/ 10 w 45"/>
                  <a:gd name="T1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21">
                    <a:moveTo>
                      <a:pt x="10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40" y="21"/>
                      <a:pt x="45" y="16"/>
                      <a:pt x="45" y="11"/>
                    </a:cubicBezTo>
                    <a:cubicBezTo>
                      <a:pt x="45" y="5"/>
                      <a:pt x="40" y="0"/>
                      <a:pt x="35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6"/>
                      <a:pt x="5" y="21"/>
                      <a:pt x="10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Freeform 10">
                <a:extLst>
                  <a:ext uri="{FF2B5EF4-FFF2-40B4-BE49-F238E27FC236}">
                    <a16:creationId xmlns:a16="http://schemas.microsoft.com/office/drawing/2014/main" id="{C2A7406C-FFDE-0942-D7A1-14CAC027E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034" y="1736187"/>
                <a:ext cx="88948" cy="37574"/>
              </a:xfrm>
              <a:custGeom>
                <a:avLst/>
                <a:gdLst>
                  <a:gd name="T0" fmla="*/ 10 w 235"/>
                  <a:gd name="T1" fmla="*/ 99 h 99"/>
                  <a:gd name="T2" fmla="*/ 151 w 235"/>
                  <a:gd name="T3" fmla="*/ 99 h 99"/>
                  <a:gd name="T4" fmla="*/ 235 w 235"/>
                  <a:gd name="T5" fmla="*/ 50 h 99"/>
                  <a:gd name="T6" fmla="*/ 197 w 235"/>
                  <a:gd name="T7" fmla="*/ 1 h 99"/>
                  <a:gd name="T8" fmla="*/ 187 w 235"/>
                  <a:gd name="T9" fmla="*/ 10 h 99"/>
                  <a:gd name="T10" fmla="*/ 195 w 235"/>
                  <a:gd name="T11" fmla="*/ 20 h 99"/>
                  <a:gd name="T12" fmla="*/ 215 w 235"/>
                  <a:gd name="T13" fmla="*/ 49 h 99"/>
                  <a:gd name="T14" fmla="*/ 151 w 235"/>
                  <a:gd name="T15" fmla="*/ 78 h 99"/>
                  <a:gd name="T16" fmla="*/ 10 w 235"/>
                  <a:gd name="T17" fmla="*/ 78 h 99"/>
                  <a:gd name="T18" fmla="*/ 0 w 235"/>
                  <a:gd name="T19" fmla="*/ 89 h 99"/>
                  <a:gd name="T20" fmla="*/ 10 w 235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5" h="99">
                    <a:moveTo>
                      <a:pt x="10" y="99"/>
                    </a:moveTo>
                    <a:cubicBezTo>
                      <a:pt x="151" y="99"/>
                      <a:pt x="151" y="99"/>
                      <a:pt x="151" y="99"/>
                    </a:cubicBezTo>
                    <a:cubicBezTo>
                      <a:pt x="182" y="99"/>
                      <a:pt x="235" y="89"/>
                      <a:pt x="235" y="50"/>
                    </a:cubicBezTo>
                    <a:cubicBezTo>
                      <a:pt x="235" y="15"/>
                      <a:pt x="211" y="3"/>
                      <a:pt x="197" y="1"/>
                    </a:cubicBezTo>
                    <a:cubicBezTo>
                      <a:pt x="192" y="0"/>
                      <a:pt x="187" y="5"/>
                      <a:pt x="187" y="10"/>
                    </a:cubicBezTo>
                    <a:cubicBezTo>
                      <a:pt x="186" y="16"/>
                      <a:pt x="190" y="20"/>
                      <a:pt x="195" y="20"/>
                    </a:cubicBezTo>
                    <a:cubicBezTo>
                      <a:pt x="196" y="20"/>
                      <a:pt x="215" y="23"/>
                      <a:pt x="215" y="49"/>
                    </a:cubicBezTo>
                    <a:cubicBezTo>
                      <a:pt x="215" y="73"/>
                      <a:pt x="167" y="78"/>
                      <a:pt x="151" y="78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4" y="78"/>
                      <a:pt x="0" y="83"/>
                      <a:pt x="0" y="89"/>
                    </a:cubicBezTo>
                    <a:cubicBezTo>
                      <a:pt x="0" y="94"/>
                      <a:pt x="4" y="99"/>
                      <a:pt x="10" y="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Freeform 11">
                <a:extLst>
                  <a:ext uri="{FF2B5EF4-FFF2-40B4-BE49-F238E27FC236}">
                    <a16:creationId xmlns:a16="http://schemas.microsoft.com/office/drawing/2014/main" id="{E4F45C48-0778-7218-23B4-0E367B587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761" y="1654055"/>
                <a:ext cx="15462" cy="8313"/>
              </a:xfrm>
              <a:custGeom>
                <a:avLst/>
                <a:gdLst>
                  <a:gd name="T0" fmla="*/ 29 w 41"/>
                  <a:gd name="T1" fmla="*/ 1 h 22"/>
                  <a:gd name="T2" fmla="*/ 11 w 41"/>
                  <a:gd name="T3" fmla="*/ 1 h 22"/>
                  <a:gd name="T4" fmla="*/ 0 w 41"/>
                  <a:gd name="T5" fmla="*/ 12 h 22"/>
                  <a:gd name="T6" fmla="*/ 11 w 41"/>
                  <a:gd name="T7" fmla="*/ 22 h 22"/>
                  <a:gd name="T8" fmla="*/ 32 w 41"/>
                  <a:gd name="T9" fmla="*/ 21 h 22"/>
                  <a:gd name="T10" fmla="*/ 40 w 41"/>
                  <a:gd name="T11" fmla="*/ 10 h 22"/>
                  <a:gd name="T12" fmla="*/ 29 w 41"/>
                  <a:gd name="T13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22">
                    <a:moveTo>
                      <a:pt x="29" y="1"/>
                    </a:moveTo>
                    <a:cubicBezTo>
                      <a:pt x="23" y="1"/>
                      <a:pt x="17" y="1"/>
                      <a:pt x="11" y="1"/>
                    </a:cubicBezTo>
                    <a:cubicBezTo>
                      <a:pt x="5" y="1"/>
                      <a:pt x="0" y="6"/>
                      <a:pt x="0" y="12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8" y="22"/>
                      <a:pt x="25" y="22"/>
                      <a:pt x="32" y="21"/>
                    </a:cubicBezTo>
                    <a:cubicBezTo>
                      <a:pt x="37" y="21"/>
                      <a:pt x="41" y="16"/>
                      <a:pt x="40" y="10"/>
                    </a:cubicBezTo>
                    <a:cubicBezTo>
                      <a:pt x="40" y="4"/>
                      <a:pt x="35" y="0"/>
                      <a:pt x="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Freeform 12">
                <a:extLst>
                  <a:ext uri="{FF2B5EF4-FFF2-40B4-BE49-F238E27FC236}">
                    <a16:creationId xmlns:a16="http://schemas.microsoft.com/office/drawing/2014/main" id="{9572D8B1-2B49-E2BD-8D2B-32BE03F4B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875" y="1633606"/>
                <a:ext cx="36078" cy="25271"/>
              </a:xfrm>
              <a:custGeom>
                <a:avLst/>
                <a:gdLst>
                  <a:gd name="T0" fmla="*/ 94 w 95"/>
                  <a:gd name="T1" fmla="*/ 14 h 67"/>
                  <a:gd name="T2" fmla="*/ 87 w 95"/>
                  <a:gd name="T3" fmla="*/ 2 h 67"/>
                  <a:gd name="T4" fmla="*/ 74 w 95"/>
                  <a:gd name="T5" fmla="*/ 8 h 67"/>
                  <a:gd name="T6" fmla="*/ 74 w 95"/>
                  <a:gd name="T7" fmla="*/ 8 h 67"/>
                  <a:gd name="T8" fmla="*/ 8 w 95"/>
                  <a:gd name="T9" fmla="*/ 47 h 67"/>
                  <a:gd name="T10" fmla="*/ 1 w 95"/>
                  <a:gd name="T11" fmla="*/ 59 h 67"/>
                  <a:gd name="T12" fmla="*/ 1 w 95"/>
                  <a:gd name="T13" fmla="*/ 59 h 67"/>
                  <a:gd name="T14" fmla="*/ 11 w 95"/>
                  <a:gd name="T15" fmla="*/ 67 h 67"/>
                  <a:gd name="T16" fmla="*/ 13 w 95"/>
                  <a:gd name="T17" fmla="*/ 67 h 67"/>
                  <a:gd name="T18" fmla="*/ 94 w 95"/>
                  <a:gd name="T19" fmla="*/ 1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67">
                    <a:moveTo>
                      <a:pt x="94" y="14"/>
                    </a:moveTo>
                    <a:cubicBezTo>
                      <a:pt x="95" y="9"/>
                      <a:pt x="93" y="3"/>
                      <a:pt x="87" y="2"/>
                    </a:cubicBezTo>
                    <a:cubicBezTo>
                      <a:pt x="82" y="0"/>
                      <a:pt x="76" y="2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64" y="34"/>
                      <a:pt x="8" y="47"/>
                    </a:cubicBezTo>
                    <a:cubicBezTo>
                      <a:pt x="3" y="49"/>
                      <a:pt x="0" y="54"/>
                      <a:pt x="1" y="59"/>
                    </a:cubicBezTo>
                    <a:cubicBezTo>
                      <a:pt x="1" y="59"/>
                      <a:pt x="1" y="59"/>
                      <a:pt x="1" y="59"/>
                    </a:cubicBezTo>
                    <a:cubicBezTo>
                      <a:pt x="2" y="64"/>
                      <a:pt x="6" y="67"/>
                      <a:pt x="11" y="67"/>
                    </a:cubicBezTo>
                    <a:cubicBezTo>
                      <a:pt x="12" y="67"/>
                      <a:pt x="12" y="67"/>
                      <a:pt x="13" y="67"/>
                    </a:cubicBezTo>
                    <a:cubicBezTo>
                      <a:pt x="80" y="51"/>
                      <a:pt x="93" y="15"/>
                      <a:pt x="9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05" name="Freeform 13">
              <a:extLst>
                <a:ext uri="{FF2B5EF4-FFF2-40B4-BE49-F238E27FC236}">
                  <a16:creationId xmlns:a16="http://schemas.microsoft.com/office/drawing/2014/main" id="{D003D216-0737-B8D0-0208-DBB7B6542A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474" y="1249382"/>
              <a:ext cx="700281" cy="615157"/>
            </a:xfrm>
            <a:custGeom>
              <a:avLst/>
              <a:gdLst>
                <a:gd name="T0" fmla="*/ 0 w 1849"/>
                <a:gd name="T1" fmla="*/ 0 h 1624"/>
                <a:gd name="T2" fmla="*/ 0 w 1849"/>
                <a:gd name="T3" fmla="*/ 1624 h 1624"/>
                <a:gd name="T4" fmla="*/ 677 w 1849"/>
                <a:gd name="T5" fmla="*/ 1624 h 1624"/>
                <a:gd name="T6" fmla="*/ 677 w 1849"/>
                <a:gd name="T7" fmla="*/ 380 h 1624"/>
                <a:gd name="T8" fmla="*/ 1849 w 1849"/>
                <a:gd name="T9" fmla="*/ 380 h 1624"/>
                <a:gd name="T10" fmla="*/ 1849 w 1849"/>
                <a:gd name="T11" fmla="*/ 0 h 1624"/>
                <a:gd name="T12" fmla="*/ 0 w 1849"/>
                <a:gd name="T13" fmla="*/ 0 h 1624"/>
                <a:gd name="T14" fmla="*/ 319 w 1849"/>
                <a:gd name="T15" fmla="*/ 730 h 1624"/>
                <a:gd name="T16" fmla="*/ 186 w 1849"/>
                <a:gd name="T17" fmla="*/ 598 h 1624"/>
                <a:gd name="T18" fmla="*/ 319 w 1849"/>
                <a:gd name="T19" fmla="*/ 465 h 1624"/>
                <a:gd name="T20" fmla="*/ 451 w 1849"/>
                <a:gd name="T21" fmla="*/ 598 h 1624"/>
                <a:gd name="T22" fmla="*/ 319 w 1849"/>
                <a:gd name="T23" fmla="*/ 73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9" h="1624">
                  <a:moveTo>
                    <a:pt x="0" y="0"/>
                  </a:moveTo>
                  <a:cubicBezTo>
                    <a:pt x="0" y="1624"/>
                    <a:pt x="0" y="1624"/>
                    <a:pt x="0" y="1624"/>
                  </a:cubicBezTo>
                  <a:cubicBezTo>
                    <a:pt x="677" y="1624"/>
                    <a:pt x="677" y="1624"/>
                    <a:pt x="677" y="1624"/>
                  </a:cubicBezTo>
                  <a:cubicBezTo>
                    <a:pt x="677" y="380"/>
                    <a:pt x="677" y="380"/>
                    <a:pt x="677" y="380"/>
                  </a:cubicBezTo>
                  <a:cubicBezTo>
                    <a:pt x="1849" y="380"/>
                    <a:pt x="1849" y="380"/>
                    <a:pt x="1849" y="380"/>
                  </a:cubicBezTo>
                  <a:cubicBezTo>
                    <a:pt x="1849" y="0"/>
                    <a:pt x="1849" y="0"/>
                    <a:pt x="1849" y="0"/>
                  </a:cubicBezTo>
                  <a:lnTo>
                    <a:pt x="0" y="0"/>
                  </a:lnTo>
                  <a:close/>
                  <a:moveTo>
                    <a:pt x="319" y="730"/>
                  </a:moveTo>
                  <a:cubicBezTo>
                    <a:pt x="246" y="730"/>
                    <a:pt x="186" y="671"/>
                    <a:pt x="186" y="598"/>
                  </a:cubicBezTo>
                  <a:cubicBezTo>
                    <a:pt x="186" y="524"/>
                    <a:pt x="246" y="465"/>
                    <a:pt x="319" y="465"/>
                  </a:cubicBezTo>
                  <a:cubicBezTo>
                    <a:pt x="392" y="465"/>
                    <a:pt x="451" y="524"/>
                    <a:pt x="451" y="598"/>
                  </a:cubicBezTo>
                  <a:cubicBezTo>
                    <a:pt x="451" y="671"/>
                    <a:pt x="392" y="730"/>
                    <a:pt x="319" y="7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2004328-53E9-377D-800A-F7A1AE176965}"/>
              </a:ext>
            </a:extLst>
          </p:cNvPr>
          <p:cNvSpPr/>
          <p:nvPr/>
        </p:nvSpPr>
        <p:spPr>
          <a:xfrm>
            <a:off x="8121650" y="0"/>
            <a:ext cx="1101327" cy="393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Option</a:t>
            </a:r>
          </a:p>
        </p:txBody>
      </p:sp>
      <p:pic>
        <p:nvPicPr>
          <p:cNvPr id="47" name="Picture 46" descr="A red heart with black background&#10;&#10;Description automatically generated">
            <a:extLst>
              <a:ext uri="{FF2B5EF4-FFF2-40B4-BE49-F238E27FC236}">
                <a16:creationId xmlns:a16="http://schemas.microsoft.com/office/drawing/2014/main" id="{F1AA4204-C07F-0AB0-F356-5F81B36B0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32" y="3776862"/>
            <a:ext cx="1251779" cy="10280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06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50A89-33CA-5CDD-8A76-CF6E610A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river running through a green field&#10;&#10;Description automatically generated">
            <a:extLst>
              <a:ext uri="{FF2B5EF4-FFF2-40B4-BE49-F238E27FC236}">
                <a16:creationId xmlns:a16="http://schemas.microsoft.com/office/drawing/2014/main" id="{B1A1BD20-F6B9-A712-DD4D-AEDAFA8B7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36E4FF5C-4719-4778-44B8-C978E14CB133}"/>
              </a:ext>
            </a:extLst>
          </p:cNvPr>
          <p:cNvSpPr/>
          <p:nvPr/>
        </p:nvSpPr>
        <p:spPr>
          <a:xfrm>
            <a:off x="-9116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5" name="Graphic 104">
            <a:extLst>
              <a:ext uri="{FF2B5EF4-FFF2-40B4-BE49-F238E27FC236}">
                <a16:creationId xmlns:a16="http://schemas.microsoft.com/office/drawing/2014/main" id="{74A16CCA-D7AA-E336-D77E-69F979B59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E4953DB-B72B-4DB8-C1AE-349028A6CAE6}"/>
              </a:ext>
            </a:extLst>
          </p:cNvPr>
          <p:cNvSpPr txBox="1"/>
          <p:nvPr/>
        </p:nvSpPr>
        <p:spPr>
          <a:xfrm>
            <a:off x="381001" y="3500759"/>
            <a:ext cx="241970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2EB2F6-84E8-55BB-3916-9242D26E487B}"/>
              </a:ext>
            </a:extLst>
          </p:cNvPr>
          <p:cNvSpPr txBox="1"/>
          <p:nvPr/>
        </p:nvSpPr>
        <p:spPr>
          <a:xfrm>
            <a:off x="3386362" y="3500759"/>
            <a:ext cx="241970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DB8C9A3-B37D-ED0F-DEE1-65EBCA5BDD20}"/>
              </a:ext>
            </a:extLst>
          </p:cNvPr>
          <p:cNvSpPr txBox="1"/>
          <p:nvPr/>
        </p:nvSpPr>
        <p:spPr>
          <a:xfrm>
            <a:off x="6391723" y="3500759"/>
            <a:ext cx="241970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22526F-0A2B-9465-E58D-D02CD1315847}"/>
              </a:ext>
            </a:extLst>
          </p:cNvPr>
          <p:cNvSpPr txBox="1"/>
          <p:nvPr/>
        </p:nvSpPr>
        <p:spPr>
          <a:xfrm>
            <a:off x="9397085" y="3500759"/>
            <a:ext cx="241970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2266824-3C53-1F25-C3D0-49E49AAA6AE5}"/>
              </a:ext>
            </a:extLst>
          </p:cNvPr>
          <p:cNvCxnSpPr/>
          <p:nvPr/>
        </p:nvCxnSpPr>
        <p:spPr>
          <a:xfrm>
            <a:off x="365125" y="3399768"/>
            <a:ext cx="243558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9FB687E-DE43-2F23-528C-808AE5DB60D5}"/>
              </a:ext>
            </a:extLst>
          </p:cNvPr>
          <p:cNvCxnSpPr/>
          <p:nvPr/>
        </p:nvCxnSpPr>
        <p:spPr>
          <a:xfrm>
            <a:off x="3378424" y="3399768"/>
            <a:ext cx="243558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5CF14FA-1E14-3574-90F4-692DB90D40AC}"/>
              </a:ext>
            </a:extLst>
          </p:cNvPr>
          <p:cNvCxnSpPr/>
          <p:nvPr/>
        </p:nvCxnSpPr>
        <p:spPr>
          <a:xfrm>
            <a:off x="6383785" y="3399768"/>
            <a:ext cx="243558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4DB5540-BCFF-1682-F2EB-858F722ED64C}"/>
              </a:ext>
            </a:extLst>
          </p:cNvPr>
          <p:cNvCxnSpPr/>
          <p:nvPr/>
        </p:nvCxnSpPr>
        <p:spPr>
          <a:xfrm>
            <a:off x="9389147" y="3399768"/>
            <a:ext cx="243558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AE04BCD-10C4-3687-593F-31A0C17B8683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A8B7D7-CFF2-C427-5A0A-18B03C24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4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D60A7E0-DCF4-2026-0329-FB7E06E527EC}"/>
              </a:ext>
            </a:extLst>
          </p:cNvPr>
          <p:cNvSpPr/>
          <p:nvPr/>
        </p:nvSpPr>
        <p:spPr>
          <a:xfrm>
            <a:off x="0" y="-1"/>
            <a:ext cx="12192000" cy="2941254"/>
          </a:xfrm>
          <a:custGeom>
            <a:avLst/>
            <a:gdLst>
              <a:gd name="connsiteX0" fmla="*/ 0 w 12192000"/>
              <a:gd name="connsiteY0" fmla="*/ 0 h 2941254"/>
              <a:gd name="connsiteX1" fmla="*/ 12192000 w 12192000"/>
              <a:gd name="connsiteY1" fmla="*/ 0 h 2941254"/>
              <a:gd name="connsiteX2" fmla="*/ 12192000 w 12192000"/>
              <a:gd name="connsiteY2" fmla="*/ 1056469 h 2941254"/>
              <a:gd name="connsiteX3" fmla="*/ 12192000 w 12192000"/>
              <a:gd name="connsiteY3" fmla="*/ 1135781 h 2941254"/>
              <a:gd name="connsiteX4" fmla="*/ 12192000 w 12192000"/>
              <a:gd name="connsiteY4" fmla="*/ 2075252 h 2941254"/>
              <a:gd name="connsiteX5" fmla="*/ 11987322 w 12192000"/>
              <a:gd name="connsiteY5" fmla="*/ 2122933 h 2941254"/>
              <a:gd name="connsiteX6" fmla="*/ 11967161 w 12192000"/>
              <a:gd name="connsiteY6" fmla="*/ 2133060 h 2941254"/>
              <a:gd name="connsiteX7" fmla="*/ 10841696 w 12192000"/>
              <a:gd name="connsiteY7" fmla="*/ 2721190 h 2941254"/>
              <a:gd name="connsiteX8" fmla="*/ 9617430 w 12192000"/>
              <a:gd name="connsiteY8" fmla="*/ 2769031 h 2941254"/>
              <a:gd name="connsiteX9" fmla="*/ 9591990 w 12192000"/>
              <a:gd name="connsiteY9" fmla="*/ 2751410 h 2941254"/>
              <a:gd name="connsiteX10" fmla="*/ 8257627 w 12192000"/>
              <a:gd name="connsiteY10" fmla="*/ 2773895 h 2941254"/>
              <a:gd name="connsiteX11" fmla="*/ 8224481 w 12192000"/>
              <a:gd name="connsiteY11" fmla="*/ 2791357 h 2941254"/>
              <a:gd name="connsiteX12" fmla="*/ 6488150 w 12192000"/>
              <a:gd name="connsiteY12" fmla="*/ 2259840 h 2941254"/>
              <a:gd name="connsiteX13" fmla="*/ 5478801 w 12192000"/>
              <a:gd name="connsiteY13" fmla="*/ 2259840 h 2941254"/>
              <a:gd name="connsiteX14" fmla="*/ 3963403 w 12192000"/>
              <a:gd name="connsiteY14" fmla="*/ 2018559 h 2941254"/>
              <a:gd name="connsiteX15" fmla="*/ 3893312 w 12192000"/>
              <a:gd name="connsiteY15" fmla="*/ 1972313 h 2941254"/>
              <a:gd name="connsiteX16" fmla="*/ 3111969 w 12192000"/>
              <a:gd name="connsiteY16" fmla="*/ 1934040 h 2941254"/>
              <a:gd name="connsiteX17" fmla="*/ 2904864 w 12192000"/>
              <a:gd name="connsiteY17" fmla="*/ 2040248 h 2941254"/>
              <a:gd name="connsiteX18" fmla="*/ 0 w 12192000"/>
              <a:gd name="connsiteY18" fmla="*/ 2923559 h 2941254"/>
              <a:gd name="connsiteX19" fmla="*/ 0 w 12192000"/>
              <a:gd name="connsiteY19" fmla="*/ 1135781 h 2941254"/>
              <a:gd name="connsiteX20" fmla="*/ 0 w 12192000"/>
              <a:gd name="connsiteY20" fmla="*/ 1056469 h 294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2000" h="2941254">
                <a:moveTo>
                  <a:pt x="0" y="0"/>
                </a:moveTo>
                <a:lnTo>
                  <a:pt x="12192000" y="0"/>
                </a:lnTo>
                <a:lnTo>
                  <a:pt x="12192000" y="1056469"/>
                </a:lnTo>
                <a:lnTo>
                  <a:pt x="12192000" y="1135781"/>
                </a:lnTo>
                <a:lnTo>
                  <a:pt x="12192000" y="2075252"/>
                </a:lnTo>
                <a:cubicBezTo>
                  <a:pt x="12087286" y="2075252"/>
                  <a:pt x="12009489" y="2111372"/>
                  <a:pt x="11987322" y="2122933"/>
                </a:cubicBezTo>
                <a:cubicBezTo>
                  <a:pt x="11980672" y="2126362"/>
                  <a:pt x="11974022" y="2129711"/>
                  <a:pt x="11967161" y="2133060"/>
                </a:cubicBezTo>
                <a:cubicBezTo>
                  <a:pt x="11893481" y="2168941"/>
                  <a:pt x="11524343" y="2350658"/>
                  <a:pt x="10841696" y="2721190"/>
                </a:cubicBezTo>
                <a:cubicBezTo>
                  <a:pt x="10134033" y="3105277"/>
                  <a:pt x="9683826" y="2816793"/>
                  <a:pt x="9617430" y="2769031"/>
                </a:cubicBezTo>
                <a:cubicBezTo>
                  <a:pt x="9609091" y="2763051"/>
                  <a:pt x="9600752" y="2757071"/>
                  <a:pt x="9591990" y="2751410"/>
                </a:cubicBezTo>
                <a:cubicBezTo>
                  <a:pt x="9017119" y="2377290"/>
                  <a:pt x="8355373" y="2719436"/>
                  <a:pt x="8257627" y="2773895"/>
                </a:cubicBezTo>
                <a:cubicBezTo>
                  <a:pt x="8246860" y="2779955"/>
                  <a:pt x="8235776" y="2785776"/>
                  <a:pt x="8224481" y="2791357"/>
                </a:cubicBezTo>
                <a:cubicBezTo>
                  <a:pt x="7426249" y="3184454"/>
                  <a:pt x="7085611" y="2732911"/>
                  <a:pt x="6488150" y="2259840"/>
                </a:cubicBezTo>
                <a:cubicBezTo>
                  <a:pt x="5885412" y="1782622"/>
                  <a:pt x="5478801" y="2259840"/>
                  <a:pt x="5478801" y="2259840"/>
                </a:cubicBezTo>
                <a:cubicBezTo>
                  <a:pt x="5120535" y="2660910"/>
                  <a:pt x="4181593" y="2146535"/>
                  <a:pt x="3963403" y="2018559"/>
                </a:cubicBezTo>
                <a:cubicBezTo>
                  <a:pt x="3938914" y="2004207"/>
                  <a:pt x="3915691" y="1988579"/>
                  <a:pt x="3893312" y="1972313"/>
                </a:cubicBezTo>
                <a:cubicBezTo>
                  <a:pt x="3642294" y="1789878"/>
                  <a:pt x="3300179" y="1868019"/>
                  <a:pt x="3111969" y="1934040"/>
                </a:cubicBezTo>
                <a:cubicBezTo>
                  <a:pt x="3035862" y="1960751"/>
                  <a:pt x="2966510" y="1997270"/>
                  <a:pt x="2904864" y="2040248"/>
                </a:cubicBezTo>
                <a:cubicBezTo>
                  <a:pt x="1635628" y="2925632"/>
                  <a:pt x="0" y="2923559"/>
                  <a:pt x="0" y="2923559"/>
                </a:cubicBezTo>
                <a:lnTo>
                  <a:pt x="0" y="1135781"/>
                </a:lnTo>
                <a:lnTo>
                  <a:pt x="0" y="105646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1055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1223C9E5-1EFC-8A6F-6158-ABACC492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5584371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6909DF-C26C-5950-63C1-FD2229C92F30}"/>
              </a:ext>
            </a:extLst>
          </p:cNvPr>
          <p:cNvSpPr txBox="1"/>
          <p:nvPr/>
        </p:nvSpPr>
        <p:spPr>
          <a:xfrm>
            <a:off x="365125" y="1187450"/>
            <a:ext cx="9809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Lorem Ipsum is simply dummy text of the printing and typesetting industry. 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0A77A83-FDA5-5B67-EED3-8B2AA2CC4554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7" name="Freeform 9">
            <a:extLst>
              <a:ext uri="{FF2B5EF4-FFF2-40B4-BE49-F238E27FC236}">
                <a16:creationId xmlns:a16="http://schemas.microsoft.com/office/drawing/2014/main" id="{5D6BC03C-81B4-AA9B-0A2B-30BE5108C9CE}"/>
              </a:ext>
            </a:extLst>
          </p:cNvPr>
          <p:cNvSpPr>
            <a:spLocks/>
          </p:cNvSpPr>
          <p:nvPr/>
        </p:nvSpPr>
        <p:spPr bwMode="auto">
          <a:xfrm>
            <a:off x="-3175" y="1646888"/>
            <a:ext cx="12192000" cy="1414463"/>
          </a:xfrm>
          <a:custGeom>
            <a:avLst/>
            <a:gdLst>
              <a:gd name="T0" fmla="*/ 3840 w 3840"/>
              <a:gd name="T1" fmla="*/ 92 h 442"/>
              <a:gd name="T2" fmla="*/ 3775 w 3840"/>
              <a:gd name="T3" fmla="*/ 108 h 442"/>
              <a:gd name="T4" fmla="*/ 3769 w 3840"/>
              <a:gd name="T5" fmla="*/ 111 h 442"/>
              <a:gd name="T6" fmla="*/ 3415 w 3840"/>
              <a:gd name="T7" fmla="*/ 296 h 442"/>
              <a:gd name="T8" fmla="*/ 3029 w 3840"/>
              <a:gd name="T9" fmla="*/ 311 h 442"/>
              <a:gd name="T10" fmla="*/ 3021 w 3840"/>
              <a:gd name="T11" fmla="*/ 305 h 442"/>
              <a:gd name="T12" fmla="*/ 2601 w 3840"/>
              <a:gd name="T13" fmla="*/ 313 h 442"/>
              <a:gd name="T14" fmla="*/ 2590 w 3840"/>
              <a:gd name="T15" fmla="*/ 318 h 442"/>
              <a:gd name="T16" fmla="*/ 2043 w 3840"/>
              <a:gd name="T17" fmla="*/ 151 h 442"/>
              <a:gd name="T18" fmla="*/ 1726 w 3840"/>
              <a:gd name="T19" fmla="*/ 151 h 442"/>
              <a:gd name="T20" fmla="*/ 1248 w 3840"/>
              <a:gd name="T21" fmla="*/ 75 h 442"/>
              <a:gd name="T22" fmla="*/ 1226 w 3840"/>
              <a:gd name="T23" fmla="*/ 60 h 442"/>
              <a:gd name="T24" fmla="*/ 980 w 3840"/>
              <a:gd name="T25" fmla="*/ 48 h 442"/>
              <a:gd name="T26" fmla="*/ 915 w 3840"/>
              <a:gd name="T27" fmla="*/ 81 h 442"/>
              <a:gd name="T28" fmla="*/ 0 w 3840"/>
              <a:gd name="T29" fmla="*/ 36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840" h="442">
                <a:moveTo>
                  <a:pt x="3840" y="92"/>
                </a:moveTo>
                <a:cubicBezTo>
                  <a:pt x="3807" y="92"/>
                  <a:pt x="3782" y="104"/>
                  <a:pt x="3775" y="108"/>
                </a:cubicBezTo>
                <a:cubicBezTo>
                  <a:pt x="3773" y="109"/>
                  <a:pt x="3771" y="110"/>
                  <a:pt x="3769" y="111"/>
                </a:cubicBezTo>
                <a:cubicBezTo>
                  <a:pt x="3746" y="122"/>
                  <a:pt x="3630" y="179"/>
                  <a:pt x="3415" y="296"/>
                </a:cubicBezTo>
                <a:cubicBezTo>
                  <a:pt x="3192" y="417"/>
                  <a:pt x="3050" y="326"/>
                  <a:pt x="3029" y="311"/>
                </a:cubicBezTo>
                <a:cubicBezTo>
                  <a:pt x="3026" y="309"/>
                  <a:pt x="3024" y="307"/>
                  <a:pt x="3021" y="305"/>
                </a:cubicBezTo>
                <a:cubicBezTo>
                  <a:pt x="2840" y="188"/>
                  <a:pt x="2632" y="295"/>
                  <a:pt x="2601" y="313"/>
                </a:cubicBezTo>
                <a:cubicBezTo>
                  <a:pt x="2597" y="314"/>
                  <a:pt x="2594" y="316"/>
                  <a:pt x="2590" y="318"/>
                </a:cubicBezTo>
                <a:cubicBezTo>
                  <a:pt x="2339" y="442"/>
                  <a:pt x="2232" y="300"/>
                  <a:pt x="2043" y="151"/>
                </a:cubicBezTo>
                <a:cubicBezTo>
                  <a:pt x="1854" y="0"/>
                  <a:pt x="1726" y="151"/>
                  <a:pt x="1726" y="151"/>
                </a:cubicBezTo>
                <a:cubicBezTo>
                  <a:pt x="1613" y="277"/>
                  <a:pt x="1317" y="115"/>
                  <a:pt x="1248" y="75"/>
                </a:cubicBezTo>
                <a:cubicBezTo>
                  <a:pt x="1241" y="70"/>
                  <a:pt x="1233" y="65"/>
                  <a:pt x="1226" y="60"/>
                </a:cubicBezTo>
                <a:cubicBezTo>
                  <a:pt x="1147" y="3"/>
                  <a:pt x="1039" y="27"/>
                  <a:pt x="980" y="48"/>
                </a:cubicBezTo>
                <a:cubicBezTo>
                  <a:pt x="956" y="56"/>
                  <a:pt x="934" y="68"/>
                  <a:pt x="915" y="81"/>
                </a:cubicBezTo>
                <a:cubicBezTo>
                  <a:pt x="515" y="360"/>
                  <a:pt x="0" y="360"/>
                  <a:pt x="0" y="360"/>
                </a:cubicBez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38" name="Freeform 9">
            <a:extLst>
              <a:ext uri="{FF2B5EF4-FFF2-40B4-BE49-F238E27FC236}">
                <a16:creationId xmlns:a16="http://schemas.microsoft.com/office/drawing/2014/main" id="{A6BF1E88-2C06-B4A5-EA02-D2F5DA7BFBD8}"/>
              </a:ext>
            </a:extLst>
          </p:cNvPr>
          <p:cNvSpPr>
            <a:spLocks/>
          </p:cNvSpPr>
          <p:nvPr/>
        </p:nvSpPr>
        <p:spPr bwMode="auto">
          <a:xfrm>
            <a:off x="-3175" y="1646888"/>
            <a:ext cx="12192000" cy="1414463"/>
          </a:xfrm>
          <a:custGeom>
            <a:avLst/>
            <a:gdLst>
              <a:gd name="T0" fmla="*/ 3840 w 3840"/>
              <a:gd name="T1" fmla="*/ 92 h 442"/>
              <a:gd name="T2" fmla="*/ 3775 w 3840"/>
              <a:gd name="T3" fmla="*/ 108 h 442"/>
              <a:gd name="T4" fmla="*/ 3769 w 3840"/>
              <a:gd name="T5" fmla="*/ 111 h 442"/>
              <a:gd name="T6" fmla="*/ 3415 w 3840"/>
              <a:gd name="T7" fmla="*/ 296 h 442"/>
              <a:gd name="T8" fmla="*/ 3029 w 3840"/>
              <a:gd name="T9" fmla="*/ 311 h 442"/>
              <a:gd name="T10" fmla="*/ 3021 w 3840"/>
              <a:gd name="T11" fmla="*/ 305 h 442"/>
              <a:gd name="T12" fmla="*/ 2601 w 3840"/>
              <a:gd name="T13" fmla="*/ 313 h 442"/>
              <a:gd name="T14" fmla="*/ 2590 w 3840"/>
              <a:gd name="T15" fmla="*/ 318 h 442"/>
              <a:gd name="T16" fmla="*/ 2043 w 3840"/>
              <a:gd name="T17" fmla="*/ 151 h 442"/>
              <a:gd name="T18" fmla="*/ 1726 w 3840"/>
              <a:gd name="T19" fmla="*/ 151 h 442"/>
              <a:gd name="T20" fmla="*/ 1248 w 3840"/>
              <a:gd name="T21" fmla="*/ 75 h 442"/>
              <a:gd name="T22" fmla="*/ 1226 w 3840"/>
              <a:gd name="T23" fmla="*/ 60 h 442"/>
              <a:gd name="T24" fmla="*/ 980 w 3840"/>
              <a:gd name="T25" fmla="*/ 48 h 442"/>
              <a:gd name="T26" fmla="*/ 915 w 3840"/>
              <a:gd name="T27" fmla="*/ 81 h 442"/>
              <a:gd name="T28" fmla="*/ 0 w 3840"/>
              <a:gd name="T29" fmla="*/ 36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840" h="442">
                <a:moveTo>
                  <a:pt x="3840" y="92"/>
                </a:moveTo>
                <a:cubicBezTo>
                  <a:pt x="3807" y="92"/>
                  <a:pt x="3782" y="104"/>
                  <a:pt x="3775" y="108"/>
                </a:cubicBezTo>
                <a:cubicBezTo>
                  <a:pt x="3773" y="109"/>
                  <a:pt x="3771" y="110"/>
                  <a:pt x="3769" y="111"/>
                </a:cubicBezTo>
                <a:cubicBezTo>
                  <a:pt x="3746" y="122"/>
                  <a:pt x="3630" y="179"/>
                  <a:pt x="3415" y="296"/>
                </a:cubicBezTo>
                <a:cubicBezTo>
                  <a:pt x="3192" y="417"/>
                  <a:pt x="3050" y="326"/>
                  <a:pt x="3029" y="311"/>
                </a:cubicBezTo>
                <a:cubicBezTo>
                  <a:pt x="3026" y="309"/>
                  <a:pt x="3024" y="307"/>
                  <a:pt x="3021" y="305"/>
                </a:cubicBezTo>
                <a:cubicBezTo>
                  <a:pt x="2840" y="188"/>
                  <a:pt x="2632" y="295"/>
                  <a:pt x="2601" y="313"/>
                </a:cubicBezTo>
                <a:cubicBezTo>
                  <a:pt x="2597" y="314"/>
                  <a:pt x="2594" y="316"/>
                  <a:pt x="2590" y="318"/>
                </a:cubicBezTo>
                <a:cubicBezTo>
                  <a:pt x="2339" y="442"/>
                  <a:pt x="2232" y="300"/>
                  <a:pt x="2043" y="151"/>
                </a:cubicBezTo>
                <a:cubicBezTo>
                  <a:pt x="1854" y="0"/>
                  <a:pt x="1726" y="151"/>
                  <a:pt x="1726" y="151"/>
                </a:cubicBezTo>
                <a:cubicBezTo>
                  <a:pt x="1613" y="277"/>
                  <a:pt x="1317" y="115"/>
                  <a:pt x="1248" y="75"/>
                </a:cubicBezTo>
                <a:cubicBezTo>
                  <a:pt x="1241" y="70"/>
                  <a:pt x="1233" y="65"/>
                  <a:pt x="1226" y="60"/>
                </a:cubicBezTo>
                <a:cubicBezTo>
                  <a:pt x="1147" y="3"/>
                  <a:pt x="1039" y="27"/>
                  <a:pt x="980" y="48"/>
                </a:cubicBezTo>
                <a:cubicBezTo>
                  <a:pt x="956" y="56"/>
                  <a:pt x="934" y="68"/>
                  <a:pt x="915" y="81"/>
                </a:cubicBezTo>
                <a:cubicBezTo>
                  <a:pt x="515" y="360"/>
                  <a:pt x="0" y="360"/>
                  <a:pt x="0" y="36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2794A3D-AFCC-9BAA-A421-84B317B3EEB9}"/>
              </a:ext>
            </a:extLst>
          </p:cNvPr>
          <p:cNvCxnSpPr>
            <a:cxnSpLocks/>
          </p:cNvCxnSpPr>
          <p:nvPr/>
        </p:nvCxnSpPr>
        <p:spPr>
          <a:xfrm flipV="1">
            <a:off x="1582915" y="2574925"/>
            <a:ext cx="0" cy="82484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B372905-3B2F-36A9-563E-B2AC7BB4175C}"/>
              </a:ext>
            </a:extLst>
          </p:cNvPr>
          <p:cNvCxnSpPr>
            <a:cxnSpLocks/>
          </p:cNvCxnSpPr>
          <p:nvPr/>
        </p:nvCxnSpPr>
        <p:spPr>
          <a:xfrm flipV="1">
            <a:off x="4596214" y="2218267"/>
            <a:ext cx="0" cy="11815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544160A-AE0F-1C7A-EDCA-7907BF082024}"/>
              </a:ext>
            </a:extLst>
          </p:cNvPr>
          <p:cNvCxnSpPr>
            <a:cxnSpLocks/>
          </p:cNvCxnSpPr>
          <p:nvPr/>
        </p:nvCxnSpPr>
        <p:spPr>
          <a:xfrm flipV="1">
            <a:off x="7601576" y="2844800"/>
            <a:ext cx="0" cy="55496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6916F22-5F48-78AA-E0E1-BEC9BE5B356F}"/>
              </a:ext>
            </a:extLst>
          </p:cNvPr>
          <p:cNvCxnSpPr>
            <a:cxnSpLocks/>
          </p:cNvCxnSpPr>
          <p:nvPr/>
        </p:nvCxnSpPr>
        <p:spPr>
          <a:xfrm flipV="1">
            <a:off x="10606938" y="2736850"/>
            <a:ext cx="0" cy="662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30E3C9FA-1207-59FD-E5E3-6AFE6EF5E6C2}"/>
              </a:ext>
            </a:extLst>
          </p:cNvPr>
          <p:cNvSpPr/>
          <p:nvPr/>
        </p:nvSpPr>
        <p:spPr>
          <a:xfrm>
            <a:off x="1490289" y="2446779"/>
            <a:ext cx="185252" cy="1852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DD96C54-2F4D-A0AE-FE89-B4C44CF33626}"/>
              </a:ext>
            </a:extLst>
          </p:cNvPr>
          <p:cNvSpPr/>
          <p:nvPr/>
        </p:nvSpPr>
        <p:spPr>
          <a:xfrm>
            <a:off x="4503588" y="2090121"/>
            <a:ext cx="185252" cy="1852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460E93C8-CE9E-E7A6-F6E8-2DB7D79D06CD}"/>
              </a:ext>
            </a:extLst>
          </p:cNvPr>
          <p:cNvSpPr/>
          <p:nvPr/>
        </p:nvSpPr>
        <p:spPr>
          <a:xfrm>
            <a:off x="7501013" y="2716654"/>
            <a:ext cx="185252" cy="1852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1AFA5CF-871B-CA29-1EBC-7024482B68B3}"/>
              </a:ext>
            </a:extLst>
          </p:cNvPr>
          <p:cNvSpPr/>
          <p:nvPr/>
        </p:nvSpPr>
        <p:spPr>
          <a:xfrm>
            <a:off x="10514311" y="2623149"/>
            <a:ext cx="185252" cy="1852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37E2C0D6-048D-3936-A154-A9EE63C8EB6B}"/>
              </a:ext>
            </a:extLst>
          </p:cNvPr>
          <p:cNvSpPr/>
          <p:nvPr/>
        </p:nvSpPr>
        <p:spPr>
          <a:xfrm>
            <a:off x="1520732" y="2477220"/>
            <a:ext cx="124366" cy="12436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5EE29A6-FB0F-7ED6-13F6-2E8D547F4B5F}"/>
              </a:ext>
            </a:extLst>
          </p:cNvPr>
          <p:cNvSpPr/>
          <p:nvPr/>
        </p:nvSpPr>
        <p:spPr>
          <a:xfrm>
            <a:off x="4534031" y="2120562"/>
            <a:ext cx="124366" cy="12436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F0C8CB1-24D5-9C70-7437-8021D6476B94}"/>
              </a:ext>
            </a:extLst>
          </p:cNvPr>
          <p:cNvSpPr/>
          <p:nvPr/>
        </p:nvSpPr>
        <p:spPr>
          <a:xfrm>
            <a:off x="7531456" y="2747095"/>
            <a:ext cx="124366" cy="12436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DD1DE9A-1981-5758-F290-7CB1352D06A6}"/>
              </a:ext>
            </a:extLst>
          </p:cNvPr>
          <p:cNvSpPr/>
          <p:nvPr/>
        </p:nvSpPr>
        <p:spPr>
          <a:xfrm>
            <a:off x="10544754" y="2653590"/>
            <a:ext cx="124366" cy="12436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322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937E6-C794-F465-C8C7-0AEE9342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A close-up of a container&#10;&#10;Description automatically generated">
            <a:extLst>
              <a:ext uri="{FF2B5EF4-FFF2-40B4-BE49-F238E27FC236}">
                <a16:creationId xmlns:a16="http://schemas.microsoft.com/office/drawing/2014/main" id="{2AF22780-DFBB-05F1-A986-FD11B4597A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" t="-48663" r="1067" b="5977"/>
          <a:stretch/>
        </p:blipFill>
        <p:spPr>
          <a:xfrm>
            <a:off x="4153771" y="2820739"/>
            <a:ext cx="3872409" cy="3201544"/>
          </a:xfrm>
          <a:custGeom>
            <a:avLst/>
            <a:gdLst>
              <a:gd name="connsiteX0" fmla="*/ 647847 w 3872409"/>
              <a:gd name="connsiteY0" fmla="*/ 0 h 3201544"/>
              <a:gd name="connsiteX1" fmla="*/ 326557 w 3872409"/>
              <a:gd name="connsiteY1" fmla="*/ 1285028 h 3201544"/>
              <a:gd name="connsiteX2" fmla="*/ 3545854 w 3872409"/>
              <a:gd name="connsiteY2" fmla="*/ 1285028 h 3201544"/>
              <a:gd name="connsiteX3" fmla="*/ 3855897 w 3872409"/>
              <a:gd name="connsiteY3" fmla="*/ 2525070 h 3201544"/>
              <a:gd name="connsiteX4" fmla="*/ 3327726 w 3872409"/>
              <a:gd name="connsiteY4" fmla="*/ 3201544 h 3201544"/>
              <a:gd name="connsiteX5" fmla="*/ 544815 w 3872409"/>
              <a:gd name="connsiteY5" fmla="*/ 3201544 h 3201544"/>
              <a:gd name="connsiteX6" fmla="*/ 544685 w 3872409"/>
              <a:gd name="connsiteY6" fmla="*/ 3201544 h 3201544"/>
              <a:gd name="connsiteX7" fmla="*/ 16513 w 3872409"/>
              <a:gd name="connsiteY7" fmla="*/ 2525070 h 3201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2409" h="3201544">
                <a:moveTo>
                  <a:pt x="647847" y="0"/>
                </a:moveTo>
                <a:lnTo>
                  <a:pt x="326557" y="1285028"/>
                </a:lnTo>
                <a:lnTo>
                  <a:pt x="3545854" y="1285028"/>
                </a:lnTo>
                <a:lnTo>
                  <a:pt x="3855897" y="2525070"/>
                </a:lnTo>
                <a:cubicBezTo>
                  <a:pt x="3941757" y="2868641"/>
                  <a:pt x="3681965" y="3201544"/>
                  <a:pt x="3327726" y="3201544"/>
                </a:cubicBezTo>
                <a:lnTo>
                  <a:pt x="544815" y="3201544"/>
                </a:lnTo>
                <a:lnTo>
                  <a:pt x="544685" y="3201544"/>
                </a:lnTo>
                <a:cubicBezTo>
                  <a:pt x="190447" y="3201544"/>
                  <a:pt x="-69347" y="2868641"/>
                  <a:pt x="16513" y="2525070"/>
                </a:cubicBezTo>
                <a:close/>
              </a:path>
            </a:pathLst>
          </a:custGeom>
        </p:spPr>
      </p:pic>
      <p:pic>
        <p:nvPicPr>
          <p:cNvPr id="72" name="Picture 71" descr="A chocolate covered ice cream on a stick&#10;&#10;Description automatically generated">
            <a:extLst>
              <a:ext uri="{FF2B5EF4-FFF2-40B4-BE49-F238E27FC236}">
                <a16:creationId xmlns:a16="http://schemas.microsoft.com/office/drawing/2014/main" id="{F28A42AA-4892-4E18-E7F7-87A6F9DD29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" t="1601" r="1070" b="-50218"/>
          <a:stretch/>
        </p:blipFill>
        <p:spPr>
          <a:xfrm>
            <a:off x="7941767" y="2408349"/>
            <a:ext cx="3872408" cy="3292852"/>
          </a:xfrm>
          <a:custGeom>
            <a:avLst/>
            <a:gdLst>
              <a:gd name="connsiteX0" fmla="*/ 3196400 w 3872408"/>
              <a:gd name="connsiteY0" fmla="*/ 3283901 h 3292852"/>
              <a:gd name="connsiteX1" fmla="*/ 3194707 w 3872408"/>
              <a:gd name="connsiteY1" fmla="*/ 3288850 h 3292852"/>
              <a:gd name="connsiteX2" fmla="*/ 3192533 w 3872408"/>
              <a:gd name="connsiteY2" fmla="*/ 3292852 h 3292852"/>
              <a:gd name="connsiteX3" fmla="*/ 3191894 w 3872408"/>
              <a:gd name="connsiteY3" fmla="*/ 3292852 h 3292852"/>
              <a:gd name="connsiteX4" fmla="*/ 676005 w 3872408"/>
              <a:gd name="connsiteY4" fmla="*/ 3283888 h 3292852"/>
              <a:gd name="connsiteX5" fmla="*/ 680517 w 3872408"/>
              <a:gd name="connsiteY5" fmla="*/ 3292852 h 3292852"/>
              <a:gd name="connsiteX6" fmla="*/ 679875 w 3872408"/>
              <a:gd name="connsiteY6" fmla="*/ 3292852 h 3292852"/>
              <a:gd name="connsiteX7" fmla="*/ 677701 w 3872408"/>
              <a:gd name="connsiteY7" fmla="*/ 3288850 h 3292852"/>
              <a:gd name="connsiteX8" fmla="*/ 544684 w 3872408"/>
              <a:gd name="connsiteY8" fmla="*/ 0 h 3292852"/>
              <a:gd name="connsiteX9" fmla="*/ 544813 w 3872408"/>
              <a:gd name="connsiteY9" fmla="*/ 0 h 3292852"/>
              <a:gd name="connsiteX10" fmla="*/ 3327725 w 3872408"/>
              <a:gd name="connsiteY10" fmla="*/ 0 h 3292852"/>
              <a:gd name="connsiteX11" fmla="*/ 3855896 w 3872408"/>
              <a:gd name="connsiteY11" fmla="*/ 676475 h 3292852"/>
              <a:gd name="connsiteX12" fmla="*/ 3545854 w 3872408"/>
              <a:gd name="connsiteY12" fmla="*/ 1916515 h 3292852"/>
              <a:gd name="connsiteX13" fmla="*/ 326556 w 3872408"/>
              <a:gd name="connsiteY13" fmla="*/ 1916515 h 3292852"/>
              <a:gd name="connsiteX14" fmla="*/ 647847 w 3872408"/>
              <a:gd name="connsiteY14" fmla="*/ 3201546 h 3292852"/>
              <a:gd name="connsiteX15" fmla="*/ 647876 w 3872408"/>
              <a:gd name="connsiteY15" fmla="*/ 3201635 h 3292852"/>
              <a:gd name="connsiteX16" fmla="*/ 647846 w 3872408"/>
              <a:gd name="connsiteY16" fmla="*/ 3201546 h 3292852"/>
              <a:gd name="connsiteX17" fmla="*/ 16513 w 3872408"/>
              <a:gd name="connsiteY17" fmla="*/ 676475 h 3292852"/>
              <a:gd name="connsiteX18" fmla="*/ 544684 w 3872408"/>
              <a:gd name="connsiteY18" fmla="*/ 0 h 329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72408" h="3292852">
                <a:moveTo>
                  <a:pt x="3196400" y="3283901"/>
                </a:moveTo>
                <a:lnTo>
                  <a:pt x="3194707" y="3288850"/>
                </a:lnTo>
                <a:lnTo>
                  <a:pt x="3192533" y="3292852"/>
                </a:lnTo>
                <a:lnTo>
                  <a:pt x="3191894" y="3292852"/>
                </a:lnTo>
                <a:close/>
                <a:moveTo>
                  <a:pt x="676005" y="3283888"/>
                </a:moveTo>
                <a:lnTo>
                  <a:pt x="680517" y="3292852"/>
                </a:lnTo>
                <a:lnTo>
                  <a:pt x="679875" y="3292852"/>
                </a:lnTo>
                <a:lnTo>
                  <a:pt x="677701" y="3288850"/>
                </a:lnTo>
                <a:close/>
                <a:moveTo>
                  <a:pt x="544684" y="0"/>
                </a:moveTo>
                <a:lnTo>
                  <a:pt x="544813" y="0"/>
                </a:lnTo>
                <a:lnTo>
                  <a:pt x="3327725" y="0"/>
                </a:lnTo>
                <a:cubicBezTo>
                  <a:pt x="3681964" y="0"/>
                  <a:pt x="3941756" y="332904"/>
                  <a:pt x="3855896" y="676475"/>
                </a:cubicBezTo>
                <a:lnTo>
                  <a:pt x="3545854" y="1916515"/>
                </a:lnTo>
                <a:lnTo>
                  <a:pt x="326556" y="1916515"/>
                </a:lnTo>
                <a:lnTo>
                  <a:pt x="647847" y="3201546"/>
                </a:lnTo>
                <a:lnTo>
                  <a:pt x="647876" y="3201635"/>
                </a:lnTo>
                <a:lnTo>
                  <a:pt x="647846" y="3201546"/>
                </a:lnTo>
                <a:lnTo>
                  <a:pt x="16513" y="676475"/>
                </a:lnTo>
                <a:cubicBezTo>
                  <a:pt x="-69347" y="332904"/>
                  <a:pt x="190446" y="0"/>
                  <a:pt x="544684" y="0"/>
                </a:cubicBezTo>
                <a:close/>
              </a:path>
            </a:pathLst>
          </a:custGeom>
        </p:spPr>
      </p:pic>
      <p:pic>
        <p:nvPicPr>
          <p:cNvPr id="69" name="Picture 68" descr="A cartoon of a cone of ice cream&#10;&#10;Description automatically generated">
            <a:extLst>
              <a:ext uri="{FF2B5EF4-FFF2-40B4-BE49-F238E27FC236}">
                <a16:creationId xmlns:a16="http://schemas.microsoft.com/office/drawing/2014/main" id="{2767FAB6-1CFB-EDCB-2E9F-7FA9DCADB1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t="2827" r="1322" b="-40979"/>
          <a:stretch/>
        </p:blipFill>
        <p:spPr>
          <a:xfrm>
            <a:off x="365123" y="2408349"/>
            <a:ext cx="3872279" cy="3101410"/>
          </a:xfrm>
          <a:custGeom>
            <a:avLst/>
            <a:gdLst>
              <a:gd name="connsiteX0" fmla="*/ 544684 w 3872279"/>
              <a:gd name="connsiteY0" fmla="*/ 0 h 3101410"/>
              <a:gd name="connsiteX1" fmla="*/ 3327597 w 3872279"/>
              <a:gd name="connsiteY1" fmla="*/ 0 h 3101410"/>
              <a:gd name="connsiteX2" fmla="*/ 3855767 w 3872279"/>
              <a:gd name="connsiteY2" fmla="*/ 676475 h 3101410"/>
              <a:gd name="connsiteX3" fmla="*/ 3545725 w 3872279"/>
              <a:gd name="connsiteY3" fmla="*/ 1916515 h 3101410"/>
              <a:gd name="connsiteX4" fmla="*/ 326492 w 3872279"/>
              <a:gd name="connsiteY4" fmla="*/ 1916515 h 3101410"/>
              <a:gd name="connsiteX5" fmla="*/ 622685 w 3872279"/>
              <a:gd name="connsiteY5" fmla="*/ 3101410 h 3101410"/>
              <a:gd name="connsiteX6" fmla="*/ 622685 w 3872279"/>
              <a:gd name="connsiteY6" fmla="*/ 3101410 h 3101410"/>
              <a:gd name="connsiteX7" fmla="*/ 16513 w 3872279"/>
              <a:gd name="connsiteY7" fmla="*/ 676475 h 3101410"/>
              <a:gd name="connsiteX8" fmla="*/ 544684 w 3872279"/>
              <a:gd name="connsiteY8" fmla="*/ 0 h 3101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2279" h="3101410">
                <a:moveTo>
                  <a:pt x="544684" y="0"/>
                </a:moveTo>
                <a:lnTo>
                  <a:pt x="3327597" y="0"/>
                </a:lnTo>
                <a:cubicBezTo>
                  <a:pt x="3681834" y="0"/>
                  <a:pt x="3941626" y="332904"/>
                  <a:pt x="3855767" y="676475"/>
                </a:cubicBezTo>
                <a:lnTo>
                  <a:pt x="3545725" y="1916515"/>
                </a:lnTo>
                <a:lnTo>
                  <a:pt x="326492" y="1916515"/>
                </a:lnTo>
                <a:lnTo>
                  <a:pt x="622685" y="3101410"/>
                </a:lnTo>
                <a:lnTo>
                  <a:pt x="622685" y="3101410"/>
                </a:lnTo>
                <a:lnTo>
                  <a:pt x="16513" y="676475"/>
                </a:lnTo>
                <a:cubicBezTo>
                  <a:pt x="-69347" y="332904"/>
                  <a:pt x="190446" y="0"/>
                  <a:pt x="544684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C69CAB-041B-66A0-BEE1-C026496E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</a:rPr>
              <a:t>What is Lorem Ipsum?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A0DA5-FE88-DEE1-94DE-FEAFC015C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5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E15F7B-362D-BBFD-EA33-FDBBF048C480}"/>
              </a:ext>
            </a:extLst>
          </p:cNvPr>
          <p:cNvSpPr txBox="1"/>
          <p:nvPr/>
        </p:nvSpPr>
        <p:spPr>
          <a:xfrm>
            <a:off x="365125" y="1181100"/>
            <a:ext cx="9816843" cy="8771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3"/>
                </a:solidFill>
              </a:rPr>
              <a:t>What is Lorem Ipsum?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234F358F-AED8-3F08-FEDE-E1EF87D8D6F0}"/>
              </a:ext>
            </a:extLst>
          </p:cNvPr>
          <p:cNvSpPr/>
          <p:nvPr/>
        </p:nvSpPr>
        <p:spPr>
          <a:xfrm>
            <a:off x="365123" y="2408349"/>
            <a:ext cx="3872278" cy="3613934"/>
          </a:xfrm>
          <a:custGeom>
            <a:avLst/>
            <a:gdLst>
              <a:gd name="connsiteX0" fmla="*/ 2698844 w 3872278"/>
              <a:gd name="connsiteY0" fmla="*/ 3613716 h 3613934"/>
              <a:gd name="connsiteX1" fmla="*/ 2696262 w 3872278"/>
              <a:gd name="connsiteY1" fmla="*/ 3613934 h 3613934"/>
              <a:gd name="connsiteX2" fmla="*/ 1175885 w 3872278"/>
              <a:gd name="connsiteY2" fmla="*/ 3613934 h 3613934"/>
              <a:gd name="connsiteX3" fmla="*/ 1175873 w 3872278"/>
              <a:gd name="connsiteY3" fmla="*/ 3613933 h 3613934"/>
              <a:gd name="connsiteX4" fmla="*/ 2696274 w 3872278"/>
              <a:gd name="connsiteY4" fmla="*/ 3613933 h 3613934"/>
              <a:gd name="connsiteX5" fmla="*/ 975963 w 3872278"/>
              <a:gd name="connsiteY5" fmla="*/ 3574450 h 3613934"/>
              <a:gd name="connsiteX6" fmla="*/ 1001499 w 3872278"/>
              <a:gd name="connsiteY6" fmla="*/ 3584868 h 3613934"/>
              <a:gd name="connsiteX7" fmla="*/ 996510 w 3872278"/>
              <a:gd name="connsiteY7" fmla="*/ 3583580 h 3613934"/>
              <a:gd name="connsiteX8" fmla="*/ 2896186 w 3872278"/>
              <a:gd name="connsiteY8" fmla="*/ 3574449 h 3613934"/>
              <a:gd name="connsiteX9" fmla="*/ 2875638 w 3872278"/>
              <a:gd name="connsiteY9" fmla="*/ 3583580 h 3613934"/>
              <a:gd name="connsiteX10" fmla="*/ 2870648 w 3872278"/>
              <a:gd name="connsiteY10" fmla="*/ 3584868 h 3613934"/>
              <a:gd name="connsiteX11" fmla="*/ 896384 w 3872278"/>
              <a:gd name="connsiteY11" fmla="*/ 3535123 h 3613934"/>
              <a:gd name="connsiteX12" fmla="*/ 924205 w 3872278"/>
              <a:gd name="connsiteY12" fmla="*/ 3551451 h 3613934"/>
              <a:gd name="connsiteX13" fmla="*/ 914989 w 3872278"/>
              <a:gd name="connsiteY13" fmla="*/ 3547355 h 3613934"/>
              <a:gd name="connsiteX14" fmla="*/ 2975765 w 3872278"/>
              <a:gd name="connsiteY14" fmla="*/ 3535123 h 3613934"/>
              <a:gd name="connsiteX15" fmla="*/ 2957159 w 3872278"/>
              <a:gd name="connsiteY15" fmla="*/ 3547355 h 3613934"/>
              <a:gd name="connsiteX16" fmla="*/ 2947943 w 3872278"/>
              <a:gd name="connsiteY16" fmla="*/ 3551451 h 3613934"/>
              <a:gd name="connsiteX17" fmla="*/ 826892 w 3872278"/>
              <a:gd name="connsiteY17" fmla="*/ 3485754 h 3613934"/>
              <a:gd name="connsiteX18" fmla="*/ 853225 w 3872278"/>
              <a:gd name="connsiteY18" fmla="*/ 3506749 h 3613934"/>
              <a:gd name="connsiteX19" fmla="*/ 840868 w 3872278"/>
              <a:gd name="connsiteY19" fmla="*/ 3498625 h 3613934"/>
              <a:gd name="connsiteX20" fmla="*/ 3045257 w 3872278"/>
              <a:gd name="connsiteY20" fmla="*/ 3485754 h 3613934"/>
              <a:gd name="connsiteX21" fmla="*/ 3031280 w 3872278"/>
              <a:gd name="connsiteY21" fmla="*/ 3498625 h 3613934"/>
              <a:gd name="connsiteX22" fmla="*/ 3018923 w 3872278"/>
              <a:gd name="connsiteY22" fmla="*/ 3506749 h 3613934"/>
              <a:gd name="connsiteX23" fmla="*/ 766511 w 3872278"/>
              <a:gd name="connsiteY23" fmla="*/ 3426880 h 3613934"/>
              <a:gd name="connsiteX24" fmla="*/ 789667 w 3872278"/>
              <a:gd name="connsiteY24" fmla="*/ 3451475 h 3613934"/>
              <a:gd name="connsiteX25" fmla="*/ 775614 w 3872278"/>
              <a:gd name="connsiteY25" fmla="*/ 3438534 h 3613934"/>
              <a:gd name="connsiteX26" fmla="*/ 3105639 w 3872278"/>
              <a:gd name="connsiteY26" fmla="*/ 3426879 h 3613934"/>
              <a:gd name="connsiteX27" fmla="*/ 3096534 w 3872278"/>
              <a:gd name="connsiteY27" fmla="*/ 3438534 h 3613934"/>
              <a:gd name="connsiteX28" fmla="*/ 3082480 w 3872278"/>
              <a:gd name="connsiteY28" fmla="*/ 3451476 h 3613934"/>
              <a:gd name="connsiteX29" fmla="*/ 715845 w 3872278"/>
              <a:gd name="connsiteY29" fmla="*/ 3359304 h 3613934"/>
              <a:gd name="connsiteX30" fmla="*/ 734549 w 3872278"/>
              <a:gd name="connsiteY30" fmla="*/ 3385965 h 3613934"/>
              <a:gd name="connsiteX31" fmla="*/ 720693 w 3872278"/>
              <a:gd name="connsiteY31" fmla="*/ 3368227 h 3613934"/>
              <a:gd name="connsiteX32" fmla="*/ 3156304 w 3872278"/>
              <a:gd name="connsiteY32" fmla="*/ 3359302 h 3613934"/>
              <a:gd name="connsiteX33" fmla="*/ 3151456 w 3872278"/>
              <a:gd name="connsiteY33" fmla="*/ 3368227 h 3613934"/>
              <a:gd name="connsiteX34" fmla="*/ 3137596 w 3872278"/>
              <a:gd name="connsiteY34" fmla="*/ 3385969 h 3613934"/>
              <a:gd name="connsiteX35" fmla="*/ 675876 w 3872278"/>
              <a:gd name="connsiteY35" fmla="*/ 3283895 h 3613934"/>
              <a:gd name="connsiteX36" fmla="*/ 688492 w 3872278"/>
              <a:gd name="connsiteY36" fmla="*/ 3308953 h 3613934"/>
              <a:gd name="connsiteX37" fmla="*/ 677571 w 3872278"/>
              <a:gd name="connsiteY37" fmla="*/ 3288850 h 3613934"/>
              <a:gd name="connsiteX38" fmla="*/ 3196272 w 3872278"/>
              <a:gd name="connsiteY38" fmla="*/ 3283893 h 3613934"/>
              <a:gd name="connsiteX39" fmla="*/ 3194577 w 3872278"/>
              <a:gd name="connsiteY39" fmla="*/ 3288850 h 3613934"/>
              <a:gd name="connsiteX40" fmla="*/ 3183651 w 3872278"/>
              <a:gd name="connsiteY40" fmla="*/ 3308961 h 3613934"/>
              <a:gd name="connsiteX41" fmla="*/ 3332741 w 3872278"/>
              <a:gd name="connsiteY41" fmla="*/ 2768358 h 3613934"/>
              <a:gd name="connsiteX42" fmla="*/ 3224432 w 3872278"/>
              <a:gd name="connsiteY42" fmla="*/ 3201546 h 3613934"/>
              <a:gd name="connsiteX43" fmla="*/ 3224426 w 3872278"/>
              <a:gd name="connsiteY43" fmla="*/ 3201566 h 3613934"/>
              <a:gd name="connsiteX44" fmla="*/ 3224432 w 3872278"/>
              <a:gd name="connsiteY44" fmla="*/ 3201546 h 3613934"/>
              <a:gd name="connsiteX45" fmla="*/ 544683 w 3872278"/>
              <a:gd name="connsiteY45" fmla="*/ 0 h 3613934"/>
              <a:gd name="connsiteX46" fmla="*/ 3327596 w 3872278"/>
              <a:gd name="connsiteY46" fmla="*/ 0 h 3613934"/>
              <a:gd name="connsiteX47" fmla="*/ 3855766 w 3872278"/>
              <a:gd name="connsiteY47" fmla="*/ 676475 h 3613934"/>
              <a:gd name="connsiteX48" fmla="*/ 3545724 w 3872278"/>
              <a:gd name="connsiteY48" fmla="*/ 1916515 h 3613934"/>
              <a:gd name="connsiteX49" fmla="*/ 326491 w 3872278"/>
              <a:gd name="connsiteY49" fmla="*/ 1916515 h 3613934"/>
              <a:gd name="connsiteX50" fmla="*/ 647715 w 3872278"/>
              <a:gd name="connsiteY50" fmla="*/ 3201546 h 3613934"/>
              <a:gd name="connsiteX51" fmla="*/ 16512 w 3872278"/>
              <a:gd name="connsiteY51" fmla="*/ 676475 h 3613934"/>
              <a:gd name="connsiteX52" fmla="*/ 544683 w 3872278"/>
              <a:gd name="connsiteY52" fmla="*/ 0 h 361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872278" h="3613934">
                <a:moveTo>
                  <a:pt x="2698844" y="3613716"/>
                </a:moveTo>
                <a:lnTo>
                  <a:pt x="2696262" y="3613934"/>
                </a:lnTo>
                <a:lnTo>
                  <a:pt x="1175885" y="3613934"/>
                </a:lnTo>
                <a:lnTo>
                  <a:pt x="1175873" y="3613933"/>
                </a:lnTo>
                <a:lnTo>
                  <a:pt x="2696274" y="3613933"/>
                </a:lnTo>
                <a:close/>
                <a:moveTo>
                  <a:pt x="975963" y="3574450"/>
                </a:moveTo>
                <a:lnTo>
                  <a:pt x="1001499" y="3584868"/>
                </a:lnTo>
                <a:lnTo>
                  <a:pt x="996510" y="3583580"/>
                </a:lnTo>
                <a:close/>
                <a:moveTo>
                  <a:pt x="2896186" y="3574449"/>
                </a:moveTo>
                <a:lnTo>
                  <a:pt x="2875638" y="3583580"/>
                </a:lnTo>
                <a:lnTo>
                  <a:pt x="2870648" y="3584868"/>
                </a:lnTo>
                <a:close/>
                <a:moveTo>
                  <a:pt x="896384" y="3535123"/>
                </a:moveTo>
                <a:lnTo>
                  <a:pt x="924205" y="3551451"/>
                </a:lnTo>
                <a:lnTo>
                  <a:pt x="914989" y="3547355"/>
                </a:lnTo>
                <a:close/>
                <a:moveTo>
                  <a:pt x="2975765" y="3535123"/>
                </a:moveTo>
                <a:lnTo>
                  <a:pt x="2957159" y="3547355"/>
                </a:lnTo>
                <a:lnTo>
                  <a:pt x="2947943" y="3551451"/>
                </a:lnTo>
                <a:close/>
                <a:moveTo>
                  <a:pt x="826892" y="3485754"/>
                </a:moveTo>
                <a:lnTo>
                  <a:pt x="853225" y="3506749"/>
                </a:lnTo>
                <a:lnTo>
                  <a:pt x="840868" y="3498625"/>
                </a:lnTo>
                <a:close/>
                <a:moveTo>
                  <a:pt x="3045257" y="3485754"/>
                </a:moveTo>
                <a:lnTo>
                  <a:pt x="3031280" y="3498625"/>
                </a:lnTo>
                <a:lnTo>
                  <a:pt x="3018923" y="3506749"/>
                </a:lnTo>
                <a:close/>
                <a:moveTo>
                  <a:pt x="766511" y="3426880"/>
                </a:moveTo>
                <a:lnTo>
                  <a:pt x="789667" y="3451475"/>
                </a:lnTo>
                <a:lnTo>
                  <a:pt x="775614" y="3438534"/>
                </a:lnTo>
                <a:close/>
                <a:moveTo>
                  <a:pt x="3105639" y="3426879"/>
                </a:moveTo>
                <a:lnTo>
                  <a:pt x="3096534" y="3438534"/>
                </a:lnTo>
                <a:lnTo>
                  <a:pt x="3082480" y="3451476"/>
                </a:lnTo>
                <a:close/>
                <a:moveTo>
                  <a:pt x="715845" y="3359304"/>
                </a:moveTo>
                <a:lnTo>
                  <a:pt x="734549" y="3385965"/>
                </a:lnTo>
                <a:lnTo>
                  <a:pt x="720693" y="3368227"/>
                </a:lnTo>
                <a:close/>
                <a:moveTo>
                  <a:pt x="3156304" y="3359302"/>
                </a:moveTo>
                <a:lnTo>
                  <a:pt x="3151456" y="3368227"/>
                </a:lnTo>
                <a:lnTo>
                  <a:pt x="3137596" y="3385969"/>
                </a:lnTo>
                <a:close/>
                <a:moveTo>
                  <a:pt x="675876" y="3283895"/>
                </a:moveTo>
                <a:lnTo>
                  <a:pt x="688492" y="3308953"/>
                </a:lnTo>
                <a:lnTo>
                  <a:pt x="677571" y="3288850"/>
                </a:lnTo>
                <a:close/>
                <a:moveTo>
                  <a:pt x="3196272" y="3283893"/>
                </a:moveTo>
                <a:lnTo>
                  <a:pt x="3194577" y="3288850"/>
                </a:lnTo>
                <a:lnTo>
                  <a:pt x="3183651" y="3308961"/>
                </a:lnTo>
                <a:close/>
                <a:moveTo>
                  <a:pt x="3332741" y="2768358"/>
                </a:moveTo>
                <a:lnTo>
                  <a:pt x="3224432" y="3201546"/>
                </a:lnTo>
                <a:lnTo>
                  <a:pt x="3224426" y="3201566"/>
                </a:lnTo>
                <a:lnTo>
                  <a:pt x="3224432" y="3201546"/>
                </a:lnTo>
                <a:close/>
                <a:moveTo>
                  <a:pt x="544683" y="0"/>
                </a:moveTo>
                <a:lnTo>
                  <a:pt x="3327596" y="0"/>
                </a:lnTo>
                <a:cubicBezTo>
                  <a:pt x="3681833" y="0"/>
                  <a:pt x="3941625" y="332904"/>
                  <a:pt x="3855766" y="676475"/>
                </a:cubicBezTo>
                <a:lnTo>
                  <a:pt x="3545724" y="1916515"/>
                </a:lnTo>
                <a:lnTo>
                  <a:pt x="326491" y="1916515"/>
                </a:lnTo>
                <a:lnTo>
                  <a:pt x="647715" y="3201546"/>
                </a:lnTo>
                <a:lnTo>
                  <a:pt x="16512" y="676475"/>
                </a:lnTo>
                <a:cubicBezTo>
                  <a:pt x="-69348" y="332904"/>
                  <a:pt x="190445" y="0"/>
                  <a:pt x="544683" y="0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933A3AA-1203-A55E-A4D4-80958D4B3D66}"/>
              </a:ext>
            </a:extLst>
          </p:cNvPr>
          <p:cNvSpPr/>
          <p:nvPr/>
        </p:nvSpPr>
        <p:spPr>
          <a:xfrm>
            <a:off x="4153771" y="2408349"/>
            <a:ext cx="3872408" cy="3613934"/>
          </a:xfrm>
          <a:custGeom>
            <a:avLst/>
            <a:gdLst>
              <a:gd name="connsiteX0" fmla="*/ 647846 w 3872408"/>
              <a:gd name="connsiteY0" fmla="*/ 412390 h 3613934"/>
              <a:gd name="connsiteX1" fmla="*/ 326556 w 3872408"/>
              <a:gd name="connsiteY1" fmla="*/ 1697418 h 3613934"/>
              <a:gd name="connsiteX2" fmla="*/ 3545853 w 3872408"/>
              <a:gd name="connsiteY2" fmla="*/ 1697418 h 3613934"/>
              <a:gd name="connsiteX3" fmla="*/ 3855896 w 3872408"/>
              <a:gd name="connsiteY3" fmla="*/ 2937460 h 3613934"/>
              <a:gd name="connsiteX4" fmla="*/ 3327725 w 3872408"/>
              <a:gd name="connsiteY4" fmla="*/ 3613934 h 3613934"/>
              <a:gd name="connsiteX5" fmla="*/ 544814 w 3872408"/>
              <a:gd name="connsiteY5" fmla="*/ 3613934 h 3613934"/>
              <a:gd name="connsiteX6" fmla="*/ 544684 w 3872408"/>
              <a:gd name="connsiteY6" fmla="*/ 3613934 h 3613934"/>
              <a:gd name="connsiteX7" fmla="*/ 16512 w 3872408"/>
              <a:gd name="connsiteY7" fmla="*/ 2937460 h 3613934"/>
              <a:gd name="connsiteX8" fmla="*/ 2788314 w 3872408"/>
              <a:gd name="connsiteY8" fmla="*/ 7780 h 3613934"/>
              <a:gd name="connsiteX9" fmla="*/ 3224562 w 3872408"/>
              <a:gd name="connsiteY9" fmla="*/ 412390 h 3613934"/>
              <a:gd name="connsiteX10" fmla="*/ 2788314 w 3872408"/>
              <a:gd name="connsiteY10" fmla="*/ 7780 h 3613934"/>
              <a:gd name="connsiteX11" fmla="*/ 1176017 w 3872408"/>
              <a:gd name="connsiteY11" fmla="*/ 0 h 3613934"/>
              <a:gd name="connsiteX12" fmla="*/ 1176017 w 3872408"/>
              <a:gd name="connsiteY12" fmla="*/ 0 h 3613934"/>
              <a:gd name="connsiteX13" fmla="*/ 647846 w 3872408"/>
              <a:gd name="connsiteY13" fmla="*/ 412390 h 3613934"/>
              <a:gd name="connsiteX14" fmla="*/ 1176017 w 3872408"/>
              <a:gd name="connsiteY14" fmla="*/ 0 h 361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2408" h="3613934">
                <a:moveTo>
                  <a:pt x="647846" y="412390"/>
                </a:moveTo>
                <a:lnTo>
                  <a:pt x="326556" y="1697418"/>
                </a:lnTo>
                <a:lnTo>
                  <a:pt x="3545853" y="1697418"/>
                </a:lnTo>
                <a:lnTo>
                  <a:pt x="3855896" y="2937460"/>
                </a:lnTo>
                <a:cubicBezTo>
                  <a:pt x="3941756" y="3281031"/>
                  <a:pt x="3681964" y="3613934"/>
                  <a:pt x="3327725" y="3613934"/>
                </a:cubicBezTo>
                <a:lnTo>
                  <a:pt x="544814" y="3613934"/>
                </a:lnTo>
                <a:lnTo>
                  <a:pt x="544684" y="3613934"/>
                </a:lnTo>
                <a:cubicBezTo>
                  <a:pt x="190446" y="3613934"/>
                  <a:pt x="-69348" y="3281031"/>
                  <a:pt x="16512" y="2937460"/>
                </a:cubicBezTo>
                <a:close/>
                <a:moveTo>
                  <a:pt x="2788314" y="7780"/>
                </a:moveTo>
                <a:cubicBezTo>
                  <a:pt x="2998156" y="43638"/>
                  <a:pt x="3171518" y="200325"/>
                  <a:pt x="3224562" y="412390"/>
                </a:cubicBezTo>
                <a:cubicBezTo>
                  <a:pt x="3171518" y="200325"/>
                  <a:pt x="2998156" y="43638"/>
                  <a:pt x="2788314" y="7780"/>
                </a:cubicBezTo>
                <a:close/>
                <a:moveTo>
                  <a:pt x="1176017" y="0"/>
                </a:moveTo>
                <a:lnTo>
                  <a:pt x="1176017" y="0"/>
                </a:lnTo>
                <a:cubicBezTo>
                  <a:pt x="926242" y="0"/>
                  <a:pt x="708468" y="170030"/>
                  <a:pt x="647846" y="412390"/>
                </a:cubicBezTo>
                <a:cubicBezTo>
                  <a:pt x="708468" y="170030"/>
                  <a:pt x="926242" y="0"/>
                  <a:pt x="1176017" y="0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216E07E3-2AD6-0A4F-5FA6-8E26FEC344D5}"/>
              </a:ext>
            </a:extLst>
          </p:cNvPr>
          <p:cNvSpPr/>
          <p:nvPr/>
        </p:nvSpPr>
        <p:spPr>
          <a:xfrm>
            <a:off x="7941767" y="2408349"/>
            <a:ext cx="3872408" cy="3613934"/>
          </a:xfrm>
          <a:custGeom>
            <a:avLst/>
            <a:gdLst>
              <a:gd name="connsiteX0" fmla="*/ 1139875 w 3872408"/>
              <a:gd name="connsiteY0" fmla="*/ 3610876 h 3613934"/>
              <a:gd name="connsiteX1" fmla="*/ 1176006 w 3872408"/>
              <a:gd name="connsiteY1" fmla="*/ 3613933 h 3613934"/>
              <a:gd name="connsiteX2" fmla="*/ 2696403 w 3872408"/>
              <a:gd name="connsiteY2" fmla="*/ 3613933 h 3613934"/>
              <a:gd name="connsiteX3" fmla="*/ 2696391 w 3872408"/>
              <a:gd name="connsiteY3" fmla="*/ 3613934 h 3613934"/>
              <a:gd name="connsiteX4" fmla="*/ 1176017 w 3872408"/>
              <a:gd name="connsiteY4" fmla="*/ 3613934 h 3613934"/>
              <a:gd name="connsiteX5" fmla="*/ 1084088 w 3872408"/>
              <a:gd name="connsiteY5" fmla="*/ 3606153 h 3613934"/>
              <a:gd name="connsiteX6" fmla="*/ 1084096 w 3872408"/>
              <a:gd name="connsiteY6" fmla="*/ 3606155 h 3613934"/>
              <a:gd name="connsiteX7" fmla="*/ 1084096 w 3872408"/>
              <a:gd name="connsiteY7" fmla="*/ 3606155 h 3613934"/>
              <a:gd name="connsiteX8" fmla="*/ 2896300 w 3872408"/>
              <a:gd name="connsiteY8" fmla="*/ 3574456 h 3613934"/>
              <a:gd name="connsiteX9" fmla="*/ 2875767 w 3872408"/>
              <a:gd name="connsiteY9" fmla="*/ 3583580 h 3613934"/>
              <a:gd name="connsiteX10" fmla="*/ 2870781 w 3872408"/>
              <a:gd name="connsiteY10" fmla="*/ 3584867 h 3613934"/>
              <a:gd name="connsiteX11" fmla="*/ 976080 w 3872408"/>
              <a:gd name="connsiteY11" fmla="*/ 3574444 h 3613934"/>
              <a:gd name="connsiteX12" fmla="*/ 1001634 w 3872408"/>
              <a:gd name="connsiteY12" fmla="*/ 3584869 h 3613934"/>
              <a:gd name="connsiteX13" fmla="*/ 996641 w 3872408"/>
              <a:gd name="connsiteY13" fmla="*/ 3583580 h 3613934"/>
              <a:gd name="connsiteX14" fmla="*/ 2975883 w 3872408"/>
              <a:gd name="connsiteY14" fmla="*/ 3535130 h 3613934"/>
              <a:gd name="connsiteX15" fmla="*/ 2957289 w 3872408"/>
              <a:gd name="connsiteY15" fmla="*/ 3547355 h 3613934"/>
              <a:gd name="connsiteX16" fmla="*/ 2948078 w 3872408"/>
              <a:gd name="connsiteY16" fmla="*/ 3551448 h 3613934"/>
              <a:gd name="connsiteX17" fmla="*/ 896506 w 3872408"/>
              <a:gd name="connsiteY17" fmla="*/ 3535118 h 3613934"/>
              <a:gd name="connsiteX18" fmla="*/ 924340 w 3872408"/>
              <a:gd name="connsiteY18" fmla="*/ 3551452 h 3613934"/>
              <a:gd name="connsiteX19" fmla="*/ 915120 w 3872408"/>
              <a:gd name="connsiteY19" fmla="*/ 3547355 h 3613934"/>
              <a:gd name="connsiteX20" fmla="*/ 3045378 w 3872408"/>
              <a:gd name="connsiteY20" fmla="*/ 3485761 h 3613934"/>
              <a:gd name="connsiteX21" fmla="*/ 3031410 w 3872408"/>
              <a:gd name="connsiteY21" fmla="*/ 3498625 h 3613934"/>
              <a:gd name="connsiteX22" fmla="*/ 3019060 w 3872408"/>
              <a:gd name="connsiteY22" fmla="*/ 3506744 h 3613934"/>
              <a:gd name="connsiteX23" fmla="*/ 827016 w 3872408"/>
              <a:gd name="connsiteY23" fmla="*/ 3485748 h 3613934"/>
              <a:gd name="connsiteX24" fmla="*/ 853361 w 3872408"/>
              <a:gd name="connsiteY24" fmla="*/ 3506752 h 3613934"/>
              <a:gd name="connsiteX25" fmla="*/ 840999 w 3872408"/>
              <a:gd name="connsiteY25" fmla="*/ 3498625 h 3613934"/>
              <a:gd name="connsiteX26" fmla="*/ 3105762 w 3872408"/>
              <a:gd name="connsiteY26" fmla="*/ 3426887 h 3613934"/>
              <a:gd name="connsiteX27" fmla="*/ 3096664 w 3872408"/>
              <a:gd name="connsiteY27" fmla="*/ 3438534 h 3613934"/>
              <a:gd name="connsiteX28" fmla="*/ 3082620 w 3872408"/>
              <a:gd name="connsiteY28" fmla="*/ 3451467 h 3613934"/>
              <a:gd name="connsiteX29" fmla="*/ 766636 w 3872408"/>
              <a:gd name="connsiteY29" fmla="*/ 3426874 h 3613934"/>
              <a:gd name="connsiteX30" fmla="*/ 789805 w 3872408"/>
              <a:gd name="connsiteY30" fmla="*/ 3451482 h 3613934"/>
              <a:gd name="connsiteX31" fmla="*/ 775744 w 3872408"/>
              <a:gd name="connsiteY31" fmla="*/ 3438534 h 3613934"/>
              <a:gd name="connsiteX32" fmla="*/ 3156429 w 3872408"/>
              <a:gd name="connsiteY32" fmla="*/ 3359311 h 3613934"/>
              <a:gd name="connsiteX33" fmla="*/ 3151586 w 3872408"/>
              <a:gd name="connsiteY33" fmla="*/ 3368227 h 3613934"/>
              <a:gd name="connsiteX34" fmla="*/ 3137740 w 3872408"/>
              <a:gd name="connsiteY34" fmla="*/ 3385952 h 3613934"/>
              <a:gd name="connsiteX35" fmla="*/ 715972 w 3872408"/>
              <a:gd name="connsiteY35" fmla="*/ 3359298 h 3613934"/>
              <a:gd name="connsiteX36" fmla="*/ 734689 w 3872408"/>
              <a:gd name="connsiteY36" fmla="*/ 3385977 h 3613934"/>
              <a:gd name="connsiteX37" fmla="*/ 720823 w 3872408"/>
              <a:gd name="connsiteY37" fmla="*/ 3368227 h 3613934"/>
              <a:gd name="connsiteX38" fmla="*/ 3196400 w 3872408"/>
              <a:gd name="connsiteY38" fmla="*/ 3283901 h 3613934"/>
              <a:gd name="connsiteX39" fmla="*/ 3194707 w 3872408"/>
              <a:gd name="connsiteY39" fmla="*/ 3288850 h 3613934"/>
              <a:gd name="connsiteX40" fmla="*/ 3183800 w 3872408"/>
              <a:gd name="connsiteY40" fmla="*/ 3308929 h 3613934"/>
              <a:gd name="connsiteX41" fmla="*/ 676005 w 3872408"/>
              <a:gd name="connsiteY41" fmla="*/ 3283888 h 3613934"/>
              <a:gd name="connsiteX42" fmla="*/ 688636 w 3872408"/>
              <a:gd name="connsiteY42" fmla="*/ 3308979 h 3613934"/>
              <a:gd name="connsiteX43" fmla="*/ 677701 w 3872408"/>
              <a:gd name="connsiteY43" fmla="*/ 3288850 h 3613934"/>
              <a:gd name="connsiteX44" fmla="*/ 544684 w 3872408"/>
              <a:gd name="connsiteY44" fmla="*/ 0 h 3613934"/>
              <a:gd name="connsiteX45" fmla="*/ 544813 w 3872408"/>
              <a:gd name="connsiteY45" fmla="*/ 0 h 3613934"/>
              <a:gd name="connsiteX46" fmla="*/ 3327725 w 3872408"/>
              <a:gd name="connsiteY46" fmla="*/ 0 h 3613934"/>
              <a:gd name="connsiteX47" fmla="*/ 3855896 w 3872408"/>
              <a:gd name="connsiteY47" fmla="*/ 676475 h 3613934"/>
              <a:gd name="connsiteX48" fmla="*/ 3545854 w 3872408"/>
              <a:gd name="connsiteY48" fmla="*/ 1916515 h 3613934"/>
              <a:gd name="connsiteX49" fmla="*/ 326556 w 3872408"/>
              <a:gd name="connsiteY49" fmla="*/ 1916515 h 3613934"/>
              <a:gd name="connsiteX50" fmla="*/ 647847 w 3872408"/>
              <a:gd name="connsiteY50" fmla="*/ 3201546 h 3613934"/>
              <a:gd name="connsiteX51" fmla="*/ 647876 w 3872408"/>
              <a:gd name="connsiteY51" fmla="*/ 3201635 h 3613934"/>
              <a:gd name="connsiteX52" fmla="*/ 647846 w 3872408"/>
              <a:gd name="connsiteY52" fmla="*/ 3201546 h 3613934"/>
              <a:gd name="connsiteX53" fmla="*/ 16513 w 3872408"/>
              <a:gd name="connsiteY53" fmla="*/ 676475 h 3613934"/>
              <a:gd name="connsiteX54" fmla="*/ 544684 w 3872408"/>
              <a:gd name="connsiteY54" fmla="*/ 0 h 361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872408" h="3613934">
                <a:moveTo>
                  <a:pt x="1139875" y="3610876"/>
                </a:moveTo>
                <a:lnTo>
                  <a:pt x="1176006" y="3613933"/>
                </a:lnTo>
                <a:lnTo>
                  <a:pt x="2696403" y="3613933"/>
                </a:lnTo>
                <a:lnTo>
                  <a:pt x="2696391" y="3613934"/>
                </a:lnTo>
                <a:lnTo>
                  <a:pt x="1176017" y="3613934"/>
                </a:lnTo>
                <a:close/>
                <a:moveTo>
                  <a:pt x="1084088" y="3606153"/>
                </a:moveTo>
                <a:lnTo>
                  <a:pt x="1084096" y="3606155"/>
                </a:lnTo>
                <a:lnTo>
                  <a:pt x="1084096" y="3606155"/>
                </a:lnTo>
                <a:close/>
                <a:moveTo>
                  <a:pt x="2896300" y="3574456"/>
                </a:moveTo>
                <a:lnTo>
                  <a:pt x="2875767" y="3583580"/>
                </a:lnTo>
                <a:lnTo>
                  <a:pt x="2870781" y="3584867"/>
                </a:lnTo>
                <a:close/>
                <a:moveTo>
                  <a:pt x="976080" y="3574444"/>
                </a:moveTo>
                <a:lnTo>
                  <a:pt x="1001634" y="3584869"/>
                </a:lnTo>
                <a:lnTo>
                  <a:pt x="996641" y="3583580"/>
                </a:lnTo>
                <a:close/>
                <a:moveTo>
                  <a:pt x="2975883" y="3535130"/>
                </a:moveTo>
                <a:lnTo>
                  <a:pt x="2957289" y="3547355"/>
                </a:lnTo>
                <a:lnTo>
                  <a:pt x="2948078" y="3551448"/>
                </a:lnTo>
                <a:close/>
                <a:moveTo>
                  <a:pt x="896506" y="3535118"/>
                </a:moveTo>
                <a:lnTo>
                  <a:pt x="924340" y="3551452"/>
                </a:lnTo>
                <a:lnTo>
                  <a:pt x="915120" y="3547355"/>
                </a:lnTo>
                <a:close/>
                <a:moveTo>
                  <a:pt x="3045378" y="3485761"/>
                </a:moveTo>
                <a:lnTo>
                  <a:pt x="3031410" y="3498625"/>
                </a:lnTo>
                <a:lnTo>
                  <a:pt x="3019060" y="3506744"/>
                </a:lnTo>
                <a:close/>
                <a:moveTo>
                  <a:pt x="827016" y="3485748"/>
                </a:moveTo>
                <a:lnTo>
                  <a:pt x="853361" y="3506752"/>
                </a:lnTo>
                <a:lnTo>
                  <a:pt x="840999" y="3498625"/>
                </a:lnTo>
                <a:close/>
                <a:moveTo>
                  <a:pt x="3105762" y="3426887"/>
                </a:moveTo>
                <a:lnTo>
                  <a:pt x="3096664" y="3438534"/>
                </a:lnTo>
                <a:lnTo>
                  <a:pt x="3082620" y="3451467"/>
                </a:lnTo>
                <a:close/>
                <a:moveTo>
                  <a:pt x="766636" y="3426874"/>
                </a:moveTo>
                <a:lnTo>
                  <a:pt x="789805" y="3451482"/>
                </a:lnTo>
                <a:lnTo>
                  <a:pt x="775744" y="3438534"/>
                </a:lnTo>
                <a:close/>
                <a:moveTo>
                  <a:pt x="3156429" y="3359311"/>
                </a:moveTo>
                <a:lnTo>
                  <a:pt x="3151586" y="3368227"/>
                </a:lnTo>
                <a:lnTo>
                  <a:pt x="3137740" y="3385952"/>
                </a:lnTo>
                <a:close/>
                <a:moveTo>
                  <a:pt x="715972" y="3359298"/>
                </a:moveTo>
                <a:lnTo>
                  <a:pt x="734689" y="3385977"/>
                </a:lnTo>
                <a:lnTo>
                  <a:pt x="720823" y="3368227"/>
                </a:lnTo>
                <a:close/>
                <a:moveTo>
                  <a:pt x="3196400" y="3283901"/>
                </a:moveTo>
                <a:lnTo>
                  <a:pt x="3194707" y="3288850"/>
                </a:lnTo>
                <a:lnTo>
                  <a:pt x="3183800" y="3308929"/>
                </a:lnTo>
                <a:close/>
                <a:moveTo>
                  <a:pt x="676005" y="3283888"/>
                </a:moveTo>
                <a:lnTo>
                  <a:pt x="688636" y="3308979"/>
                </a:lnTo>
                <a:lnTo>
                  <a:pt x="677701" y="3288850"/>
                </a:lnTo>
                <a:close/>
                <a:moveTo>
                  <a:pt x="544684" y="0"/>
                </a:moveTo>
                <a:lnTo>
                  <a:pt x="544813" y="0"/>
                </a:lnTo>
                <a:lnTo>
                  <a:pt x="3327725" y="0"/>
                </a:lnTo>
                <a:cubicBezTo>
                  <a:pt x="3681964" y="0"/>
                  <a:pt x="3941756" y="332904"/>
                  <a:pt x="3855896" y="676475"/>
                </a:cubicBezTo>
                <a:lnTo>
                  <a:pt x="3545854" y="1916515"/>
                </a:lnTo>
                <a:lnTo>
                  <a:pt x="326556" y="1916515"/>
                </a:lnTo>
                <a:lnTo>
                  <a:pt x="647847" y="3201546"/>
                </a:lnTo>
                <a:lnTo>
                  <a:pt x="647876" y="3201635"/>
                </a:lnTo>
                <a:lnTo>
                  <a:pt x="647846" y="3201546"/>
                </a:lnTo>
                <a:lnTo>
                  <a:pt x="16513" y="676475"/>
                </a:lnTo>
                <a:cubicBezTo>
                  <a:pt x="-69347" y="332904"/>
                  <a:pt x="190446" y="0"/>
                  <a:pt x="544684" y="0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2A7D15C-27FE-151A-DF87-6C18AFA1C0BA}"/>
              </a:ext>
            </a:extLst>
          </p:cNvPr>
          <p:cNvSpPr/>
          <p:nvPr/>
        </p:nvSpPr>
        <p:spPr>
          <a:xfrm>
            <a:off x="691615" y="4324865"/>
            <a:ext cx="3219233" cy="1697418"/>
          </a:xfrm>
          <a:custGeom>
            <a:avLst/>
            <a:gdLst>
              <a:gd name="connsiteX0" fmla="*/ 0 w 3219233"/>
              <a:gd name="connsiteY0" fmla="*/ 0 h 1697418"/>
              <a:gd name="connsiteX1" fmla="*/ 3219233 w 3219233"/>
              <a:gd name="connsiteY1" fmla="*/ 0 h 1697418"/>
              <a:gd name="connsiteX2" fmla="*/ 2897941 w 3219233"/>
              <a:gd name="connsiteY2" fmla="*/ 1285031 h 1697418"/>
              <a:gd name="connsiteX3" fmla="*/ 2461692 w 3219233"/>
              <a:gd name="connsiteY3" fmla="*/ 1689640 h 1697418"/>
              <a:gd name="connsiteX4" fmla="*/ 2369783 w 3219233"/>
              <a:gd name="connsiteY4" fmla="*/ 1697418 h 1697418"/>
              <a:gd name="connsiteX5" fmla="*/ 849382 w 3219233"/>
              <a:gd name="connsiteY5" fmla="*/ 1697418 h 1697418"/>
              <a:gd name="connsiteX6" fmla="*/ 757473 w 3219233"/>
              <a:gd name="connsiteY6" fmla="*/ 1689640 h 1697418"/>
              <a:gd name="connsiteX7" fmla="*/ 321224 w 3219233"/>
              <a:gd name="connsiteY7" fmla="*/ 1285031 h 169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9233" h="1697418">
                <a:moveTo>
                  <a:pt x="0" y="0"/>
                </a:moveTo>
                <a:lnTo>
                  <a:pt x="3219233" y="0"/>
                </a:lnTo>
                <a:lnTo>
                  <a:pt x="2897941" y="1285031"/>
                </a:lnTo>
                <a:cubicBezTo>
                  <a:pt x="2844897" y="1497095"/>
                  <a:pt x="2671534" y="1653782"/>
                  <a:pt x="2461692" y="1689640"/>
                </a:cubicBezTo>
                <a:lnTo>
                  <a:pt x="2369783" y="1697418"/>
                </a:lnTo>
                <a:lnTo>
                  <a:pt x="849382" y="1697418"/>
                </a:lnTo>
                <a:lnTo>
                  <a:pt x="757473" y="1689640"/>
                </a:lnTo>
                <a:cubicBezTo>
                  <a:pt x="547632" y="1653782"/>
                  <a:pt x="374269" y="1497095"/>
                  <a:pt x="321224" y="128503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CFD6B56-B2CE-3BD4-F164-82DAF86A521C}"/>
              </a:ext>
            </a:extLst>
          </p:cNvPr>
          <p:cNvSpPr/>
          <p:nvPr/>
        </p:nvSpPr>
        <p:spPr>
          <a:xfrm>
            <a:off x="8268323" y="4324865"/>
            <a:ext cx="3219299" cy="1697418"/>
          </a:xfrm>
          <a:custGeom>
            <a:avLst/>
            <a:gdLst>
              <a:gd name="connsiteX0" fmla="*/ 0 w 3219299"/>
              <a:gd name="connsiteY0" fmla="*/ 0 h 1697418"/>
              <a:gd name="connsiteX1" fmla="*/ 3219299 w 3219299"/>
              <a:gd name="connsiteY1" fmla="*/ 0 h 1697418"/>
              <a:gd name="connsiteX2" fmla="*/ 2898008 w 3219299"/>
              <a:gd name="connsiteY2" fmla="*/ 1285031 h 1697418"/>
              <a:gd name="connsiteX3" fmla="*/ 2461758 w 3219299"/>
              <a:gd name="connsiteY3" fmla="*/ 1689640 h 1697418"/>
              <a:gd name="connsiteX4" fmla="*/ 2369848 w 3219299"/>
              <a:gd name="connsiteY4" fmla="*/ 1697418 h 1697418"/>
              <a:gd name="connsiteX5" fmla="*/ 849450 w 3219299"/>
              <a:gd name="connsiteY5" fmla="*/ 1697418 h 1697418"/>
              <a:gd name="connsiteX6" fmla="*/ 757541 w 3219299"/>
              <a:gd name="connsiteY6" fmla="*/ 1689640 h 1697418"/>
              <a:gd name="connsiteX7" fmla="*/ 321291 w 3219299"/>
              <a:gd name="connsiteY7" fmla="*/ 1285031 h 169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9299" h="1697418">
                <a:moveTo>
                  <a:pt x="0" y="0"/>
                </a:moveTo>
                <a:lnTo>
                  <a:pt x="3219299" y="0"/>
                </a:lnTo>
                <a:lnTo>
                  <a:pt x="2898008" y="1285031"/>
                </a:lnTo>
                <a:cubicBezTo>
                  <a:pt x="2844963" y="1497095"/>
                  <a:pt x="2671601" y="1653782"/>
                  <a:pt x="2461758" y="1689640"/>
                </a:cubicBezTo>
                <a:lnTo>
                  <a:pt x="2369848" y="1697418"/>
                </a:lnTo>
                <a:lnTo>
                  <a:pt x="849450" y="1697418"/>
                </a:lnTo>
                <a:lnTo>
                  <a:pt x="757541" y="1689640"/>
                </a:lnTo>
                <a:cubicBezTo>
                  <a:pt x="547698" y="1653782"/>
                  <a:pt x="374335" y="1497095"/>
                  <a:pt x="321291" y="128503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4513238-4209-8FFC-33C0-B218D40171D8}"/>
              </a:ext>
            </a:extLst>
          </p:cNvPr>
          <p:cNvSpPr/>
          <p:nvPr/>
        </p:nvSpPr>
        <p:spPr>
          <a:xfrm>
            <a:off x="4480327" y="2408350"/>
            <a:ext cx="3219297" cy="1697418"/>
          </a:xfrm>
          <a:custGeom>
            <a:avLst/>
            <a:gdLst>
              <a:gd name="connsiteX0" fmla="*/ 849461 w 3219297"/>
              <a:gd name="connsiteY0" fmla="*/ 0 h 1697418"/>
              <a:gd name="connsiteX1" fmla="*/ 2369837 w 3219297"/>
              <a:gd name="connsiteY1" fmla="*/ 0 h 1697418"/>
              <a:gd name="connsiteX2" fmla="*/ 2898006 w 3219297"/>
              <a:gd name="connsiteY2" fmla="*/ 412390 h 1697418"/>
              <a:gd name="connsiteX3" fmla="*/ 3219297 w 3219297"/>
              <a:gd name="connsiteY3" fmla="*/ 1697418 h 1697418"/>
              <a:gd name="connsiteX4" fmla="*/ 0 w 3219297"/>
              <a:gd name="connsiteY4" fmla="*/ 1697418 h 1697418"/>
              <a:gd name="connsiteX5" fmla="*/ 321290 w 3219297"/>
              <a:gd name="connsiteY5" fmla="*/ 412390 h 1697418"/>
              <a:gd name="connsiteX6" fmla="*/ 849461 w 3219297"/>
              <a:gd name="connsiteY6" fmla="*/ 0 h 169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9297" h="1697418">
                <a:moveTo>
                  <a:pt x="849461" y="0"/>
                </a:moveTo>
                <a:lnTo>
                  <a:pt x="2369837" y="0"/>
                </a:lnTo>
                <a:cubicBezTo>
                  <a:pt x="2619612" y="0"/>
                  <a:pt x="2837384" y="170030"/>
                  <a:pt x="2898006" y="412390"/>
                </a:cubicBezTo>
                <a:lnTo>
                  <a:pt x="3219297" y="1697418"/>
                </a:lnTo>
                <a:lnTo>
                  <a:pt x="0" y="1697418"/>
                </a:lnTo>
                <a:lnTo>
                  <a:pt x="321290" y="412390"/>
                </a:lnTo>
                <a:cubicBezTo>
                  <a:pt x="381912" y="170030"/>
                  <a:pt x="599686" y="0"/>
                  <a:pt x="84946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4CB553-BDAD-B8A4-CE1A-6BE19B4FD596}"/>
              </a:ext>
            </a:extLst>
          </p:cNvPr>
          <p:cNvSpPr txBox="1"/>
          <p:nvPr/>
        </p:nvSpPr>
        <p:spPr>
          <a:xfrm>
            <a:off x="1000744" y="4696521"/>
            <a:ext cx="2600976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tx2"/>
                </a:solidFill>
              </a:rPr>
              <a:t>Lorem Ipsum</a:t>
            </a: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dirty="0"/>
              <a:t>Lorem Ipsum is simply dummy text.</a:t>
            </a:r>
            <a:endParaRPr lang="en-IN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493521-5A55-838A-CF73-E2CD825E9207}"/>
              </a:ext>
            </a:extLst>
          </p:cNvPr>
          <p:cNvSpPr txBox="1"/>
          <p:nvPr/>
        </p:nvSpPr>
        <p:spPr>
          <a:xfrm>
            <a:off x="4789488" y="2780005"/>
            <a:ext cx="2600976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Lorem Ipsum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Lorem Ipsum is simply dummy text.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B6B37D-60A4-E7CA-01D9-170CF59E8F30}"/>
              </a:ext>
            </a:extLst>
          </p:cNvPr>
          <p:cNvSpPr txBox="1"/>
          <p:nvPr/>
        </p:nvSpPr>
        <p:spPr>
          <a:xfrm>
            <a:off x="8577485" y="4696521"/>
            <a:ext cx="2600976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Lorem Ipsum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Lorem Ipsum is simply dummy text.</a:t>
            </a:r>
            <a:endParaRPr lang="en-IN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10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66478-CE96-8521-5132-58E20ACF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A close-up of a container&#10;&#10;Description automatically generated">
            <a:extLst>
              <a:ext uri="{FF2B5EF4-FFF2-40B4-BE49-F238E27FC236}">
                <a16:creationId xmlns:a16="http://schemas.microsoft.com/office/drawing/2014/main" id="{D56FE76A-083A-86A1-01ED-C8896C70D2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" t="-48663" r="1067" b="5977"/>
          <a:stretch/>
        </p:blipFill>
        <p:spPr>
          <a:xfrm>
            <a:off x="4153771" y="2820739"/>
            <a:ext cx="3872409" cy="3201544"/>
          </a:xfrm>
          <a:custGeom>
            <a:avLst/>
            <a:gdLst>
              <a:gd name="connsiteX0" fmla="*/ 647847 w 3872409"/>
              <a:gd name="connsiteY0" fmla="*/ 0 h 3201544"/>
              <a:gd name="connsiteX1" fmla="*/ 326557 w 3872409"/>
              <a:gd name="connsiteY1" fmla="*/ 1285028 h 3201544"/>
              <a:gd name="connsiteX2" fmla="*/ 3545854 w 3872409"/>
              <a:gd name="connsiteY2" fmla="*/ 1285028 h 3201544"/>
              <a:gd name="connsiteX3" fmla="*/ 3855897 w 3872409"/>
              <a:gd name="connsiteY3" fmla="*/ 2525070 h 3201544"/>
              <a:gd name="connsiteX4" fmla="*/ 3327726 w 3872409"/>
              <a:gd name="connsiteY4" fmla="*/ 3201544 h 3201544"/>
              <a:gd name="connsiteX5" fmla="*/ 544815 w 3872409"/>
              <a:gd name="connsiteY5" fmla="*/ 3201544 h 3201544"/>
              <a:gd name="connsiteX6" fmla="*/ 544685 w 3872409"/>
              <a:gd name="connsiteY6" fmla="*/ 3201544 h 3201544"/>
              <a:gd name="connsiteX7" fmla="*/ 16513 w 3872409"/>
              <a:gd name="connsiteY7" fmla="*/ 2525070 h 3201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2409" h="3201544">
                <a:moveTo>
                  <a:pt x="647847" y="0"/>
                </a:moveTo>
                <a:lnTo>
                  <a:pt x="326557" y="1285028"/>
                </a:lnTo>
                <a:lnTo>
                  <a:pt x="3545854" y="1285028"/>
                </a:lnTo>
                <a:lnTo>
                  <a:pt x="3855897" y="2525070"/>
                </a:lnTo>
                <a:cubicBezTo>
                  <a:pt x="3941757" y="2868641"/>
                  <a:pt x="3681965" y="3201544"/>
                  <a:pt x="3327726" y="3201544"/>
                </a:cubicBezTo>
                <a:lnTo>
                  <a:pt x="544815" y="3201544"/>
                </a:lnTo>
                <a:lnTo>
                  <a:pt x="544685" y="3201544"/>
                </a:lnTo>
                <a:cubicBezTo>
                  <a:pt x="190447" y="3201544"/>
                  <a:pt x="-69347" y="2868641"/>
                  <a:pt x="16513" y="2525070"/>
                </a:cubicBezTo>
                <a:close/>
              </a:path>
            </a:pathLst>
          </a:custGeom>
        </p:spPr>
      </p:pic>
      <p:pic>
        <p:nvPicPr>
          <p:cNvPr id="72" name="Picture 71" descr="A chocolate covered ice cream on a stick&#10;&#10;Description automatically generated">
            <a:extLst>
              <a:ext uri="{FF2B5EF4-FFF2-40B4-BE49-F238E27FC236}">
                <a16:creationId xmlns:a16="http://schemas.microsoft.com/office/drawing/2014/main" id="{D247E80B-3A11-BCB3-6257-C7565247B8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" t="1601" r="1070" b="-50218"/>
          <a:stretch/>
        </p:blipFill>
        <p:spPr>
          <a:xfrm>
            <a:off x="7941767" y="2408349"/>
            <a:ext cx="3872408" cy="3292852"/>
          </a:xfrm>
          <a:custGeom>
            <a:avLst/>
            <a:gdLst>
              <a:gd name="connsiteX0" fmla="*/ 3196400 w 3872408"/>
              <a:gd name="connsiteY0" fmla="*/ 3283901 h 3292852"/>
              <a:gd name="connsiteX1" fmla="*/ 3194707 w 3872408"/>
              <a:gd name="connsiteY1" fmla="*/ 3288850 h 3292852"/>
              <a:gd name="connsiteX2" fmla="*/ 3192533 w 3872408"/>
              <a:gd name="connsiteY2" fmla="*/ 3292852 h 3292852"/>
              <a:gd name="connsiteX3" fmla="*/ 3191894 w 3872408"/>
              <a:gd name="connsiteY3" fmla="*/ 3292852 h 3292852"/>
              <a:gd name="connsiteX4" fmla="*/ 676005 w 3872408"/>
              <a:gd name="connsiteY4" fmla="*/ 3283888 h 3292852"/>
              <a:gd name="connsiteX5" fmla="*/ 680517 w 3872408"/>
              <a:gd name="connsiteY5" fmla="*/ 3292852 h 3292852"/>
              <a:gd name="connsiteX6" fmla="*/ 679875 w 3872408"/>
              <a:gd name="connsiteY6" fmla="*/ 3292852 h 3292852"/>
              <a:gd name="connsiteX7" fmla="*/ 677701 w 3872408"/>
              <a:gd name="connsiteY7" fmla="*/ 3288850 h 3292852"/>
              <a:gd name="connsiteX8" fmla="*/ 544684 w 3872408"/>
              <a:gd name="connsiteY8" fmla="*/ 0 h 3292852"/>
              <a:gd name="connsiteX9" fmla="*/ 544813 w 3872408"/>
              <a:gd name="connsiteY9" fmla="*/ 0 h 3292852"/>
              <a:gd name="connsiteX10" fmla="*/ 3327725 w 3872408"/>
              <a:gd name="connsiteY10" fmla="*/ 0 h 3292852"/>
              <a:gd name="connsiteX11" fmla="*/ 3855896 w 3872408"/>
              <a:gd name="connsiteY11" fmla="*/ 676475 h 3292852"/>
              <a:gd name="connsiteX12" fmla="*/ 3545854 w 3872408"/>
              <a:gd name="connsiteY12" fmla="*/ 1916515 h 3292852"/>
              <a:gd name="connsiteX13" fmla="*/ 326556 w 3872408"/>
              <a:gd name="connsiteY13" fmla="*/ 1916515 h 3292852"/>
              <a:gd name="connsiteX14" fmla="*/ 647847 w 3872408"/>
              <a:gd name="connsiteY14" fmla="*/ 3201546 h 3292852"/>
              <a:gd name="connsiteX15" fmla="*/ 647876 w 3872408"/>
              <a:gd name="connsiteY15" fmla="*/ 3201635 h 3292852"/>
              <a:gd name="connsiteX16" fmla="*/ 647846 w 3872408"/>
              <a:gd name="connsiteY16" fmla="*/ 3201546 h 3292852"/>
              <a:gd name="connsiteX17" fmla="*/ 16513 w 3872408"/>
              <a:gd name="connsiteY17" fmla="*/ 676475 h 3292852"/>
              <a:gd name="connsiteX18" fmla="*/ 544684 w 3872408"/>
              <a:gd name="connsiteY18" fmla="*/ 0 h 329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72408" h="3292852">
                <a:moveTo>
                  <a:pt x="3196400" y="3283901"/>
                </a:moveTo>
                <a:lnTo>
                  <a:pt x="3194707" y="3288850"/>
                </a:lnTo>
                <a:lnTo>
                  <a:pt x="3192533" y="3292852"/>
                </a:lnTo>
                <a:lnTo>
                  <a:pt x="3191894" y="3292852"/>
                </a:lnTo>
                <a:close/>
                <a:moveTo>
                  <a:pt x="676005" y="3283888"/>
                </a:moveTo>
                <a:lnTo>
                  <a:pt x="680517" y="3292852"/>
                </a:lnTo>
                <a:lnTo>
                  <a:pt x="679875" y="3292852"/>
                </a:lnTo>
                <a:lnTo>
                  <a:pt x="677701" y="3288850"/>
                </a:lnTo>
                <a:close/>
                <a:moveTo>
                  <a:pt x="544684" y="0"/>
                </a:moveTo>
                <a:lnTo>
                  <a:pt x="544813" y="0"/>
                </a:lnTo>
                <a:lnTo>
                  <a:pt x="3327725" y="0"/>
                </a:lnTo>
                <a:cubicBezTo>
                  <a:pt x="3681964" y="0"/>
                  <a:pt x="3941756" y="332904"/>
                  <a:pt x="3855896" y="676475"/>
                </a:cubicBezTo>
                <a:lnTo>
                  <a:pt x="3545854" y="1916515"/>
                </a:lnTo>
                <a:lnTo>
                  <a:pt x="326556" y="1916515"/>
                </a:lnTo>
                <a:lnTo>
                  <a:pt x="647847" y="3201546"/>
                </a:lnTo>
                <a:lnTo>
                  <a:pt x="647876" y="3201635"/>
                </a:lnTo>
                <a:lnTo>
                  <a:pt x="647846" y="3201546"/>
                </a:lnTo>
                <a:lnTo>
                  <a:pt x="16513" y="676475"/>
                </a:lnTo>
                <a:cubicBezTo>
                  <a:pt x="-69347" y="332904"/>
                  <a:pt x="190446" y="0"/>
                  <a:pt x="544684" y="0"/>
                </a:cubicBezTo>
                <a:close/>
              </a:path>
            </a:pathLst>
          </a:custGeom>
        </p:spPr>
      </p:pic>
      <p:pic>
        <p:nvPicPr>
          <p:cNvPr id="69" name="Picture 68" descr="A cartoon of a cone of ice cream&#10;&#10;Description automatically generated">
            <a:extLst>
              <a:ext uri="{FF2B5EF4-FFF2-40B4-BE49-F238E27FC236}">
                <a16:creationId xmlns:a16="http://schemas.microsoft.com/office/drawing/2014/main" id="{D26F2940-6D19-2F83-7C54-8A73226BE0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t="2827" r="1322" b="-40979"/>
          <a:stretch/>
        </p:blipFill>
        <p:spPr>
          <a:xfrm>
            <a:off x="365123" y="2408349"/>
            <a:ext cx="3872279" cy="3101410"/>
          </a:xfrm>
          <a:custGeom>
            <a:avLst/>
            <a:gdLst>
              <a:gd name="connsiteX0" fmla="*/ 544684 w 3872279"/>
              <a:gd name="connsiteY0" fmla="*/ 0 h 3101410"/>
              <a:gd name="connsiteX1" fmla="*/ 3327597 w 3872279"/>
              <a:gd name="connsiteY1" fmla="*/ 0 h 3101410"/>
              <a:gd name="connsiteX2" fmla="*/ 3855767 w 3872279"/>
              <a:gd name="connsiteY2" fmla="*/ 676475 h 3101410"/>
              <a:gd name="connsiteX3" fmla="*/ 3545725 w 3872279"/>
              <a:gd name="connsiteY3" fmla="*/ 1916515 h 3101410"/>
              <a:gd name="connsiteX4" fmla="*/ 326492 w 3872279"/>
              <a:gd name="connsiteY4" fmla="*/ 1916515 h 3101410"/>
              <a:gd name="connsiteX5" fmla="*/ 622685 w 3872279"/>
              <a:gd name="connsiteY5" fmla="*/ 3101410 h 3101410"/>
              <a:gd name="connsiteX6" fmla="*/ 622685 w 3872279"/>
              <a:gd name="connsiteY6" fmla="*/ 3101410 h 3101410"/>
              <a:gd name="connsiteX7" fmla="*/ 16513 w 3872279"/>
              <a:gd name="connsiteY7" fmla="*/ 676475 h 3101410"/>
              <a:gd name="connsiteX8" fmla="*/ 544684 w 3872279"/>
              <a:gd name="connsiteY8" fmla="*/ 0 h 3101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2279" h="3101410">
                <a:moveTo>
                  <a:pt x="544684" y="0"/>
                </a:moveTo>
                <a:lnTo>
                  <a:pt x="3327597" y="0"/>
                </a:lnTo>
                <a:cubicBezTo>
                  <a:pt x="3681834" y="0"/>
                  <a:pt x="3941626" y="332904"/>
                  <a:pt x="3855767" y="676475"/>
                </a:cubicBezTo>
                <a:lnTo>
                  <a:pt x="3545725" y="1916515"/>
                </a:lnTo>
                <a:lnTo>
                  <a:pt x="326492" y="1916515"/>
                </a:lnTo>
                <a:lnTo>
                  <a:pt x="622685" y="3101410"/>
                </a:lnTo>
                <a:lnTo>
                  <a:pt x="622685" y="3101410"/>
                </a:lnTo>
                <a:lnTo>
                  <a:pt x="16513" y="676475"/>
                </a:lnTo>
                <a:cubicBezTo>
                  <a:pt x="-69347" y="332904"/>
                  <a:pt x="190446" y="0"/>
                  <a:pt x="544684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854659-20B5-03E5-5C38-7AB19576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28B528-7ED6-9AFE-79E3-4C9AD130D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6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EFF5FD-CBC7-8832-2AAD-0C14B3EA1A11}"/>
              </a:ext>
            </a:extLst>
          </p:cNvPr>
          <p:cNvSpPr txBox="1"/>
          <p:nvPr/>
        </p:nvSpPr>
        <p:spPr>
          <a:xfrm>
            <a:off x="365125" y="1181100"/>
            <a:ext cx="9816843" cy="8771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/>
                </a:solidFill>
              </a:rPr>
              <a:t>What is Lorem Ipsum?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DADC5E2-03A1-592D-BDE3-10055059569C}"/>
              </a:ext>
            </a:extLst>
          </p:cNvPr>
          <p:cNvSpPr/>
          <p:nvPr/>
        </p:nvSpPr>
        <p:spPr>
          <a:xfrm>
            <a:off x="365123" y="2408349"/>
            <a:ext cx="3872278" cy="3613934"/>
          </a:xfrm>
          <a:custGeom>
            <a:avLst/>
            <a:gdLst>
              <a:gd name="connsiteX0" fmla="*/ 2698844 w 3872278"/>
              <a:gd name="connsiteY0" fmla="*/ 3613716 h 3613934"/>
              <a:gd name="connsiteX1" fmla="*/ 2696262 w 3872278"/>
              <a:gd name="connsiteY1" fmla="*/ 3613934 h 3613934"/>
              <a:gd name="connsiteX2" fmla="*/ 1175885 w 3872278"/>
              <a:gd name="connsiteY2" fmla="*/ 3613934 h 3613934"/>
              <a:gd name="connsiteX3" fmla="*/ 1175873 w 3872278"/>
              <a:gd name="connsiteY3" fmla="*/ 3613933 h 3613934"/>
              <a:gd name="connsiteX4" fmla="*/ 2696274 w 3872278"/>
              <a:gd name="connsiteY4" fmla="*/ 3613933 h 3613934"/>
              <a:gd name="connsiteX5" fmla="*/ 975963 w 3872278"/>
              <a:gd name="connsiteY5" fmla="*/ 3574450 h 3613934"/>
              <a:gd name="connsiteX6" fmla="*/ 1001499 w 3872278"/>
              <a:gd name="connsiteY6" fmla="*/ 3584868 h 3613934"/>
              <a:gd name="connsiteX7" fmla="*/ 996510 w 3872278"/>
              <a:gd name="connsiteY7" fmla="*/ 3583580 h 3613934"/>
              <a:gd name="connsiteX8" fmla="*/ 2896186 w 3872278"/>
              <a:gd name="connsiteY8" fmla="*/ 3574449 h 3613934"/>
              <a:gd name="connsiteX9" fmla="*/ 2875638 w 3872278"/>
              <a:gd name="connsiteY9" fmla="*/ 3583580 h 3613934"/>
              <a:gd name="connsiteX10" fmla="*/ 2870648 w 3872278"/>
              <a:gd name="connsiteY10" fmla="*/ 3584868 h 3613934"/>
              <a:gd name="connsiteX11" fmla="*/ 896384 w 3872278"/>
              <a:gd name="connsiteY11" fmla="*/ 3535123 h 3613934"/>
              <a:gd name="connsiteX12" fmla="*/ 924205 w 3872278"/>
              <a:gd name="connsiteY12" fmla="*/ 3551451 h 3613934"/>
              <a:gd name="connsiteX13" fmla="*/ 914989 w 3872278"/>
              <a:gd name="connsiteY13" fmla="*/ 3547355 h 3613934"/>
              <a:gd name="connsiteX14" fmla="*/ 2975765 w 3872278"/>
              <a:gd name="connsiteY14" fmla="*/ 3535123 h 3613934"/>
              <a:gd name="connsiteX15" fmla="*/ 2957159 w 3872278"/>
              <a:gd name="connsiteY15" fmla="*/ 3547355 h 3613934"/>
              <a:gd name="connsiteX16" fmla="*/ 2947943 w 3872278"/>
              <a:gd name="connsiteY16" fmla="*/ 3551451 h 3613934"/>
              <a:gd name="connsiteX17" fmla="*/ 826892 w 3872278"/>
              <a:gd name="connsiteY17" fmla="*/ 3485754 h 3613934"/>
              <a:gd name="connsiteX18" fmla="*/ 853225 w 3872278"/>
              <a:gd name="connsiteY18" fmla="*/ 3506749 h 3613934"/>
              <a:gd name="connsiteX19" fmla="*/ 840868 w 3872278"/>
              <a:gd name="connsiteY19" fmla="*/ 3498625 h 3613934"/>
              <a:gd name="connsiteX20" fmla="*/ 3045257 w 3872278"/>
              <a:gd name="connsiteY20" fmla="*/ 3485754 h 3613934"/>
              <a:gd name="connsiteX21" fmla="*/ 3031280 w 3872278"/>
              <a:gd name="connsiteY21" fmla="*/ 3498625 h 3613934"/>
              <a:gd name="connsiteX22" fmla="*/ 3018923 w 3872278"/>
              <a:gd name="connsiteY22" fmla="*/ 3506749 h 3613934"/>
              <a:gd name="connsiteX23" fmla="*/ 766511 w 3872278"/>
              <a:gd name="connsiteY23" fmla="*/ 3426880 h 3613934"/>
              <a:gd name="connsiteX24" fmla="*/ 789667 w 3872278"/>
              <a:gd name="connsiteY24" fmla="*/ 3451475 h 3613934"/>
              <a:gd name="connsiteX25" fmla="*/ 775614 w 3872278"/>
              <a:gd name="connsiteY25" fmla="*/ 3438534 h 3613934"/>
              <a:gd name="connsiteX26" fmla="*/ 3105639 w 3872278"/>
              <a:gd name="connsiteY26" fmla="*/ 3426879 h 3613934"/>
              <a:gd name="connsiteX27" fmla="*/ 3096534 w 3872278"/>
              <a:gd name="connsiteY27" fmla="*/ 3438534 h 3613934"/>
              <a:gd name="connsiteX28" fmla="*/ 3082480 w 3872278"/>
              <a:gd name="connsiteY28" fmla="*/ 3451476 h 3613934"/>
              <a:gd name="connsiteX29" fmla="*/ 715845 w 3872278"/>
              <a:gd name="connsiteY29" fmla="*/ 3359304 h 3613934"/>
              <a:gd name="connsiteX30" fmla="*/ 734549 w 3872278"/>
              <a:gd name="connsiteY30" fmla="*/ 3385965 h 3613934"/>
              <a:gd name="connsiteX31" fmla="*/ 720693 w 3872278"/>
              <a:gd name="connsiteY31" fmla="*/ 3368227 h 3613934"/>
              <a:gd name="connsiteX32" fmla="*/ 3156304 w 3872278"/>
              <a:gd name="connsiteY32" fmla="*/ 3359302 h 3613934"/>
              <a:gd name="connsiteX33" fmla="*/ 3151456 w 3872278"/>
              <a:gd name="connsiteY33" fmla="*/ 3368227 h 3613934"/>
              <a:gd name="connsiteX34" fmla="*/ 3137596 w 3872278"/>
              <a:gd name="connsiteY34" fmla="*/ 3385969 h 3613934"/>
              <a:gd name="connsiteX35" fmla="*/ 675876 w 3872278"/>
              <a:gd name="connsiteY35" fmla="*/ 3283895 h 3613934"/>
              <a:gd name="connsiteX36" fmla="*/ 688492 w 3872278"/>
              <a:gd name="connsiteY36" fmla="*/ 3308953 h 3613934"/>
              <a:gd name="connsiteX37" fmla="*/ 677571 w 3872278"/>
              <a:gd name="connsiteY37" fmla="*/ 3288850 h 3613934"/>
              <a:gd name="connsiteX38" fmla="*/ 3196272 w 3872278"/>
              <a:gd name="connsiteY38" fmla="*/ 3283893 h 3613934"/>
              <a:gd name="connsiteX39" fmla="*/ 3194577 w 3872278"/>
              <a:gd name="connsiteY39" fmla="*/ 3288850 h 3613934"/>
              <a:gd name="connsiteX40" fmla="*/ 3183651 w 3872278"/>
              <a:gd name="connsiteY40" fmla="*/ 3308961 h 3613934"/>
              <a:gd name="connsiteX41" fmla="*/ 3332741 w 3872278"/>
              <a:gd name="connsiteY41" fmla="*/ 2768358 h 3613934"/>
              <a:gd name="connsiteX42" fmla="*/ 3224432 w 3872278"/>
              <a:gd name="connsiteY42" fmla="*/ 3201546 h 3613934"/>
              <a:gd name="connsiteX43" fmla="*/ 3224426 w 3872278"/>
              <a:gd name="connsiteY43" fmla="*/ 3201566 h 3613934"/>
              <a:gd name="connsiteX44" fmla="*/ 3224432 w 3872278"/>
              <a:gd name="connsiteY44" fmla="*/ 3201546 h 3613934"/>
              <a:gd name="connsiteX45" fmla="*/ 544683 w 3872278"/>
              <a:gd name="connsiteY45" fmla="*/ 0 h 3613934"/>
              <a:gd name="connsiteX46" fmla="*/ 3327596 w 3872278"/>
              <a:gd name="connsiteY46" fmla="*/ 0 h 3613934"/>
              <a:gd name="connsiteX47" fmla="*/ 3855766 w 3872278"/>
              <a:gd name="connsiteY47" fmla="*/ 676475 h 3613934"/>
              <a:gd name="connsiteX48" fmla="*/ 3545724 w 3872278"/>
              <a:gd name="connsiteY48" fmla="*/ 1916515 h 3613934"/>
              <a:gd name="connsiteX49" fmla="*/ 326491 w 3872278"/>
              <a:gd name="connsiteY49" fmla="*/ 1916515 h 3613934"/>
              <a:gd name="connsiteX50" fmla="*/ 647715 w 3872278"/>
              <a:gd name="connsiteY50" fmla="*/ 3201546 h 3613934"/>
              <a:gd name="connsiteX51" fmla="*/ 16512 w 3872278"/>
              <a:gd name="connsiteY51" fmla="*/ 676475 h 3613934"/>
              <a:gd name="connsiteX52" fmla="*/ 544683 w 3872278"/>
              <a:gd name="connsiteY52" fmla="*/ 0 h 361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872278" h="3613934">
                <a:moveTo>
                  <a:pt x="2698844" y="3613716"/>
                </a:moveTo>
                <a:lnTo>
                  <a:pt x="2696262" y="3613934"/>
                </a:lnTo>
                <a:lnTo>
                  <a:pt x="1175885" y="3613934"/>
                </a:lnTo>
                <a:lnTo>
                  <a:pt x="1175873" y="3613933"/>
                </a:lnTo>
                <a:lnTo>
                  <a:pt x="2696274" y="3613933"/>
                </a:lnTo>
                <a:close/>
                <a:moveTo>
                  <a:pt x="975963" y="3574450"/>
                </a:moveTo>
                <a:lnTo>
                  <a:pt x="1001499" y="3584868"/>
                </a:lnTo>
                <a:lnTo>
                  <a:pt x="996510" y="3583580"/>
                </a:lnTo>
                <a:close/>
                <a:moveTo>
                  <a:pt x="2896186" y="3574449"/>
                </a:moveTo>
                <a:lnTo>
                  <a:pt x="2875638" y="3583580"/>
                </a:lnTo>
                <a:lnTo>
                  <a:pt x="2870648" y="3584868"/>
                </a:lnTo>
                <a:close/>
                <a:moveTo>
                  <a:pt x="896384" y="3535123"/>
                </a:moveTo>
                <a:lnTo>
                  <a:pt x="924205" y="3551451"/>
                </a:lnTo>
                <a:lnTo>
                  <a:pt x="914989" y="3547355"/>
                </a:lnTo>
                <a:close/>
                <a:moveTo>
                  <a:pt x="2975765" y="3535123"/>
                </a:moveTo>
                <a:lnTo>
                  <a:pt x="2957159" y="3547355"/>
                </a:lnTo>
                <a:lnTo>
                  <a:pt x="2947943" y="3551451"/>
                </a:lnTo>
                <a:close/>
                <a:moveTo>
                  <a:pt x="826892" y="3485754"/>
                </a:moveTo>
                <a:lnTo>
                  <a:pt x="853225" y="3506749"/>
                </a:lnTo>
                <a:lnTo>
                  <a:pt x="840868" y="3498625"/>
                </a:lnTo>
                <a:close/>
                <a:moveTo>
                  <a:pt x="3045257" y="3485754"/>
                </a:moveTo>
                <a:lnTo>
                  <a:pt x="3031280" y="3498625"/>
                </a:lnTo>
                <a:lnTo>
                  <a:pt x="3018923" y="3506749"/>
                </a:lnTo>
                <a:close/>
                <a:moveTo>
                  <a:pt x="766511" y="3426880"/>
                </a:moveTo>
                <a:lnTo>
                  <a:pt x="789667" y="3451475"/>
                </a:lnTo>
                <a:lnTo>
                  <a:pt x="775614" y="3438534"/>
                </a:lnTo>
                <a:close/>
                <a:moveTo>
                  <a:pt x="3105639" y="3426879"/>
                </a:moveTo>
                <a:lnTo>
                  <a:pt x="3096534" y="3438534"/>
                </a:lnTo>
                <a:lnTo>
                  <a:pt x="3082480" y="3451476"/>
                </a:lnTo>
                <a:close/>
                <a:moveTo>
                  <a:pt x="715845" y="3359304"/>
                </a:moveTo>
                <a:lnTo>
                  <a:pt x="734549" y="3385965"/>
                </a:lnTo>
                <a:lnTo>
                  <a:pt x="720693" y="3368227"/>
                </a:lnTo>
                <a:close/>
                <a:moveTo>
                  <a:pt x="3156304" y="3359302"/>
                </a:moveTo>
                <a:lnTo>
                  <a:pt x="3151456" y="3368227"/>
                </a:lnTo>
                <a:lnTo>
                  <a:pt x="3137596" y="3385969"/>
                </a:lnTo>
                <a:close/>
                <a:moveTo>
                  <a:pt x="675876" y="3283895"/>
                </a:moveTo>
                <a:lnTo>
                  <a:pt x="688492" y="3308953"/>
                </a:lnTo>
                <a:lnTo>
                  <a:pt x="677571" y="3288850"/>
                </a:lnTo>
                <a:close/>
                <a:moveTo>
                  <a:pt x="3196272" y="3283893"/>
                </a:moveTo>
                <a:lnTo>
                  <a:pt x="3194577" y="3288850"/>
                </a:lnTo>
                <a:lnTo>
                  <a:pt x="3183651" y="3308961"/>
                </a:lnTo>
                <a:close/>
                <a:moveTo>
                  <a:pt x="3332741" y="2768358"/>
                </a:moveTo>
                <a:lnTo>
                  <a:pt x="3224432" y="3201546"/>
                </a:lnTo>
                <a:lnTo>
                  <a:pt x="3224426" y="3201566"/>
                </a:lnTo>
                <a:lnTo>
                  <a:pt x="3224432" y="3201546"/>
                </a:lnTo>
                <a:close/>
                <a:moveTo>
                  <a:pt x="544683" y="0"/>
                </a:moveTo>
                <a:lnTo>
                  <a:pt x="3327596" y="0"/>
                </a:lnTo>
                <a:cubicBezTo>
                  <a:pt x="3681833" y="0"/>
                  <a:pt x="3941625" y="332904"/>
                  <a:pt x="3855766" y="676475"/>
                </a:cubicBezTo>
                <a:lnTo>
                  <a:pt x="3545724" y="1916515"/>
                </a:lnTo>
                <a:lnTo>
                  <a:pt x="326491" y="1916515"/>
                </a:lnTo>
                <a:lnTo>
                  <a:pt x="647715" y="3201546"/>
                </a:lnTo>
                <a:lnTo>
                  <a:pt x="16512" y="676475"/>
                </a:lnTo>
                <a:cubicBezTo>
                  <a:pt x="-69348" y="332904"/>
                  <a:pt x="190445" y="0"/>
                  <a:pt x="544683" y="0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780713D-ED3B-54A7-0257-CB19E48137B5}"/>
              </a:ext>
            </a:extLst>
          </p:cNvPr>
          <p:cNvSpPr/>
          <p:nvPr/>
        </p:nvSpPr>
        <p:spPr>
          <a:xfrm>
            <a:off x="4153771" y="2408349"/>
            <a:ext cx="3872408" cy="3613934"/>
          </a:xfrm>
          <a:custGeom>
            <a:avLst/>
            <a:gdLst>
              <a:gd name="connsiteX0" fmla="*/ 647846 w 3872408"/>
              <a:gd name="connsiteY0" fmla="*/ 412390 h 3613934"/>
              <a:gd name="connsiteX1" fmla="*/ 326556 w 3872408"/>
              <a:gd name="connsiteY1" fmla="*/ 1697418 h 3613934"/>
              <a:gd name="connsiteX2" fmla="*/ 3545853 w 3872408"/>
              <a:gd name="connsiteY2" fmla="*/ 1697418 h 3613934"/>
              <a:gd name="connsiteX3" fmla="*/ 3855896 w 3872408"/>
              <a:gd name="connsiteY3" fmla="*/ 2937460 h 3613934"/>
              <a:gd name="connsiteX4" fmla="*/ 3327725 w 3872408"/>
              <a:gd name="connsiteY4" fmla="*/ 3613934 h 3613934"/>
              <a:gd name="connsiteX5" fmla="*/ 544814 w 3872408"/>
              <a:gd name="connsiteY5" fmla="*/ 3613934 h 3613934"/>
              <a:gd name="connsiteX6" fmla="*/ 544684 w 3872408"/>
              <a:gd name="connsiteY6" fmla="*/ 3613934 h 3613934"/>
              <a:gd name="connsiteX7" fmla="*/ 16512 w 3872408"/>
              <a:gd name="connsiteY7" fmla="*/ 2937460 h 3613934"/>
              <a:gd name="connsiteX8" fmla="*/ 2788314 w 3872408"/>
              <a:gd name="connsiteY8" fmla="*/ 7780 h 3613934"/>
              <a:gd name="connsiteX9" fmla="*/ 3224562 w 3872408"/>
              <a:gd name="connsiteY9" fmla="*/ 412390 h 3613934"/>
              <a:gd name="connsiteX10" fmla="*/ 2788314 w 3872408"/>
              <a:gd name="connsiteY10" fmla="*/ 7780 h 3613934"/>
              <a:gd name="connsiteX11" fmla="*/ 1176017 w 3872408"/>
              <a:gd name="connsiteY11" fmla="*/ 0 h 3613934"/>
              <a:gd name="connsiteX12" fmla="*/ 1176017 w 3872408"/>
              <a:gd name="connsiteY12" fmla="*/ 0 h 3613934"/>
              <a:gd name="connsiteX13" fmla="*/ 647846 w 3872408"/>
              <a:gd name="connsiteY13" fmla="*/ 412390 h 3613934"/>
              <a:gd name="connsiteX14" fmla="*/ 1176017 w 3872408"/>
              <a:gd name="connsiteY14" fmla="*/ 0 h 361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2408" h="3613934">
                <a:moveTo>
                  <a:pt x="647846" y="412390"/>
                </a:moveTo>
                <a:lnTo>
                  <a:pt x="326556" y="1697418"/>
                </a:lnTo>
                <a:lnTo>
                  <a:pt x="3545853" y="1697418"/>
                </a:lnTo>
                <a:lnTo>
                  <a:pt x="3855896" y="2937460"/>
                </a:lnTo>
                <a:cubicBezTo>
                  <a:pt x="3941756" y="3281031"/>
                  <a:pt x="3681964" y="3613934"/>
                  <a:pt x="3327725" y="3613934"/>
                </a:cubicBezTo>
                <a:lnTo>
                  <a:pt x="544814" y="3613934"/>
                </a:lnTo>
                <a:lnTo>
                  <a:pt x="544684" y="3613934"/>
                </a:lnTo>
                <a:cubicBezTo>
                  <a:pt x="190446" y="3613934"/>
                  <a:pt x="-69348" y="3281031"/>
                  <a:pt x="16512" y="2937460"/>
                </a:cubicBezTo>
                <a:close/>
                <a:moveTo>
                  <a:pt x="2788314" y="7780"/>
                </a:moveTo>
                <a:cubicBezTo>
                  <a:pt x="2998156" y="43638"/>
                  <a:pt x="3171518" y="200325"/>
                  <a:pt x="3224562" y="412390"/>
                </a:cubicBezTo>
                <a:cubicBezTo>
                  <a:pt x="3171518" y="200325"/>
                  <a:pt x="2998156" y="43638"/>
                  <a:pt x="2788314" y="7780"/>
                </a:cubicBezTo>
                <a:close/>
                <a:moveTo>
                  <a:pt x="1176017" y="0"/>
                </a:moveTo>
                <a:lnTo>
                  <a:pt x="1176017" y="0"/>
                </a:lnTo>
                <a:cubicBezTo>
                  <a:pt x="926242" y="0"/>
                  <a:pt x="708468" y="170030"/>
                  <a:pt x="647846" y="412390"/>
                </a:cubicBezTo>
                <a:cubicBezTo>
                  <a:pt x="708468" y="170030"/>
                  <a:pt x="926242" y="0"/>
                  <a:pt x="1176017" y="0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6BAE2EA8-402B-3A09-5257-E603B559C393}"/>
              </a:ext>
            </a:extLst>
          </p:cNvPr>
          <p:cNvSpPr/>
          <p:nvPr/>
        </p:nvSpPr>
        <p:spPr>
          <a:xfrm>
            <a:off x="7941767" y="2408349"/>
            <a:ext cx="3872408" cy="3613934"/>
          </a:xfrm>
          <a:custGeom>
            <a:avLst/>
            <a:gdLst>
              <a:gd name="connsiteX0" fmla="*/ 1139875 w 3872408"/>
              <a:gd name="connsiteY0" fmla="*/ 3610876 h 3613934"/>
              <a:gd name="connsiteX1" fmla="*/ 1176006 w 3872408"/>
              <a:gd name="connsiteY1" fmla="*/ 3613933 h 3613934"/>
              <a:gd name="connsiteX2" fmla="*/ 2696403 w 3872408"/>
              <a:gd name="connsiteY2" fmla="*/ 3613933 h 3613934"/>
              <a:gd name="connsiteX3" fmla="*/ 2696391 w 3872408"/>
              <a:gd name="connsiteY3" fmla="*/ 3613934 h 3613934"/>
              <a:gd name="connsiteX4" fmla="*/ 1176017 w 3872408"/>
              <a:gd name="connsiteY4" fmla="*/ 3613934 h 3613934"/>
              <a:gd name="connsiteX5" fmla="*/ 1084088 w 3872408"/>
              <a:gd name="connsiteY5" fmla="*/ 3606153 h 3613934"/>
              <a:gd name="connsiteX6" fmla="*/ 1084096 w 3872408"/>
              <a:gd name="connsiteY6" fmla="*/ 3606155 h 3613934"/>
              <a:gd name="connsiteX7" fmla="*/ 1084096 w 3872408"/>
              <a:gd name="connsiteY7" fmla="*/ 3606155 h 3613934"/>
              <a:gd name="connsiteX8" fmla="*/ 2896300 w 3872408"/>
              <a:gd name="connsiteY8" fmla="*/ 3574456 h 3613934"/>
              <a:gd name="connsiteX9" fmla="*/ 2875767 w 3872408"/>
              <a:gd name="connsiteY9" fmla="*/ 3583580 h 3613934"/>
              <a:gd name="connsiteX10" fmla="*/ 2870781 w 3872408"/>
              <a:gd name="connsiteY10" fmla="*/ 3584867 h 3613934"/>
              <a:gd name="connsiteX11" fmla="*/ 976080 w 3872408"/>
              <a:gd name="connsiteY11" fmla="*/ 3574444 h 3613934"/>
              <a:gd name="connsiteX12" fmla="*/ 1001634 w 3872408"/>
              <a:gd name="connsiteY12" fmla="*/ 3584869 h 3613934"/>
              <a:gd name="connsiteX13" fmla="*/ 996641 w 3872408"/>
              <a:gd name="connsiteY13" fmla="*/ 3583580 h 3613934"/>
              <a:gd name="connsiteX14" fmla="*/ 2975883 w 3872408"/>
              <a:gd name="connsiteY14" fmla="*/ 3535130 h 3613934"/>
              <a:gd name="connsiteX15" fmla="*/ 2957289 w 3872408"/>
              <a:gd name="connsiteY15" fmla="*/ 3547355 h 3613934"/>
              <a:gd name="connsiteX16" fmla="*/ 2948078 w 3872408"/>
              <a:gd name="connsiteY16" fmla="*/ 3551448 h 3613934"/>
              <a:gd name="connsiteX17" fmla="*/ 896506 w 3872408"/>
              <a:gd name="connsiteY17" fmla="*/ 3535118 h 3613934"/>
              <a:gd name="connsiteX18" fmla="*/ 924340 w 3872408"/>
              <a:gd name="connsiteY18" fmla="*/ 3551452 h 3613934"/>
              <a:gd name="connsiteX19" fmla="*/ 915120 w 3872408"/>
              <a:gd name="connsiteY19" fmla="*/ 3547355 h 3613934"/>
              <a:gd name="connsiteX20" fmla="*/ 3045378 w 3872408"/>
              <a:gd name="connsiteY20" fmla="*/ 3485761 h 3613934"/>
              <a:gd name="connsiteX21" fmla="*/ 3031410 w 3872408"/>
              <a:gd name="connsiteY21" fmla="*/ 3498625 h 3613934"/>
              <a:gd name="connsiteX22" fmla="*/ 3019060 w 3872408"/>
              <a:gd name="connsiteY22" fmla="*/ 3506744 h 3613934"/>
              <a:gd name="connsiteX23" fmla="*/ 827016 w 3872408"/>
              <a:gd name="connsiteY23" fmla="*/ 3485748 h 3613934"/>
              <a:gd name="connsiteX24" fmla="*/ 853361 w 3872408"/>
              <a:gd name="connsiteY24" fmla="*/ 3506752 h 3613934"/>
              <a:gd name="connsiteX25" fmla="*/ 840999 w 3872408"/>
              <a:gd name="connsiteY25" fmla="*/ 3498625 h 3613934"/>
              <a:gd name="connsiteX26" fmla="*/ 3105762 w 3872408"/>
              <a:gd name="connsiteY26" fmla="*/ 3426887 h 3613934"/>
              <a:gd name="connsiteX27" fmla="*/ 3096664 w 3872408"/>
              <a:gd name="connsiteY27" fmla="*/ 3438534 h 3613934"/>
              <a:gd name="connsiteX28" fmla="*/ 3082620 w 3872408"/>
              <a:gd name="connsiteY28" fmla="*/ 3451467 h 3613934"/>
              <a:gd name="connsiteX29" fmla="*/ 766636 w 3872408"/>
              <a:gd name="connsiteY29" fmla="*/ 3426874 h 3613934"/>
              <a:gd name="connsiteX30" fmla="*/ 789805 w 3872408"/>
              <a:gd name="connsiteY30" fmla="*/ 3451482 h 3613934"/>
              <a:gd name="connsiteX31" fmla="*/ 775744 w 3872408"/>
              <a:gd name="connsiteY31" fmla="*/ 3438534 h 3613934"/>
              <a:gd name="connsiteX32" fmla="*/ 3156429 w 3872408"/>
              <a:gd name="connsiteY32" fmla="*/ 3359311 h 3613934"/>
              <a:gd name="connsiteX33" fmla="*/ 3151586 w 3872408"/>
              <a:gd name="connsiteY33" fmla="*/ 3368227 h 3613934"/>
              <a:gd name="connsiteX34" fmla="*/ 3137740 w 3872408"/>
              <a:gd name="connsiteY34" fmla="*/ 3385952 h 3613934"/>
              <a:gd name="connsiteX35" fmla="*/ 715972 w 3872408"/>
              <a:gd name="connsiteY35" fmla="*/ 3359298 h 3613934"/>
              <a:gd name="connsiteX36" fmla="*/ 734689 w 3872408"/>
              <a:gd name="connsiteY36" fmla="*/ 3385977 h 3613934"/>
              <a:gd name="connsiteX37" fmla="*/ 720823 w 3872408"/>
              <a:gd name="connsiteY37" fmla="*/ 3368227 h 3613934"/>
              <a:gd name="connsiteX38" fmla="*/ 3196400 w 3872408"/>
              <a:gd name="connsiteY38" fmla="*/ 3283901 h 3613934"/>
              <a:gd name="connsiteX39" fmla="*/ 3194707 w 3872408"/>
              <a:gd name="connsiteY39" fmla="*/ 3288850 h 3613934"/>
              <a:gd name="connsiteX40" fmla="*/ 3183800 w 3872408"/>
              <a:gd name="connsiteY40" fmla="*/ 3308929 h 3613934"/>
              <a:gd name="connsiteX41" fmla="*/ 676005 w 3872408"/>
              <a:gd name="connsiteY41" fmla="*/ 3283888 h 3613934"/>
              <a:gd name="connsiteX42" fmla="*/ 688636 w 3872408"/>
              <a:gd name="connsiteY42" fmla="*/ 3308979 h 3613934"/>
              <a:gd name="connsiteX43" fmla="*/ 677701 w 3872408"/>
              <a:gd name="connsiteY43" fmla="*/ 3288850 h 3613934"/>
              <a:gd name="connsiteX44" fmla="*/ 544684 w 3872408"/>
              <a:gd name="connsiteY44" fmla="*/ 0 h 3613934"/>
              <a:gd name="connsiteX45" fmla="*/ 544813 w 3872408"/>
              <a:gd name="connsiteY45" fmla="*/ 0 h 3613934"/>
              <a:gd name="connsiteX46" fmla="*/ 3327725 w 3872408"/>
              <a:gd name="connsiteY46" fmla="*/ 0 h 3613934"/>
              <a:gd name="connsiteX47" fmla="*/ 3855896 w 3872408"/>
              <a:gd name="connsiteY47" fmla="*/ 676475 h 3613934"/>
              <a:gd name="connsiteX48" fmla="*/ 3545854 w 3872408"/>
              <a:gd name="connsiteY48" fmla="*/ 1916515 h 3613934"/>
              <a:gd name="connsiteX49" fmla="*/ 326556 w 3872408"/>
              <a:gd name="connsiteY49" fmla="*/ 1916515 h 3613934"/>
              <a:gd name="connsiteX50" fmla="*/ 647847 w 3872408"/>
              <a:gd name="connsiteY50" fmla="*/ 3201546 h 3613934"/>
              <a:gd name="connsiteX51" fmla="*/ 647876 w 3872408"/>
              <a:gd name="connsiteY51" fmla="*/ 3201635 h 3613934"/>
              <a:gd name="connsiteX52" fmla="*/ 647846 w 3872408"/>
              <a:gd name="connsiteY52" fmla="*/ 3201546 h 3613934"/>
              <a:gd name="connsiteX53" fmla="*/ 16513 w 3872408"/>
              <a:gd name="connsiteY53" fmla="*/ 676475 h 3613934"/>
              <a:gd name="connsiteX54" fmla="*/ 544684 w 3872408"/>
              <a:gd name="connsiteY54" fmla="*/ 0 h 361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872408" h="3613934">
                <a:moveTo>
                  <a:pt x="1139875" y="3610876"/>
                </a:moveTo>
                <a:lnTo>
                  <a:pt x="1176006" y="3613933"/>
                </a:lnTo>
                <a:lnTo>
                  <a:pt x="2696403" y="3613933"/>
                </a:lnTo>
                <a:lnTo>
                  <a:pt x="2696391" y="3613934"/>
                </a:lnTo>
                <a:lnTo>
                  <a:pt x="1176017" y="3613934"/>
                </a:lnTo>
                <a:close/>
                <a:moveTo>
                  <a:pt x="1084088" y="3606153"/>
                </a:moveTo>
                <a:lnTo>
                  <a:pt x="1084096" y="3606155"/>
                </a:lnTo>
                <a:lnTo>
                  <a:pt x="1084096" y="3606155"/>
                </a:lnTo>
                <a:close/>
                <a:moveTo>
                  <a:pt x="2896300" y="3574456"/>
                </a:moveTo>
                <a:lnTo>
                  <a:pt x="2875767" y="3583580"/>
                </a:lnTo>
                <a:lnTo>
                  <a:pt x="2870781" y="3584867"/>
                </a:lnTo>
                <a:close/>
                <a:moveTo>
                  <a:pt x="976080" y="3574444"/>
                </a:moveTo>
                <a:lnTo>
                  <a:pt x="1001634" y="3584869"/>
                </a:lnTo>
                <a:lnTo>
                  <a:pt x="996641" y="3583580"/>
                </a:lnTo>
                <a:close/>
                <a:moveTo>
                  <a:pt x="2975883" y="3535130"/>
                </a:moveTo>
                <a:lnTo>
                  <a:pt x="2957289" y="3547355"/>
                </a:lnTo>
                <a:lnTo>
                  <a:pt x="2948078" y="3551448"/>
                </a:lnTo>
                <a:close/>
                <a:moveTo>
                  <a:pt x="896506" y="3535118"/>
                </a:moveTo>
                <a:lnTo>
                  <a:pt x="924340" y="3551452"/>
                </a:lnTo>
                <a:lnTo>
                  <a:pt x="915120" y="3547355"/>
                </a:lnTo>
                <a:close/>
                <a:moveTo>
                  <a:pt x="3045378" y="3485761"/>
                </a:moveTo>
                <a:lnTo>
                  <a:pt x="3031410" y="3498625"/>
                </a:lnTo>
                <a:lnTo>
                  <a:pt x="3019060" y="3506744"/>
                </a:lnTo>
                <a:close/>
                <a:moveTo>
                  <a:pt x="827016" y="3485748"/>
                </a:moveTo>
                <a:lnTo>
                  <a:pt x="853361" y="3506752"/>
                </a:lnTo>
                <a:lnTo>
                  <a:pt x="840999" y="3498625"/>
                </a:lnTo>
                <a:close/>
                <a:moveTo>
                  <a:pt x="3105762" y="3426887"/>
                </a:moveTo>
                <a:lnTo>
                  <a:pt x="3096664" y="3438534"/>
                </a:lnTo>
                <a:lnTo>
                  <a:pt x="3082620" y="3451467"/>
                </a:lnTo>
                <a:close/>
                <a:moveTo>
                  <a:pt x="766636" y="3426874"/>
                </a:moveTo>
                <a:lnTo>
                  <a:pt x="789805" y="3451482"/>
                </a:lnTo>
                <a:lnTo>
                  <a:pt x="775744" y="3438534"/>
                </a:lnTo>
                <a:close/>
                <a:moveTo>
                  <a:pt x="3156429" y="3359311"/>
                </a:moveTo>
                <a:lnTo>
                  <a:pt x="3151586" y="3368227"/>
                </a:lnTo>
                <a:lnTo>
                  <a:pt x="3137740" y="3385952"/>
                </a:lnTo>
                <a:close/>
                <a:moveTo>
                  <a:pt x="715972" y="3359298"/>
                </a:moveTo>
                <a:lnTo>
                  <a:pt x="734689" y="3385977"/>
                </a:lnTo>
                <a:lnTo>
                  <a:pt x="720823" y="3368227"/>
                </a:lnTo>
                <a:close/>
                <a:moveTo>
                  <a:pt x="3196400" y="3283901"/>
                </a:moveTo>
                <a:lnTo>
                  <a:pt x="3194707" y="3288850"/>
                </a:lnTo>
                <a:lnTo>
                  <a:pt x="3183800" y="3308929"/>
                </a:lnTo>
                <a:close/>
                <a:moveTo>
                  <a:pt x="676005" y="3283888"/>
                </a:moveTo>
                <a:lnTo>
                  <a:pt x="688636" y="3308979"/>
                </a:lnTo>
                <a:lnTo>
                  <a:pt x="677701" y="3288850"/>
                </a:lnTo>
                <a:close/>
                <a:moveTo>
                  <a:pt x="544684" y="0"/>
                </a:moveTo>
                <a:lnTo>
                  <a:pt x="544813" y="0"/>
                </a:lnTo>
                <a:lnTo>
                  <a:pt x="3327725" y="0"/>
                </a:lnTo>
                <a:cubicBezTo>
                  <a:pt x="3681964" y="0"/>
                  <a:pt x="3941756" y="332904"/>
                  <a:pt x="3855896" y="676475"/>
                </a:cubicBezTo>
                <a:lnTo>
                  <a:pt x="3545854" y="1916515"/>
                </a:lnTo>
                <a:lnTo>
                  <a:pt x="326556" y="1916515"/>
                </a:lnTo>
                <a:lnTo>
                  <a:pt x="647847" y="3201546"/>
                </a:lnTo>
                <a:lnTo>
                  <a:pt x="647876" y="3201635"/>
                </a:lnTo>
                <a:lnTo>
                  <a:pt x="647846" y="3201546"/>
                </a:lnTo>
                <a:lnTo>
                  <a:pt x="16513" y="676475"/>
                </a:lnTo>
                <a:cubicBezTo>
                  <a:pt x="-69347" y="332904"/>
                  <a:pt x="190446" y="0"/>
                  <a:pt x="544684" y="0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F6644FE8-2B0A-3CFF-9B56-006BEFDB2DAB}"/>
              </a:ext>
            </a:extLst>
          </p:cNvPr>
          <p:cNvSpPr/>
          <p:nvPr/>
        </p:nvSpPr>
        <p:spPr>
          <a:xfrm>
            <a:off x="691615" y="4324865"/>
            <a:ext cx="3219233" cy="1697418"/>
          </a:xfrm>
          <a:custGeom>
            <a:avLst/>
            <a:gdLst>
              <a:gd name="connsiteX0" fmla="*/ 0 w 3219233"/>
              <a:gd name="connsiteY0" fmla="*/ 0 h 1697418"/>
              <a:gd name="connsiteX1" fmla="*/ 3219233 w 3219233"/>
              <a:gd name="connsiteY1" fmla="*/ 0 h 1697418"/>
              <a:gd name="connsiteX2" fmla="*/ 2897941 w 3219233"/>
              <a:gd name="connsiteY2" fmla="*/ 1285031 h 1697418"/>
              <a:gd name="connsiteX3" fmla="*/ 2461692 w 3219233"/>
              <a:gd name="connsiteY3" fmla="*/ 1689640 h 1697418"/>
              <a:gd name="connsiteX4" fmla="*/ 2369783 w 3219233"/>
              <a:gd name="connsiteY4" fmla="*/ 1697418 h 1697418"/>
              <a:gd name="connsiteX5" fmla="*/ 849382 w 3219233"/>
              <a:gd name="connsiteY5" fmla="*/ 1697418 h 1697418"/>
              <a:gd name="connsiteX6" fmla="*/ 757473 w 3219233"/>
              <a:gd name="connsiteY6" fmla="*/ 1689640 h 1697418"/>
              <a:gd name="connsiteX7" fmla="*/ 321224 w 3219233"/>
              <a:gd name="connsiteY7" fmla="*/ 1285031 h 169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9233" h="1697418">
                <a:moveTo>
                  <a:pt x="0" y="0"/>
                </a:moveTo>
                <a:lnTo>
                  <a:pt x="3219233" y="0"/>
                </a:lnTo>
                <a:lnTo>
                  <a:pt x="2897941" y="1285031"/>
                </a:lnTo>
                <a:cubicBezTo>
                  <a:pt x="2844897" y="1497095"/>
                  <a:pt x="2671534" y="1653782"/>
                  <a:pt x="2461692" y="1689640"/>
                </a:cubicBezTo>
                <a:lnTo>
                  <a:pt x="2369783" y="1697418"/>
                </a:lnTo>
                <a:lnTo>
                  <a:pt x="849382" y="1697418"/>
                </a:lnTo>
                <a:lnTo>
                  <a:pt x="757473" y="1689640"/>
                </a:lnTo>
                <a:cubicBezTo>
                  <a:pt x="547632" y="1653782"/>
                  <a:pt x="374269" y="1497095"/>
                  <a:pt x="321224" y="128503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2E14388-BAB4-80B9-2DD1-528E6AAC9B1C}"/>
              </a:ext>
            </a:extLst>
          </p:cNvPr>
          <p:cNvSpPr/>
          <p:nvPr/>
        </p:nvSpPr>
        <p:spPr>
          <a:xfrm>
            <a:off x="8268323" y="4324865"/>
            <a:ext cx="3219299" cy="1697418"/>
          </a:xfrm>
          <a:custGeom>
            <a:avLst/>
            <a:gdLst>
              <a:gd name="connsiteX0" fmla="*/ 0 w 3219299"/>
              <a:gd name="connsiteY0" fmla="*/ 0 h 1697418"/>
              <a:gd name="connsiteX1" fmla="*/ 3219299 w 3219299"/>
              <a:gd name="connsiteY1" fmla="*/ 0 h 1697418"/>
              <a:gd name="connsiteX2" fmla="*/ 2898008 w 3219299"/>
              <a:gd name="connsiteY2" fmla="*/ 1285031 h 1697418"/>
              <a:gd name="connsiteX3" fmla="*/ 2461758 w 3219299"/>
              <a:gd name="connsiteY3" fmla="*/ 1689640 h 1697418"/>
              <a:gd name="connsiteX4" fmla="*/ 2369848 w 3219299"/>
              <a:gd name="connsiteY4" fmla="*/ 1697418 h 1697418"/>
              <a:gd name="connsiteX5" fmla="*/ 849450 w 3219299"/>
              <a:gd name="connsiteY5" fmla="*/ 1697418 h 1697418"/>
              <a:gd name="connsiteX6" fmla="*/ 757541 w 3219299"/>
              <a:gd name="connsiteY6" fmla="*/ 1689640 h 1697418"/>
              <a:gd name="connsiteX7" fmla="*/ 321291 w 3219299"/>
              <a:gd name="connsiteY7" fmla="*/ 1285031 h 169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9299" h="1697418">
                <a:moveTo>
                  <a:pt x="0" y="0"/>
                </a:moveTo>
                <a:lnTo>
                  <a:pt x="3219299" y="0"/>
                </a:lnTo>
                <a:lnTo>
                  <a:pt x="2898008" y="1285031"/>
                </a:lnTo>
                <a:cubicBezTo>
                  <a:pt x="2844963" y="1497095"/>
                  <a:pt x="2671601" y="1653782"/>
                  <a:pt x="2461758" y="1689640"/>
                </a:cubicBezTo>
                <a:lnTo>
                  <a:pt x="2369848" y="1697418"/>
                </a:lnTo>
                <a:lnTo>
                  <a:pt x="849450" y="1697418"/>
                </a:lnTo>
                <a:lnTo>
                  <a:pt x="757541" y="1689640"/>
                </a:lnTo>
                <a:cubicBezTo>
                  <a:pt x="547698" y="1653782"/>
                  <a:pt x="374335" y="1497095"/>
                  <a:pt x="321291" y="128503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E8E44975-F51D-0013-E172-380DBCA0975B}"/>
              </a:ext>
            </a:extLst>
          </p:cNvPr>
          <p:cNvSpPr/>
          <p:nvPr/>
        </p:nvSpPr>
        <p:spPr>
          <a:xfrm>
            <a:off x="4480327" y="2408350"/>
            <a:ext cx="3219297" cy="1697418"/>
          </a:xfrm>
          <a:custGeom>
            <a:avLst/>
            <a:gdLst>
              <a:gd name="connsiteX0" fmla="*/ 849461 w 3219297"/>
              <a:gd name="connsiteY0" fmla="*/ 0 h 1697418"/>
              <a:gd name="connsiteX1" fmla="*/ 2369837 w 3219297"/>
              <a:gd name="connsiteY1" fmla="*/ 0 h 1697418"/>
              <a:gd name="connsiteX2" fmla="*/ 2898006 w 3219297"/>
              <a:gd name="connsiteY2" fmla="*/ 412390 h 1697418"/>
              <a:gd name="connsiteX3" fmla="*/ 3219297 w 3219297"/>
              <a:gd name="connsiteY3" fmla="*/ 1697418 h 1697418"/>
              <a:gd name="connsiteX4" fmla="*/ 0 w 3219297"/>
              <a:gd name="connsiteY4" fmla="*/ 1697418 h 1697418"/>
              <a:gd name="connsiteX5" fmla="*/ 321290 w 3219297"/>
              <a:gd name="connsiteY5" fmla="*/ 412390 h 1697418"/>
              <a:gd name="connsiteX6" fmla="*/ 849461 w 3219297"/>
              <a:gd name="connsiteY6" fmla="*/ 0 h 169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9297" h="1697418">
                <a:moveTo>
                  <a:pt x="849461" y="0"/>
                </a:moveTo>
                <a:lnTo>
                  <a:pt x="2369837" y="0"/>
                </a:lnTo>
                <a:cubicBezTo>
                  <a:pt x="2619612" y="0"/>
                  <a:pt x="2837384" y="170030"/>
                  <a:pt x="2898006" y="412390"/>
                </a:cubicBezTo>
                <a:lnTo>
                  <a:pt x="3219297" y="1697418"/>
                </a:lnTo>
                <a:lnTo>
                  <a:pt x="0" y="1697418"/>
                </a:lnTo>
                <a:lnTo>
                  <a:pt x="321290" y="412390"/>
                </a:lnTo>
                <a:cubicBezTo>
                  <a:pt x="381912" y="170030"/>
                  <a:pt x="599686" y="0"/>
                  <a:pt x="84946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F21E25-A599-0CC2-EF53-3A497EE94284}"/>
              </a:ext>
            </a:extLst>
          </p:cNvPr>
          <p:cNvSpPr txBox="1"/>
          <p:nvPr/>
        </p:nvSpPr>
        <p:spPr>
          <a:xfrm>
            <a:off x="1000744" y="4696521"/>
            <a:ext cx="2600976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tx2"/>
                </a:solidFill>
              </a:rPr>
              <a:t>Lorem Ipsum</a:t>
            </a: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dirty="0"/>
              <a:t>Lorem Ipsum is simply dummy text.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3FD1C3-8BFB-7678-C305-5D1A85CE515F}"/>
              </a:ext>
            </a:extLst>
          </p:cNvPr>
          <p:cNvSpPr txBox="1"/>
          <p:nvPr/>
        </p:nvSpPr>
        <p:spPr>
          <a:xfrm>
            <a:off x="4789488" y="2780005"/>
            <a:ext cx="2600976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Lorem Ipsum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Lorem Ipsum is simply dummy text.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3C1231-51B5-E71D-78C4-946DB047CC8B}"/>
              </a:ext>
            </a:extLst>
          </p:cNvPr>
          <p:cNvSpPr txBox="1"/>
          <p:nvPr/>
        </p:nvSpPr>
        <p:spPr>
          <a:xfrm>
            <a:off x="8577485" y="4696521"/>
            <a:ext cx="2600976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</a:rPr>
              <a:t>Lorem Ipsum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Lorem Ipsum is simply dummy text.</a:t>
            </a:r>
            <a:endParaRPr lang="en-IN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740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B2587-F7D0-642C-35AB-1AED38293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DD6B-BE93-FD91-7C10-4023EF58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</a:rPr>
              <a:t>What is Lorem Ipsum?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F24AA95-F4E1-B62E-20AA-9F4E97C53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5" b="922"/>
          <a:stretch>
            <a:fillRect/>
          </a:stretch>
        </p:blipFill>
        <p:spPr bwMode="auto">
          <a:xfrm>
            <a:off x="-38647" y="990873"/>
            <a:ext cx="12230646" cy="5867127"/>
          </a:xfrm>
          <a:custGeom>
            <a:avLst/>
            <a:gdLst>
              <a:gd name="connsiteX0" fmla="*/ 0 w 12230646"/>
              <a:gd name="connsiteY0" fmla="*/ 0 h 5867127"/>
              <a:gd name="connsiteX1" fmla="*/ 12230646 w 12230646"/>
              <a:gd name="connsiteY1" fmla="*/ 0 h 5867127"/>
              <a:gd name="connsiteX2" fmla="*/ 12230646 w 12230646"/>
              <a:gd name="connsiteY2" fmla="*/ 5867127 h 5867127"/>
              <a:gd name="connsiteX3" fmla="*/ 38647 w 12230646"/>
              <a:gd name="connsiteY3" fmla="*/ 5867127 h 5867127"/>
              <a:gd name="connsiteX4" fmla="*/ 38647 w 12230646"/>
              <a:gd name="connsiteY4" fmla="*/ 3632562 h 5867127"/>
              <a:gd name="connsiteX5" fmla="*/ 0 w 12230646"/>
              <a:gd name="connsiteY5" fmla="*/ 3632562 h 5867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30646" h="5867127">
                <a:moveTo>
                  <a:pt x="0" y="0"/>
                </a:moveTo>
                <a:lnTo>
                  <a:pt x="12230646" y="0"/>
                </a:lnTo>
                <a:lnTo>
                  <a:pt x="12230646" y="5867127"/>
                </a:lnTo>
                <a:lnTo>
                  <a:pt x="38647" y="5867127"/>
                </a:lnTo>
                <a:lnTo>
                  <a:pt x="38647" y="3632562"/>
                </a:lnTo>
                <a:lnTo>
                  <a:pt x="0" y="363256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508F3CB-C0CB-0B36-49E2-DC4E7BE896A0}"/>
              </a:ext>
            </a:extLst>
          </p:cNvPr>
          <p:cNvSpPr txBox="1"/>
          <p:nvPr/>
        </p:nvSpPr>
        <p:spPr>
          <a:xfrm>
            <a:off x="365126" y="2407444"/>
            <a:ext cx="3959739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AB1210-6202-ED6E-DF0D-3BB3EEF2945E}"/>
              </a:ext>
            </a:extLst>
          </p:cNvPr>
          <p:cNvSpPr/>
          <p:nvPr/>
        </p:nvSpPr>
        <p:spPr>
          <a:xfrm>
            <a:off x="0" y="5782733"/>
            <a:ext cx="12192000" cy="107526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3C078D05-A6C3-1ABB-C62C-5EF765F1514E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667ED-2F86-CBE7-A521-3FD046BDE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7</a:t>
            </a:fld>
            <a:endParaRPr lang="en-IN" sz="1200" dirty="0">
              <a:solidFill>
                <a:schemeClr val="tx2"/>
              </a:solidFill>
            </a:endParaRPr>
          </a:p>
        </p:txBody>
      </p:sp>
      <p:pic>
        <p:nvPicPr>
          <p:cNvPr id="73" name="Picture 72" descr="A black and white sign&#10;&#10;Description automatically generated">
            <a:extLst>
              <a:ext uri="{FF2B5EF4-FFF2-40B4-BE49-F238E27FC236}">
                <a16:creationId xmlns:a16="http://schemas.microsoft.com/office/drawing/2014/main" id="{E6FCF8C2-2A1B-4008-CCF9-A2432895FA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5" y="1304673"/>
            <a:ext cx="2835275" cy="8342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7227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0AE7F-C5B7-26BF-7E67-4861440C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54" descr="A bowl of ice cream and fruit&#10;&#10;Description automatically generated">
            <a:extLst>
              <a:ext uri="{FF2B5EF4-FFF2-40B4-BE49-F238E27FC236}">
                <a16:creationId xmlns:a16="http://schemas.microsoft.com/office/drawing/2014/main" id="{5109502C-B50D-510D-3A2D-E94605F433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0" b="980"/>
          <a:stretch/>
        </p:blipFill>
        <p:spPr>
          <a:xfrm>
            <a:off x="6465964" y="0"/>
            <a:ext cx="5726036" cy="5613832"/>
          </a:xfrm>
          <a:custGeom>
            <a:avLst/>
            <a:gdLst>
              <a:gd name="connsiteX0" fmla="*/ 5653 w 5726036"/>
              <a:gd name="connsiteY0" fmla="*/ 0 h 5613832"/>
              <a:gd name="connsiteX1" fmla="*/ 5726036 w 5726036"/>
              <a:gd name="connsiteY1" fmla="*/ 0 h 5613832"/>
              <a:gd name="connsiteX2" fmla="*/ 5726036 w 5726036"/>
              <a:gd name="connsiteY2" fmla="*/ 5602383 h 5613832"/>
              <a:gd name="connsiteX3" fmla="*/ 5667703 w 5726036"/>
              <a:gd name="connsiteY3" fmla="*/ 5606818 h 5613832"/>
              <a:gd name="connsiteX4" fmla="*/ 5390318 w 5726036"/>
              <a:gd name="connsiteY4" fmla="*/ 5613832 h 5613832"/>
              <a:gd name="connsiteX5" fmla="*/ 0 w 5726036"/>
              <a:gd name="connsiteY5" fmla="*/ 223517 h 561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6036" h="5613832">
                <a:moveTo>
                  <a:pt x="5653" y="0"/>
                </a:moveTo>
                <a:lnTo>
                  <a:pt x="5726036" y="0"/>
                </a:lnTo>
                <a:lnTo>
                  <a:pt x="5726036" y="5602383"/>
                </a:lnTo>
                <a:lnTo>
                  <a:pt x="5667703" y="5606818"/>
                </a:lnTo>
                <a:cubicBezTo>
                  <a:pt x="5575830" y="5611476"/>
                  <a:pt x="5483349" y="5613832"/>
                  <a:pt x="5390318" y="5613832"/>
                </a:cubicBezTo>
                <a:cubicBezTo>
                  <a:pt x="2413328" y="5613832"/>
                  <a:pt x="0" y="3200506"/>
                  <a:pt x="0" y="22351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74FE36-01BC-4805-8F7E-AA71D019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D84DE-6FD0-33F1-88A5-D039C2941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8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5A1EE4-42A9-5867-4A8F-09764D4E4DD8}"/>
              </a:ext>
            </a:extLst>
          </p:cNvPr>
          <p:cNvSpPr txBox="1"/>
          <p:nvPr/>
        </p:nvSpPr>
        <p:spPr>
          <a:xfrm>
            <a:off x="365126" y="2295824"/>
            <a:ext cx="6418734" cy="15850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E5ED437C-F239-2C0F-602E-65B0F70C40FA}"/>
              </a:ext>
            </a:extLst>
          </p:cNvPr>
          <p:cNvSpPr/>
          <p:nvPr/>
        </p:nvSpPr>
        <p:spPr>
          <a:xfrm>
            <a:off x="6465964" y="0"/>
            <a:ext cx="5726036" cy="5613832"/>
          </a:xfrm>
          <a:custGeom>
            <a:avLst/>
            <a:gdLst>
              <a:gd name="connsiteX0" fmla="*/ 5653 w 5726036"/>
              <a:gd name="connsiteY0" fmla="*/ 0 h 5613832"/>
              <a:gd name="connsiteX1" fmla="*/ 5726036 w 5726036"/>
              <a:gd name="connsiteY1" fmla="*/ 0 h 5613832"/>
              <a:gd name="connsiteX2" fmla="*/ 5726036 w 5726036"/>
              <a:gd name="connsiteY2" fmla="*/ 5602383 h 5613832"/>
              <a:gd name="connsiteX3" fmla="*/ 5667703 w 5726036"/>
              <a:gd name="connsiteY3" fmla="*/ 5606818 h 5613832"/>
              <a:gd name="connsiteX4" fmla="*/ 5390318 w 5726036"/>
              <a:gd name="connsiteY4" fmla="*/ 5613832 h 5613832"/>
              <a:gd name="connsiteX5" fmla="*/ 0 w 5726036"/>
              <a:gd name="connsiteY5" fmla="*/ 223517 h 561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6036" h="5613832">
                <a:moveTo>
                  <a:pt x="5653" y="0"/>
                </a:moveTo>
                <a:lnTo>
                  <a:pt x="5726036" y="0"/>
                </a:lnTo>
                <a:lnTo>
                  <a:pt x="5726036" y="5602383"/>
                </a:lnTo>
                <a:lnTo>
                  <a:pt x="5667703" y="5606818"/>
                </a:lnTo>
                <a:cubicBezTo>
                  <a:pt x="5575830" y="5611476"/>
                  <a:pt x="5483349" y="5613832"/>
                  <a:pt x="5390318" y="5613832"/>
                </a:cubicBezTo>
                <a:cubicBezTo>
                  <a:pt x="2413328" y="5613832"/>
                  <a:pt x="0" y="3200506"/>
                  <a:pt x="0" y="223517"/>
                </a:cubicBez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64DE1F5-94C4-F042-FAC6-F8817625FE49}"/>
              </a:ext>
            </a:extLst>
          </p:cNvPr>
          <p:cNvGrpSpPr/>
          <p:nvPr/>
        </p:nvGrpSpPr>
        <p:grpSpPr>
          <a:xfrm>
            <a:off x="381000" y="4046527"/>
            <a:ext cx="2703022" cy="854676"/>
            <a:chOff x="381000" y="4046527"/>
            <a:chExt cx="2703022" cy="854676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C119DFA-6832-D0CF-A201-1AC38D03604C}"/>
                </a:ext>
              </a:extLst>
            </p:cNvPr>
            <p:cNvSpPr/>
            <p:nvPr/>
          </p:nvSpPr>
          <p:spPr>
            <a:xfrm>
              <a:off x="381000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31E227C-6ECE-0668-4E1A-FA3E85CA8BFA}"/>
                </a:ext>
              </a:extLst>
            </p:cNvPr>
            <p:cNvSpPr txBox="1"/>
            <p:nvPr/>
          </p:nvSpPr>
          <p:spPr>
            <a:xfrm>
              <a:off x="1341241" y="4116034"/>
              <a:ext cx="1742781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 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  <p:pic>
          <p:nvPicPr>
            <p:cNvPr id="133" name="Picture 132" descr="A red heart with a white background&#10;&#10;Description automatically generated">
              <a:extLst>
                <a:ext uri="{FF2B5EF4-FFF2-40B4-BE49-F238E27FC236}">
                  <a16:creationId xmlns:a16="http://schemas.microsoft.com/office/drawing/2014/main" id="{A7DC9E8C-D363-3AEE-4A09-442569D82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777" y="4177304"/>
              <a:ext cx="593124" cy="593122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111542-79F7-9CC3-1E9A-21F5C8BD2AB4}"/>
              </a:ext>
            </a:extLst>
          </p:cNvPr>
          <p:cNvGrpSpPr/>
          <p:nvPr/>
        </p:nvGrpSpPr>
        <p:grpSpPr>
          <a:xfrm>
            <a:off x="3448857" y="4046527"/>
            <a:ext cx="2666644" cy="854676"/>
            <a:chOff x="3371214" y="4046527"/>
            <a:chExt cx="2666644" cy="854676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75E9C5DA-6462-FBB4-D48E-E8DE3714EFE1}"/>
                </a:ext>
              </a:extLst>
            </p:cNvPr>
            <p:cNvSpPr/>
            <p:nvPr/>
          </p:nvSpPr>
          <p:spPr>
            <a:xfrm>
              <a:off x="3371214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32FA86A-B0EF-CE25-933B-FD983B9EEA94}"/>
                </a:ext>
              </a:extLst>
            </p:cNvPr>
            <p:cNvSpPr txBox="1"/>
            <p:nvPr/>
          </p:nvSpPr>
          <p:spPr>
            <a:xfrm>
              <a:off x="4331456" y="4112228"/>
              <a:ext cx="1706402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  <p:pic>
          <p:nvPicPr>
            <p:cNvPr id="135" name="Picture 134" descr="A red heart with a white background&#10;&#10;Description automatically generated">
              <a:extLst>
                <a:ext uri="{FF2B5EF4-FFF2-40B4-BE49-F238E27FC236}">
                  <a16:creationId xmlns:a16="http://schemas.microsoft.com/office/drawing/2014/main" id="{F5D5893B-647A-6AC2-9C0E-4AA022E02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5682" y="4180996"/>
              <a:ext cx="585740" cy="585738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69D849C-112C-109C-A09E-9FB622BA43CD}"/>
              </a:ext>
            </a:extLst>
          </p:cNvPr>
          <p:cNvGrpSpPr/>
          <p:nvPr/>
        </p:nvGrpSpPr>
        <p:grpSpPr>
          <a:xfrm>
            <a:off x="6480336" y="4046527"/>
            <a:ext cx="2611006" cy="854676"/>
            <a:chOff x="6245497" y="4046527"/>
            <a:chExt cx="2611006" cy="854676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9E24EF82-C139-6187-6734-002AAE8D6714}"/>
                </a:ext>
              </a:extLst>
            </p:cNvPr>
            <p:cNvSpPr/>
            <p:nvPr/>
          </p:nvSpPr>
          <p:spPr>
            <a:xfrm>
              <a:off x="6245497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91D6A3F-0A7B-6547-0E6F-3815A06A3AE3}"/>
                </a:ext>
              </a:extLst>
            </p:cNvPr>
            <p:cNvSpPr txBox="1"/>
            <p:nvPr/>
          </p:nvSpPr>
          <p:spPr>
            <a:xfrm>
              <a:off x="7205739" y="4112227"/>
              <a:ext cx="1650764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  <p:pic>
          <p:nvPicPr>
            <p:cNvPr id="142" name="Picture 141" descr="A red and white heart logo&#10;&#10;Description automatically generated">
              <a:extLst>
                <a:ext uri="{FF2B5EF4-FFF2-40B4-BE49-F238E27FC236}">
                  <a16:creationId xmlns:a16="http://schemas.microsoft.com/office/drawing/2014/main" id="{649EC847-18E0-0AD4-7EC1-146D7F6D0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522" y="4162552"/>
              <a:ext cx="622626" cy="622626"/>
            </a:xfrm>
            <a:prstGeom prst="rect">
              <a:avLst/>
            </a:prstGeom>
          </p:spPr>
        </p:pic>
      </p:grp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56D1118-E8B9-D43A-FB7B-7CE72B067820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0AD48115-843A-00AD-5F63-3FF0F7E4A2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4" y="1324785"/>
            <a:ext cx="978241" cy="803343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3A682537-2847-53D3-6A56-D35AACD35753}"/>
              </a:ext>
            </a:extLst>
          </p:cNvPr>
          <p:cNvGrpSpPr/>
          <p:nvPr/>
        </p:nvGrpSpPr>
        <p:grpSpPr>
          <a:xfrm>
            <a:off x="9456178" y="4046527"/>
            <a:ext cx="2611006" cy="854676"/>
            <a:chOff x="9806443" y="4046527"/>
            <a:chExt cx="2611006" cy="854676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A25B8C88-8F37-4368-9ABB-2210D6425B98}"/>
                </a:ext>
              </a:extLst>
            </p:cNvPr>
            <p:cNvSpPr/>
            <p:nvPr/>
          </p:nvSpPr>
          <p:spPr>
            <a:xfrm>
              <a:off x="9806443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4" name="Picture 143" descr="A red heart with a white background&#10;&#10;Description automatically generated">
              <a:extLst>
                <a:ext uri="{FF2B5EF4-FFF2-40B4-BE49-F238E27FC236}">
                  <a16:creationId xmlns:a16="http://schemas.microsoft.com/office/drawing/2014/main" id="{944ADBC4-D14F-4B22-5243-ECD493E83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4755" y="4164840"/>
              <a:ext cx="618051" cy="61805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CAD89C3-2910-77D3-4001-A5293431BA09}"/>
                </a:ext>
              </a:extLst>
            </p:cNvPr>
            <p:cNvSpPr txBox="1"/>
            <p:nvPr/>
          </p:nvSpPr>
          <p:spPr>
            <a:xfrm>
              <a:off x="10766685" y="4112227"/>
              <a:ext cx="1650764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060819-AAFA-DD11-0463-1E18BE64126D}"/>
              </a:ext>
            </a:extLst>
          </p:cNvPr>
          <p:cNvGrpSpPr/>
          <p:nvPr/>
        </p:nvGrpSpPr>
        <p:grpSpPr>
          <a:xfrm>
            <a:off x="381000" y="5160432"/>
            <a:ext cx="2703022" cy="854676"/>
            <a:chOff x="381000" y="4046527"/>
            <a:chExt cx="2703022" cy="854676"/>
          </a:xfrm>
        </p:grpSpPr>
        <p:sp>
          <p:nvSpPr>
            <p:cNvPr id="68" name="Rectangle: Rounded Corners 69">
              <a:extLst>
                <a:ext uri="{FF2B5EF4-FFF2-40B4-BE49-F238E27FC236}">
                  <a16:creationId xmlns:a16="http://schemas.microsoft.com/office/drawing/2014/main" id="{04EC92A0-469C-6C34-E4AE-177A15E80D24}"/>
                </a:ext>
              </a:extLst>
            </p:cNvPr>
            <p:cNvSpPr/>
            <p:nvPr/>
          </p:nvSpPr>
          <p:spPr>
            <a:xfrm>
              <a:off x="381000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F361964-4970-9A6E-3C3D-AE137953044B}"/>
                </a:ext>
              </a:extLst>
            </p:cNvPr>
            <p:cNvSpPr txBox="1"/>
            <p:nvPr/>
          </p:nvSpPr>
          <p:spPr>
            <a:xfrm>
              <a:off x="1341241" y="4116034"/>
              <a:ext cx="1742781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 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  <p:pic>
          <p:nvPicPr>
            <p:cNvPr id="72" name="Picture 71" descr="A red heart with a white background&#10;&#10;Description automatically generated">
              <a:extLst>
                <a:ext uri="{FF2B5EF4-FFF2-40B4-BE49-F238E27FC236}">
                  <a16:creationId xmlns:a16="http://schemas.microsoft.com/office/drawing/2014/main" id="{F9B2E6B4-1710-A18A-107D-F835453F6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777" y="4177304"/>
              <a:ext cx="593124" cy="593122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6E95948-D108-EB88-9C09-34F81F797A1A}"/>
              </a:ext>
            </a:extLst>
          </p:cNvPr>
          <p:cNvGrpSpPr/>
          <p:nvPr/>
        </p:nvGrpSpPr>
        <p:grpSpPr>
          <a:xfrm>
            <a:off x="3448857" y="5160432"/>
            <a:ext cx="2666644" cy="854676"/>
            <a:chOff x="3371214" y="4046527"/>
            <a:chExt cx="2666644" cy="854676"/>
          </a:xfrm>
        </p:grpSpPr>
        <p:sp>
          <p:nvSpPr>
            <p:cNvPr id="75" name="Rectangle: Rounded Corners 111">
              <a:extLst>
                <a:ext uri="{FF2B5EF4-FFF2-40B4-BE49-F238E27FC236}">
                  <a16:creationId xmlns:a16="http://schemas.microsoft.com/office/drawing/2014/main" id="{F04CBDA0-DB5D-DC33-6215-96F99330BD44}"/>
                </a:ext>
              </a:extLst>
            </p:cNvPr>
            <p:cNvSpPr/>
            <p:nvPr/>
          </p:nvSpPr>
          <p:spPr>
            <a:xfrm>
              <a:off x="3371214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825C5F3-8CD1-C12C-61D0-6F2EA5178453}"/>
                </a:ext>
              </a:extLst>
            </p:cNvPr>
            <p:cNvSpPr txBox="1"/>
            <p:nvPr/>
          </p:nvSpPr>
          <p:spPr>
            <a:xfrm>
              <a:off x="4331456" y="4112228"/>
              <a:ext cx="1706402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  <p:pic>
          <p:nvPicPr>
            <p:cNvPr id="77" name="Picture 76" descr="A red heart with a white background&#10;&#10;Description automatically generated">
              <a:extLst>
                <a:ext uri="{FF2B5EF4-FFF2-40B4-BE49-F238E27FC236}">
                  <a16:creationId xmlns:a16="http://schemas.microsoft.com/office/drawing/2014/main" id="{05D9A5F3-8FAC-0195-59E4-2734056D0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5682" y="4180996"/>
              <a:ext cx="585740" cy="585738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A66175A-FF9A-E7D7-D2AF-1E5FAFF8EDED}"/>
              </a:ext>
            </a:extLst>
          </p:cNvPr>
          <p:cNvGrpSpPr/>
          <p:nvPr/>
        </p:nvGrpSpPr>
        <p:grpSpPr>
          <a:xfrm>
            <a:off x="6480336" y="5160432"/>
            <a:ext cx="2611006" cy="854676"/>
            <a:chOff x="6245497" y="4046527"/>
            <a:chExt cx="2611006" cy="854676"/>
          </a:xfrm>
        </p:grpSpPr>
        <p:sp>
          <p:nvSpPr>
            <p:cNvPr id="79" name="Rectangle: Rounded Corners 95">
              <a:extLst>
                <a:ext uri="{FF2B5EF4-FFF2-40B4-BE49-F238E27FC236}">
                  <a16:creationId xmlns:a16="http://schemas.microsoft.com/office/drawing/2014/main" id="{5B184C96-DF29-709E-93C1-BF6977C6EDE8}"/>
                </a:ext>
              </a:extLst>
            </p:cNvPr>
            <p:cNvSpPr/>
            <p:nvPr/>
          </p:nvSpPr>
          <p:spPr>
            <a:xfrm>
              <a:off x="6245497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4945795-3F0C-B5F0-4ABD-4EF7984BA523}"/>
                </a:ext>
              </a:extLst>
            </p:cNvPr>
            <p:cNvSpPr txBox="1"/>
            <p:nvPr/>
          </p:nvSpPr>
          <p:spPr>
            <a:xfrm>
              <a:off x="7205739" y="4112227"/>
              <a:ext cx="1650764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  <p:pic>
          <p:nvPicPr>
            <p:cNvPr id="81" name="Picture 80" descr="A red and white heart logo&#10;&#10;Description automatically generated">
              <a:extLst>
                <a:ext uri="{FF2B5EF4-FFF2-40B4-BE49-F238E27FC236}">
                  <a16:creationId xmlns:a16="http://schemas.microsoft.com/office/drawing/2014/main" id="{8734F745-ED14-110D-5D6F-9657C30F7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522" y="4162552"/>
              <a:ext cx="622626" cy="622626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4E0DAD4-E2FC-E983-CD6A-D5FF2739681A}"/>
              </a:ext>
            </a:extLst>
          </p:cNvPr>
          <p:cNvGrpSpPr/>
          <p:nvPr/>
        </p:nvGrpSpPr>
        <p:grpSpPr>
          <a:xfrm>
            <a:off x="9456178" y="5160432"/>
            <a:ext cx="2611006" cy="854676"/>
            <a:chOff x="9806443" y="4046527"/>
            <a:chExt cx="2611006" cy="854676"/>
          </a:xfrm>
        </p:grpSpPr>
        <p:sp>
          <p:nvSpPr>
            <p:cNvPr id="83" name="Rectangle: Rounded Corners 98">
              <a:extLst>
                <a:ext uri="{FF2B5EF4-FFF2-40B4-BE49-F238E27FC236}">
                  <a16:creationId xmlns:a16="http://schemas.microsoft.com/office/drawing/2014/main" id="{5974FF63-1622-1F24-78F4-0585A6C352C2}"/>
                </a:ext>
              </a:extLst>
            </p:cNvPr>
            <p:cNvSpPr/>
            <p:nvPr/>
          </p:nvSpPr>
          <p:spPr>
            <a:xfrm>
              <a:off x="9806443" y="4046527"/>
              <a:ext cx="854676" cy="854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4" name="Picture 83" descr="A red heart with a white background&#10;&#10;Description automatically generated">
              <a:extLst>
                <a:ext uri="{FF2B5EF4-FFF2-40B4-BE49-F238E27FC236}">
                  <a16:creationId xmlns:a16="http://schemas.microsoft.com/office/drawing/2014/main" id="{373F02AF-EE32-6C68-4E51-A080BC6B8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4755" y="4164840"/>
              <a:ext cx="618051" cy="618051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B98D87D-EB1D-7A0F-FBB5-10B899AE5F7E}"/>
                </a:ext>
              </a:extLst>
            </p:cNvPr>
            <p:cNvSpPr txBox="1"/>
            <p:nvPr/>
          </p:nvSpPr>
          <p:spPr>
            <a:xfrm>
              <a:off x="10766685" y="4112227"/>
              <a:ext cx="1650764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bg1"/>
                  </a:solidFill>
                </a:rPr>
                <a:t>Lorem Ipsum</a:t>
              </a:r>
              <a:br>
                <a:rPr lang="en-US" sz="1400" b="1" dirty="0">
                  <a:solidFill>
                    <a:schemeClr val="bg1"/>
                  </a:solidFill>
                </a:rPr>
              </a:b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8296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5DFE6-4D62-64C0-6E62-DE8778F3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48F54CBA-F774-B514-F5ED-AC43689B9CCF}"/>
              </a:ext>
            </a:extLst>
          </p:cNvPr>
          <p:cNvSpPr/>
          <p:nvPr/>
        </p:nvSpPr>
        <p:spPr>
          <a:xfrm flipH="1" flipV="1">
            <a:off x="6195242" y="1250770"/>
            <a:ext cx="5987642" cy="5613832"/>
          </a:xfrm>
          <a:custGeom>
            <a:avLst/>
            <a:gdLst>
              <a:gd name="connsiteX0" fmla="*/ 503883 w 5987642"/>
              <a:gd name="connsiteY0" fmla="*/ 5613832 h 5613832"/>
              <a:gd name="connsiteX1" fmla="*/ 81960 w 5987642"/>
              <a:gd name="connsiteY1" fmla="*/ 5597842 h 5613832"/>
              <a:gd name="connsiteX2" fmla="*/ 0 w 5987642"/>
              <a:gd name="connsiteY2" fmla="*/ 5588480 h 5613832"/>
              <a:gd name="connsiteX3" fmla="*/ 0 w 5987642"/>
              <a:gd name="connsiteY3" fmla="*/ 0 h 5613832"/>
              <a:gd name="connsiteX4" fmla="*/ 5985174 w 5987642"/>
              <a:gd name="connsiteY4" fmla="*/ 0 h 5613832"/>
              <a:gd name="connsiteX5" fmla="*/ 5987642 w 5987642"/>
              <a:gd name="connsiteY5" fmla="*/ 130074 h 5613832"/>
              <a:gd name="connsiteX6" fmla="*/ 503883 w 5987642"/>
              <a:gd name="connsiteY6" fmla="*/ 5613832 h 561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87642" h="5613832">
                <a:moveTo>
                  <a:pt x="503883" y="5613832"/>
                </a:moveTo>
                <a:cubicBezTo>
                  <a:pt x="361917" y="5613832"/>
                  <a:pt x="221212" y="5608437"/>
                  <a:pt x="81960" y="5597842"/>
                </a:cubicBezTo>
                <a:lnTo>
                  <a:pt x="0" y="5588480"/>
                </a:lnTo>
                <a:lnTo>
                  <a:pt x="0" y="0"/>
                </a:lnTo>
                <a:lnTo>
                  <a:pt x="5985174" y="0"/>
                </a:lnTo>
                <a:lnTo>
                  <a:pt x="5987642" y="130074"/>
                </a:lnTo>
                <a:cubicBezTo>
                  <a:pt x="5987642" y="3158669"/>
                  <a:pt x="3532480" y="5613832"/>
                  <a:pt x="503883" y="561383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2885A-0A74-D2A4-438A-8A57AABE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37037-06D3-875B-AAC9-6C26E87BB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9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4FBC18-808E-9DA8-622B-CDEE5FD31DFD}"/>
              </a:ext>
            </a:extLst>
          </p:cNvPr>
          <p:cNvSpPr txBox="1"/>
          <p:nvPr/>
        </p:nvSpPr>
        <p:spPr>
          <a:xfrm>
            <a:off x="365125" y="2413000"/>
            <a:ext cx="689927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EB7296-5422-B9C3-647D-580A008D71F7}"/>
              </a:ext>
            </a:extLst>
          </p:cNvPr>
          <p:cNvSpPr txBox="1"/>
          <p:nvPr/>
        </p:nvSpPr>
        <p:spPr>
          <a:xfrm>
            <a:off x="365126" y="3717770"/>
            <a:ext cx="5869419" cy="2616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2"/>
                </a:solidFill>
              </a:rPr>
              <a:t>Lorem Ipsum is simply dummy </a:t>
            </a:r>
            <a:br>
              <a:rPr lang="en-US" sz="1600" b="1" dirty="0">
                <a:solidFill>
                  <a:schemeClr val="accent2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Lorem Ipsum has been the industry's standard dummy text ever since the 1500s.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71" name="Picture 70" descr="A bowl of ice cream and fruit&#10;&#10;Description automatically generated">
            <a:extLst>
              <a:ext uri="{FF2B5EF4-FFF2-40B4-BE49-F238E27FC236}">
                <a16:creationId xmlns:a16="http://schemas.microsoft.com/office/drawing/2014/main" id="{0A401454-04F3-25E1-3A58-6E3025B8F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0" b="980"/>
          <a:stretch/>
        </p:blipFill>
        <p:spPr>
          <a:xfrm flipV="1">
            <a:off x="6465964" y="1244168"/>
            <a:ext cx="5726036" cy="5613832"/>
          </a:xfrm>
          <a:custGeom>
            <a:avLst/>
            <a:gdLst>
              <a:gd name="connsiteX0" fmla="*/ 5653 w 5726036"/>
              <a:gd name="connsiteY0" fmla="*/ 0 h 5613832"/>
              <a:gd name="connsiteX1" fmla="*/ 5726036 w 5726036"/>
              <a:gd name="connsiteY1" fmla="*/ 0 h 5613832"/>
              <a:gd name="connsiteX2" fmla="*/ 5726036 w 5726036"/>
              <a:gd name="connsiteY2" fmla="*/ 5602383 h 5613832"/>
              <a:gd name="connsiteX3" fmla="*/ 5667703 w 5726036"/>
              <a:gd name="connsiteY3" fmla="*/ 5606818 h 5613832"/>
              <a:gd name="connsiteX4" fmla="*/ 5390318 w 5726036"/>
              <a:gd name="connsiteY4" fmla="*/ 5613832 h 5613832"/>
              <a:gd name="connsiteX5" fmla="*/ 0 w 5726036"/>
              <a:gd name="connsiteY5" fmla="*/ 223517 h 561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6036" h="5613832">
                <a:moveTo>
                  <a:pt x="5653" y="0"/>
                </a:moveTo>
                <a:lnTo>
                  <a:pt x="5726036" y="0"/>
                </a:lnTo>
                <a:lnTo>
                  <a:pt x="5726036" y="5602383"/>
                </a:lnTo>
                <a:lnTo>
                  <a:pt x="5667703" y="5606818"/>
                </a:lnTo>
                <a:cubicBezTo>
                  <a:pt x="5575830" y="5611476"/>
                  <a:pt x="5483349" y="5613832"/>
                  <a:pt x="5390318" y="5613832"/>
                </a:cubicBezTo>
                <a:cubicBezTo>
                  <a:pt x="2413328" y="5613832"/>
                  <a:pt x="0" y="3200506"/>
                  <a:pt x="0" y="223517"/>
                </a:cubicBezTo>
                <a:close/>
              </a:path>
            </a:pathLst>
          </a:custGeom>
        </p:spPr>
      </p:pic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E46F6C8-2E57-36DB-4057-3B93CF30DFEE}"/>
              </a:ext>
            </a:extLst>
          </p:cNvPr>
          <p:cNvSpPr/>
          <p:nvPr/>
        </p:nvSpPr>
        <p:spPr>
          <a:xfrm flipV="1">
            <a:off x="6465964" y="1244168"/>
            <a:ext cx="5726036" cy="5613832"/>
          </a:xfrm>
          <a:custGeom>
            <a:avLst/>
            <a:gdLst>
              <a:gd name="connsiteX0" fmla="*/ 5653 w 5726036"/>
              <a:gd name="connsiteY0" fmla="*/ 0 h 5613832"/>
              <a:gd name="connsiteX1" fmla="*/ 5726036 w 5726036"/>
              <a:gd name="connsiteY1" fmla="*/ 0 h 5613832"/>
              <a:gd name="connsiteX2" fmla="*/ 5726036 w 5726036"/>
              <a:gd name="connsiteY2" fmla="*/ 5602383 h 5613832"/>
              <a:gd name="connsiteX3" fmla="*/ 5667703 w 5726036"/>
              <a:gd name="connsiteY3" fmla="*/ 5606818 h 5613832"/>
              <a:gd name="connsiteX4" fmla="*/ 5390318 w 5726036"/>
              <a:gd name="connsiteY4" fmla="*/ 5613832 h 5613832"/>
              <a:gd name="connsiteX5" fmla="*/ 0 w 5726036"/>
              <a:gd name="connsiteY5" fmla="*/ 223517 h 5613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6036" h="5613832">
                <a:moveTo>
                  <a:pt x="5653" y="0"/>
                </a:moveTo>
                <a:lnTo>
                  <a:pt x="5726036" y="0"/>
                </a:lnTo>
                <a:lnTo>
                  <a:pt x="5726036" y="5602383"/>
                </a:lnTo>
                <a:lnTo>
                  <a:pt x="5667703" y="5606818"/>
                </a:lnTo>
                <a:cubicBezTo>
                  <a:pt x="5575830" y="5611476"/>
                  <a:pt x="5483349" y="5613832"/>
                  <a:pt x="5390318" y="5613832"/>
                </a:cubicBezTo>
                <a:cubicBezTo>
                  <a:pt x="2413328" y="5613832"/>
                  <a:pt x="0" y="3200506"/>
                  <a:pt x="0" y="223517"/>
                </a:cubicBez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ACE6B80-0846-F621-0438-9EA9542C3E71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0C221E0A-7B64-7A8D-DF9C-83245785C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399814"/>
            <a:ext cx="2555228" cy="7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299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DAC1E-B7B2-C447-0DF3-BC036B26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89A2-6158-2998-07DD-69DC2C67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B61699-9911-83DC-2634-DBCAE3A2B1E8}"/>
              </a:ext>
            </a:extLst>
          </p:cNvPr>
          <p:cNvSpPr txBox="1"/>
          <p:nvPr/>
        </p:nvSpPr>
        <p:spPr>
          <a:xfrm>
            <a:off x="365125" y="2413000"/>
            <a:ext cx="11464323" cy="9387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ED399E-9ECF-53A4-D7F4-D54BAA90855F}"/>
              </a:ext>
            </a:extLst>
          </p:cNvPr>
          <p:cNvSpPr txBox="1"/>
          <p:nvPr/>
        </p:nvSpPr>
        <p:spPr>
          <a:xfrm>
            <a:off x="365125" y="3940572"/>
            <a:ext cx="6324433" cy="22313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0E57AB-2A3A-41E6-03D5-6308D39C16AD}"/>
              </a:ext>
            </a:extLst>
          </p:cNvPr>
          <p:cNvSpPr/>
          <p:nvPr/>
        </p:nvSpPr>
        <p:spPr>
          <a:xfrm>
            <a:off x="8121650" y="0"/>
            <a:ext cx="1101327" cy="393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Option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B733C037-D2B4-3900-4A05-457F45268F91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AA1E53CA-8D47-FBDF-99FB-E2AC75EA6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399814"/>
            <a:ext cx="2555228" cy="7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5FA7B859-1B09-B53E-FFF1-4F3F9B36ED4D}"/>
              </a:ext>
            </a:extLst>
          </p:cNvPr>
          <p:cNvSpPr/>
          <p:nvPr/>
        </p:nvSpPr>
        <p:spPr>
          <a:xfrm rot="5400000">
            <a:off x="2050198" y="1822987"/>
            <a:ext cx="328730" cy="369887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r>
              <a:rPr lang="en-IN" sz="1600" b="1" dirty="0">
                <a:solidFill>
                  <a:schemeClr val="tx2"/>
                </a:solidFill>
              </a:rPr>
              <a:t>Lorem Ipsum is simply dummy</a:t>
            </a:r>
          </a:p>
        </p:txBody>
      </p:sp>
      <p:pic>
        <p:nvPicPr>
          <p:cNvPr id="45" name="Picture 44" descr="A group of ice cream containers&#10;&#10;Description automatically generated">
            <a:extLst>
              <a:ext uri="{FF2B5EF4-FFF2-40B4-BE49-F238E27FC236}">
                <a16:creationId xmlns:a16="http://schemas.microsoft.com/office/drawing/2014/main" id="{C6CE8B68-71C2-3808-A10E-5E2A51B767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686" y="3824340"/>
            <a:ext cx="6012328" cy="3440388"/>
          </a:xfrm>
          <a:prstGeom prst="rect">
            <a:avLst/>
          </a:prstGeom>
        </p:spPr>
      </p:pic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75973CE-7663-165F-A2A7-84649D6F981D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11764-5B53-51A8-2981-5025B9CE9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10</a:t>
            </a:fld>
            <a:endParaRPr lang="en-IN" sz="1200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06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A4398-98FA-D4DF-0969-8A1DCB49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37248957-6C79-CE1D-B0BE-BE2083493342}"/>
              </a:ext>
            </a:extLst>
          </p:cNvPr>
          <p:cNvSpPr/>
          <p:nvPr/>
        </p:nvSpPr>
        <p:spPr>
          <a:xfrm rot="4006451">
            <a:off x="3159955" y="14710"/>
            <a:ext cx="6156273" cy="12154519"/>
          </a:xfrm>
          <a:custGeom>
            <a:avLst/>
            <a:gdLst>
              <a:gd name="connsiteX0" fmla="*/ 164476 w 6156273"/>
              <a:gd name="connsiteY0" fmla="*/ 1278293 h 12154519"/>
              <a:gd name="connsiteX1" fmla="*/ 2092972 w 6156273"/>
              <a:gd name="connsiteY1" fmla="*/ 0 h 12154519"/>
              <a:gd name="connsiteX2" fmla="*/ 3991140 w 6156273"/>
              <a:gd name="connsiteY2" fmla="*/ 0 h 12154519"/>
              <a:gd name="connsiteX3" fmla="*/ 6024992 w 6156273"/>
              <a:gd name="connsiteY3" fmla="*/ 872796 h 12154519"/>
              <a:gd name="connsiteX4" fmla="*/ 6063304 w 6156273"/>
              <a:gd name="connsiteY4" fmla="*/ 922772 h 12154519"/>
              <a:gd name="connsiteX5" fmla="*/ 6156273 w 6156273"/>
              <a:gd name="connsiteY5" fmla="*/ 1075802 h 12154519"/>
              <a:gd name="connsiteX6" fmla="*/ 1402019 w 6156273"/>
              <a:gd name="connsiteY6" fmla="*/ 12154519 h 12154519"/>
              <a:gd name="connsiteX7" fmla="*/ 0 w 6156273"/>
              <a:gd name="connsiteY7" fmla="*/ 11552865 h 12154519"/>
              <a:gd name="connsiteX8" fmla="*/ 0 w 6156273"/>
              <a:gd name="connsiteY8" fmla="*/ 2092972 h 12154519"/>
              <a:gd name="connsiteX9" fmla="*/ 164476 w 6156273"/>
              <a:gd name="connsiteY9" fmla="*/ 1278293 h 12154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56273" h="12154519">
                <a:moveTo>
                  <a:pt x="164476" y="1278293"/>
                </a:moveTo>
                <a:cubicBezTo>
                  <a:pt x="482206" y="527094"/>
                  <a:pt x="1226034" y="1"/>
                  <a:pt x="2092972" y="0"/>
                </a:cubicBezTo>
                <a:lnTo>
                  <a:pt x="3991140" y="0"/>
                </a:lnTo>
                <a:lnTo>
                  <a:pt x="6024992" y="872796"/>
                </a:lnTo>
                <a:lnTo>
                  <a:pt x="6063304" y="922772"/>
                </a:lnTo>
                <a:lnTo>
                  <a:pt x="6156273" y="1075802"/>
                </a:lnTo>
                <a:lnTo>
                  <a:pt x="1402019" y="12154519"/>
                </a:lnTo>
                <a:lnTo>
                  <a:pt x="0" y="11552865"/>
                </a:lnTo>
                <a:lnTo>
                  <a:pt x="0" y="2092972"/>
                </a:lnTo>
                <a:cubicBezTo>
                  <a:pt x="0" y="1803993"/>
                  <a:pt x="58566" y="1528693"/>
                  <a:pt x="164476" y="12782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80" name="Picture 79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2DE08372-7D7B-A470-42AE-1F8F3A8125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" b="34196"/>
          <a:stretch/>
        </p:blipFill>
        <p:spPr>
          <a:xfrm>
            <a:off x="0" y="1728001"/>
            <a:ext cx="12192000" cy="5220293"/>
          </a:xfrm>
          <a:custGeom>
            <a:avLst/>
            <a:gdLst>
              <a:gd name="connsiteX0" fmla="*/ 9684385 w 12192000"/>
              <a:gd name="connsiteY0" fmla="*/ 558 h 5220293"/>
              <a:gd name="connsiteX1" fmla="*/ 11638716 w 12192000"/>
              <a:gd name="connsiteY1" fmla="*/ 1361016 h 5220293"/>
              <a:gd name="connsiteX2" fmla="*/ 12192000 w 12192000"/>
              <a:gd name="connsiteY2" fmla="*/ 2757093 h 5220293"/>
              <a:gd name="connsiteX3" fmla="*/ 12192000 w 12192000"/>
              <a:gd name="connsiteY3" fmla="*/ 5220293 h 5220293"/>
              <a:gd name="connsiteX4" fmla="*/ 0 w 12192000"/>
              <a:gd name="connsiteY4" fmla="*/ 5220293 h 5220293"/>
              <a:gd name="connsiteX5" fmla="*/ 0 w 12192000"/>
              <a:gd name="connsiteY5" fmla="*/ 3656522 h 5220293"/>
              <a:gd name="connsiteX6" fmla="*/ 8842537 w 12192000"/>
              <a:gd name="connsiteY6" fmla="*/ 152107 h 5220293"/>
              <a:gd name="connsiteX7" fmla="*/ 9684385 w 12192000"/>
              <a:gd name="connsiteY7" fmla="*/ 558 h 522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20293">
                <a:moveTo>
                  <a:pt x="9684385" y="558"/>
                </a:moveTo>
                <a:cubicBezTo>
                  <a:pt x="10523609" y="19713"/>
                  <a:pt x="11309981" y="531535"/>
                  <a:pt x="11638716" y="1361016"/>
                </a:cubicBezTo>
                <a:lnTo>
                  <a:pt x="12192000" y="2757093"/>
                </a:lnTo>
                <a:lnTo>
                  <a:pt x="12192000" y="5220293"/>
                </a:lnTo>
                <a:lnTo>
                  <a:pt x="0" y="5220293"/>
                </a:lnTo>
                <a:lnTo>
                  <a:pt x="0" y="3656522"/>
                </a:lnTo>
                <a:lnTo>
                  <a:pt x="8842537" y="152107"/>
                </a:lnTo>
                <a:cubicBezTo>
                  <a:pt x="9119031" y="42529"/>
                  <a:pt x="9404644" y="-5827"/>
                  <a:pt x="9684385" y="558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8A7D8C-C4AC-2A23-7DE7-A8449C33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B7630C-D13B-4D0C-3F20-D8BA22D754E3}"/>
              </a:ext>
            </a:extLst>
          </p:cNvPr>
          <p:cNvSpPr txBox="1"/>
          <p:nvPr/>
        </p:nvSpPr>
        <p:spPr>
          <a:xfrm>
            <a:off x="365125" y="1676802"/>
            <a:ext cx="4488229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12AC8A-72D5-7FB9-76A5-B979D016D2CD}"/>
              </a:ext>
            </a:extLst>
          </p:cNvPr>
          <p:cNvSpPr txBox="1"/>
          <p:nvPr/>
        </p:nvSpPr>
        <p:spPr>
          <a:xfrm>
            <a:off x="365125" y="1183954"/>
            <a:ext cx="50450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accent2"/>
                </a:solidFill>
              </a:rPr>
              <a:t>Lorem Ipsum is simply dummy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7DF97CC-EC66-EEBA-831F-014892B48C28}"/>
              </a:ext>
            </a:extLst>
          </p:cNvPr>
          <p:cNvSpPr/>
          <p:nvPr/>
        </p:nvSpPr>
        <p:spPr>
          <a:xfrm>
            <a:off x="0" y="1728001"/>
            <a:ext cx="12192000" cy="5220293"/>
          </a:xfrm>
          <a:custGeom>
            <a:avLst/>
            <a:gdLst>
              <a:gd name="connsiteX0" fmla="*/ 9684385 w 12192000"/>
              <a:gd name="connsiteY0" fmla="*/ 558 h 5220293"/>
              <a:gd name="connsiteX1" fmla="*/ 11638716 w 12192000"/>
              <a:gd name="connsiteY1" fmla="*/ 1361016 h 5220293"/>
              <a:gd name="connsiteX2" fmla="*/ 12192000 w 12192000"/>
              <a:gd name="connsiteY2" fmla="*/ 2757093 h 5220293"/>
              <a:gd name="connsiteX3" fmla="*/ 12192000 w 12192000"/>
              <a:gd name="connsiteY3" fmla="*/ 5220293 h 5220293"/>
              <a:gd name="connsiteX4" fmla="*/ 0 w 12192000"/>
              <a:gd name="connsiteY4" fmla="*/ 5220293 h 5220293"/>
              <a:gd name="connsiteX5" fmla="*/ 0 w 12192000"/>
              <a:gd name="connsiteY5" fmla="*/ 3656522 h 5220293"/>
              <a:gd name="connsiteX6" fmla="*/ 8842537 w 12192000"/>
              <a:gd name="connsiteY6" fmla="*/ 152107 h 5220293"/>
              <a:gd name="connsiteX7" fmla="*/ 9684385 w 12192000"/>
              <a:gd name="connsiteY7" fmla="*/ 558 h 522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20293">
                <a:moveTo>
                  <a:pt x="9684385" y="558"/>
                </a:moveTo>
                <a:cubicBezTo>
                  <a:pt x="10523609" y="19713"/>
                  <a:pt x="11309981" y="531535"/>
                  <a:pt x="11638716" y="1361016"/>
                </a:cubicBezTo>
                <a:lnTo>
                  <a:pt x="12192000" y="2757093"/>
                </a:lnTo>
                <a:lnTo>
                  <a:pt x="12192000" y="5220293"/>
                </a:lnTo>
                <a:lnTo>
                  <a:pt x="0" y="5220293"/>
                </a:lnTo>
                <a:lnTo>
                  <a:pt x="0" y="3656522"/>
                </a:lnTo>
                <a:lnTo>
                  <a:pt x="8842537" y="152107"/>
                </a:lnTo>
                <a:cubicBezTo>
                  <a:pt x="9119031" y="42529"/>
                  <a:pt x="9404644" y="-5827"/>
                  <a:pt x="9684385" y="558"/>
                </a:cubicBez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40BE162-A5E6-CC99-3684-BD71285D3BAA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5C6C948-133F-9F5F-9D68-43CD4B2EAD45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38D9D5-89BC-0606-A0F5-08B1AEA6C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11</a:t>
            </a:fld>
            <a:endParaRPr lang="en-IN" sz="1200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008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07AC1-C98F-3812-4A11-1496896E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 descr="A river running through a green field&#10;&#10;Description automatically generated">
            <a:extLst>
              <a:ext uri="{FF2B5EF4-FFF2-40B4-BE49-F238E27FC236}">
                <a16:creationId xmlns:a16="http://schemas.microsoft.com/office/drawing/2014/main" id="{0C155517-8E6F-E0CF-D7BC-656C80B5C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49A41C9-3A7B-A788-CF17-BDB74A3F0D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2BF08-9711-BF99-B1EE-02647896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FA30B50D-7D5E-E737-15EF-660494C0E1B3}"/>
              </a:ext>
            </a:extLst>
          </p:cNvPr>
          <p:cNvSpPr>
            <a:spLocks/>
          </p:cNvSpPr>
          <p:nvPr/>
        </p:nvSpPr>
        <p:spPr bwMode="auto">
          <a:xfrm>
            <a:off x="1638300" y="2593975"/>
            <a:ext cx="8915400" cy="4264025"/>
          </a:xfrm>
          <a:custGeom>
            <a:avLst/>
            <a:gdLst>
              <a:gd name="T0" fmla="*/ 0 w 2812"/>
              <a:gd name="T1" fmla="*/ 1344 h 1344"/>
              <a:gd name="T2" fmla="*/ 1283 w 2812"/>
              <a:gd name="T3" fmla="*/ 68 h 1344"/>
              <a:gd name="T4" fmla="*/ 1529 w 2812"/>
              <a:gd name="T5" fmla="*/ 68 h 1344"/>
              <a:gd name="T6" fmla="*/ 2812 w 2812"/>
              <a:gd name="T7" fmla="*/ 1344 h 1344"/>
              <a:gd name="T8" fmla="*/ 0 w 2812"/>
              <a:gd name="T9" fmla="*/ 1344 h 1344"/>
              <a:gd name="T10" fmla="*/ 0 w 2812"/>
              <a:gd name="T11" fmla="*/ 1344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2" h="1344">
                <a:moveTo>
                  <a:pt x="0" y="1344"/>
                </a:moveTo>
                <a:cubicBezTo>
                  <a:pt x="1283" y="68"/>
                  <a:pt x="1283" y="68"/>
                  <a:pt x="1283" y="68"/>
                </a:cubicBezTo>
                <a:cubicBezTo>
                  <a:pt x="1351" y="0"/>
                  <a:pt x="1461" y="0"/>
                  <a:pt x="1529" y="68"/>
                </a:cubicBezTo>
                <a:cubicBezTo>
                  <a:pt x="2812" y="1344"/>
                  <a:pt x="2812" y="1344"/>
                  <a:pt x="2812" y="1344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0" y="1344"/>
                  <a:pt x="0" y="1344"/>
                  <a:pt x="0" y="1344"/>
                </a:cubicBezTo>
                <a:close/>
              </a:path>
            </a:pathLst>
          </a:custGeom>
          <a:solidFill>
            <a:srgbClr val="83DD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F5C0BF50-2B22-D4F1-8E96-3F6B893CA4BD}"/>
              </a:ext>
            </a:extLst>
          </p:cNvPr>
          <p:cNvSpPr>
            <a:spLocks/>
          </p:cNvSpPr>
          <p:nvPr/>
        </p:nvSpPr>
        <p:spPr bwMode="auto">
          <a:xfrm>
            <a:off x="6248400" y="1587500"/>
            <a:ext cx="5943600" cy="5270500"/>
          </a:xfrm>
          <a:custGeom>
            <a:avLst/>
            <a:gdLst>
              <a:gd name="T0" fmla="*/ 1875 w 1875"/>
              <a:gd name="T1" fmla="*/ 1661 h 1661"/>
              <a:gd name="T2" fmla="*/ 1875 w 1875"/>
              <a:gd name="T3" fmla="*/ 0 h 1661"/>
              <a:gd name="T4" fmla="*/ 206 w 1875"/>
              <a:gd name="T5" fmla="*/ 0 h 1661"/>
              <a:gd name="T6" fmla="*/ 97 w 1875"/>
              <a:gd name="T7" fmla="*/ 262 h 1661"/>
              <a:gd name="T8" fmla="*/ 1499 w 1875"/>
              <a:gd name="T9" fmla="*/ 1661 h 1661"/>
              <a:gd name="T10" fmla="*/ 1875 w 1875"/>
              <a:gd name="T11" fmla="*/ 1661 h 1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75" h="1661">
                <a:moveTo>
                  <a:pt x="1875" y="1661"/>
                </a:moveTo>
                <a:cubicBezTo>
                  <a:pt x="1875" y="0"/>
                  <a:pt x="1875" y="0"/>
                  <a:pt x="1875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69" y="0"/>
                  <a:pt x="0" y="165"/>
                  <a:pt x="97" y="262"/>
                </a:cubicBezTo>
                <a:cubicBezTo>
                  <a:pt x="1499" y="1661"/>
                  <a:pt x="1499" y="1661"/>
                  <a:pt x="1499" y="1661"/>
                </a:cubicBezTo>
                <a:lnTo>
                  <a:pt x="1875" y="1661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4" name="Freeform 13">
            <a:extLst>
              <a:ext uri="{FF2B5EF4-FFF2-40B4-BE49-F238E27FC236}">
                <a16:creationId xmlns:a16="http://schemas.microsoft.com/office/drawing/2014/main" id="{44AEA0FC-8EB2-3788-2462-CE626FA574DB}"/>
              </a:ext>
            </a:extLst>
          </p:cNvPr>
          <p:cNvSpPr>
            <a:spLocks/>
          </p:cNvSpPr>
          <p:nvPr/>
        </p:nvSpPr>
        <p:spPr bwMode="auto">
          <a:xfrm>
            <a:off x="0" y="1587500"/>
            <a:ext cx="5943600" cy="5270500"/>
          </a:xfrm>
          <a:custGeom>
            <a:avLst/>
            <a:gdLst>
              <a:gd name="T0" fmla="*/ 1670 w 1875"/>
              <a:gd name="T1" fmla="*/ 0 h 1661"/>
              <a:gd name="T2" fmla="*/ 0 w 1875"/>
              <a:gd name="T3" fmla="*/ 0 h 1661"/>
              <a:gd name="T4" fmla="*/ 0 w 1875"/>
              <a:gd name="T5" fmla="*/ 1661 h 1661"/>
              <a:gd name="T6" fmla="*/ 376 w 1875"/>
              <a:gd name="T7" fmla="*/ 1661 h 1661"/>
              <a:gd name="T8" fmla="*/ 1778 w 1875"/>
              <a:gd name="T9" fmla="*/ 262 h 1661"/>
              <a:gd name="T10" fmla="*/ 1670 w 1875"/>
              <a:gd name="T11" fmla="*/ 0 h 1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75" h="1661">
                <a:moveTo>
                  <a:pt x="167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661"/>
                  <a:pt x="0" y="1661"/>
                  <a:pt x="0" y="1661"/>
                </a:cubicBezTo>
                <a:cubicBezTo>
                  <a:pt x="376" y="1661"/>
                  <a:pt x="376" y="1661"/>
                  <a:pt x="376" y="1661"/>
                </a:cubicBezTo>
                <a:cubicBezTo>
                  <a:pt x="1778" y="262"/>
                  <a:pt x="1778" y="262"/>
                  <a:pt x="1778" y="262"/>
                </a:cubicBezTo>
                <a:cubicBezTo>
                  <a:pt x="1875" y="165"/>
                  <a:pt x="1807" y="0"/>
                  <a:pt x="1670" y="0"/>
                </a:cubicBezTo>
                <a:close/>
              </a:path>
            </a:pathLst>
          </a:custGeom>
          <a:solidFill>
            <a:srgbClr val="005E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F5BA527-A932-C592-717F-F85496D45E62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2FFDF0-220B-5A80-9A2E-E96D61B00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12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0ACC794-1FE3-DF31-5201-7AAC74D6C85A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F6080D2-7F56-4FD2-F1A5-6E96D6610021}"/>
              </a:ext>
            </a:extLst>
          </p:cNvPr>
          <p:cNvGrpSpPr/>
          <p:nvPr/>
        </p:nvGrpSpPr>
        <p:grpSpPr>
          <a:xfrm>
            <a:off x="365125" y="2972431"/>
            <a:ext cx="3784843" cy="1895120"/>
            <a:chOff x="365125" y="2771503"/>
            <a:chExt cx="3784843" cy="189512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BE512CD-DE52-E120-8C11-D960269F64AA}"/>
                </a:ext>
              </a:extLst>
            </p:cNvPr>
            <p:cNvSpPr txBox="1"/>
            <p:nvPr/>
          </p:nvSpPr>
          <p:spPr>
            <a:xfrm>
              <a:off x="365125" y="3158518"/>
              <a:ext cx="3273224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chemeClr val="bg1"/>
                  </a:solidFill>
                </a:rPr>
  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7D4C39A-39BD-AFB6-1641-7D1CC9074A78}"/>
                </a:ext>
              </a:extLst>
            </p:cNvPr>
            <p:cNvSpPr txBox="1"/>
            <p:nvPr/>
          </p:nvSpPr>
          <p:spPr>
            <a:xfrm>
              <a:off x="365125" y="2771503"/>
              <a:ext cx="378484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b="1" dirty="0">
                  <a:solidFill>
                    <a:schemeClr val="bg1"/>
                  </a:solidFill>
                </a:rPr>
                <a:t>Lorem Ipsum is simply dummy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DEB7AD5-179C-3B8A-8188-EAD9E405B909}"/>
              </a:ext>
            </a:extLst>
          </p:cNvPr>
          <p:cNvGrpSpPr/>
          <p:nvPr/>
        </p:nvGrpSpPr>
        <p:grpSpPr>
          <a:xfrm>
            <a:off x="8192572" y="2972431"/>
            <a:ext cx="3616522" cy="2541451"/>
            <a:chOff x="21826" y="2771503"/>
            <a:chExt cx="3616522" cy="254145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0A03807-EA51-2B6E-9475-0142B4566934}"/>
                </a:ext>
              </a:extLst>
            </p:cNvPr>
            <p:cNvSpPr txBox="1"/>
            <p:nvPr/>
          </p:nvSpPr>
          <p:spPr>
            <a:xfrm>
              <a:off x="1269587" y="3158518"/>
              <a:ext cx="2368761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US" sz="1400" dirty="0"/>
  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2F5EAC1-5B2B-AEF3-180E-2AD65BDFB289}"/>
                </a:ext>
              </a:extLst>
            </p:cNvPr>
            <p:cNvSpPr txBox="1"/>
            <p:nvPr/>
          </p:nvSpPr>
          <p:spPr>
            <a:xfrm>
              <a:off x="21826" y="2771503"/>
              <a:ext cx="355534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US" b="1" dirty="0">
                  <a:solidFill>
                    <a:schemeClr val="tx2"/>
                  </a:solidFill>
                </a:rPr>
                <a:t>Lorem Ipsum is simply dummy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9BCE7AF-0F7C-E651-6987-17A53C289F2A}"/>
              </a:ext>
            </a:extLst>
          </p:cNvPr>
          <p:cNvSpPr txBox="1"/>
          <p:nvPr/>
        </p:nvSpPr>
        <p:spPr>
          <a:xfrm>
            <a:off x="4265582" y="4787239"/>
            <a:ext cx="362111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36A149-6937-E1DB-4410-6C81438D91EE}"/>
              </a:ext>
            </a:extLst>
          </p:cNvPr>
          <p:cNvSpPr txBox="1"/>
          <p:nvPr/>
        </p:nvSpPr>
        <p:spPr>
          <a:xfrm>
            <a:off x="5037071" y="4140142"/>
            <a:ext cx="201696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dirty="0">
                <a:solidFill>
                  <a:schemeClr val="tx2"/>
                </a:solidFill>
              </a:rPr>
              <a:t>Lorem Ipsum is simply dummy</a:t>
            </a:r>
          </a:p>
        </p:txBody>
      </p:sp>
      <p:grpSp>
        <p:nvGrpSpPr>
          <p:cNvPr id="76" name="Graphic 64">
            <a:extLst>
              <a:ext uri="{FF2B5EF4-FFF2-40B4-BE49-F238E27FC236}">
                <a16:creationId xmlns:a16="http://schemas.microsoft.com/office/drawing/2014/main" id="{19FD314B-1841-A051-040A-09FDD00BCD45}"/>
              </a:ext>
            </a:extLst>
          </p:cNvPr>
          <p:cNvGrpSpPr/>
          <p:nvPr/>
        </p:nvGrpSpPr>
        <p:grpSpPr>
          <a:xfrm>
            <a:off x="365125" y="2164062"/>
            <a:ext cx="689914" cy="645389"/>
            <a:chOff x="-1643586" y="2486330"/>
            <a:chExt cx="905181" cy="846764"/>
          </a:xfrm>
          <a:solidFill>
            <a:schemeClr val="bg1"/>
          </a:solidFill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BABB633-8CEC-A8E2-AC4E-9466E934526C}"/>
                </a:ext>
              </a:extLst>
            </p:cNvPr>
            <p:cNvSpPr/>
            <p:nvPr/>
          </p:nvSpPr>
          <p:spPr>
            <a:xfrm>
              <a:off x="-1611105" y="2690191"/>
              <a:ext cx="250551" cy="164752"/>
            </a:xfrm>
            <a:custGeom>
              <a:avLst/>
              <a:gdLst>
                <a:gd name="connsiteX0" fmla="*/ 237266 w 250551"/>
                <a:gd name="connsiteY0" fmla="*/ 66638 h 164752"/>
                <a:gd name="connsiteX1" fmla="*/ 229638 w 250551"/>
                <a:gd name="connsiteY1" fmla="*/ 137108 h 164752"/>
                <a:gd name="connsiteX2" fmla="*/ 232503 w 250551"/>
                <a:gd name="connsiteY2" fmla="*/ 164715 h 164752"/>
                <a:gd name="connsiteX3" fmla="*/ 19124 w 250551"/>
                <a:gd name="connsiteY3" fmla="*/ 164752 h 164752"/>
                <a:gd name="connsiteX4" fmla="*/ 74 w 250551"/>
                <a:gd name="connsiteY4" fmla="*/ 143805 h 164752"/>
                <a:gd name="connsiteX5" fmla="*/ 6734 w 250551"/>
                <a:gd name="connsiteY5" fmla="*/ 78097 h 164752"/>
                <a:gd name="connsiteX6" fmla="*/ 62916 w 250551"/>
                <a:gd name="connsiteY6" fmla="*/ 0 h 164752"/>
                <a:gd name="connsiteX7" fmla="*/ 141014 w 250551"/>
                <a:gd name="connsiteY7" fmla="*/ 27607 h 164752"/>
                <a:gd name="connsiteX8" fmla="*/ 219111 w 250551"/>
                <a:gd name="connsiteY8" fmla="*/ 0 h 164752"/>
                <a:gd name="connsiteX9" fmla="*/ 250551 w 250551"/>
                <a:gd name="connsiteY9" fmla="*/ 22845 h 164752"/>
                <a:gd name="connsiteX10" fmla="*/ 237269 w 250551"/>
                <a:gd name="connsiteY10" fmla="*/ 66638 h 16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0551" h="164752">
                  <a:moveTo>
                    <a:pt x="237266" y="66638"/>
                  </a:moveTo>
                  <a:lnTo>
                    <a:pt x="229638" y="137108"/>
                  </a:lnTo>
                  <a:cubicBezTo>
                    <a:pt x="228672" y="146633"/>
                    <a:pt x="229638" y="156158"/>
                    <a:pt x="232503" y="164715"/>
                  </a:cubicBezTo>
                  <a:lnTo>
                    <a:pt x="19124" y="164752"/>
                  </a:lnTo>
                  <a:cubicBezTo>
                    <a:pt x="7702" y="164752"/>
                    <a:pt x="-893" y="154259"/>
                    <a:pt x="74" y="143805"/>
                  </a:cubicBezTo>
                  <a:lnTo>
                    <a:pt x="6734" y="78097"/>
                  </a:lnTo>
                  <a:cubicBezTo>
                    <a:pt x="10530" y="43792"/>
                    <a:pt x="32444" y="14288"/>
                    <a:pt x="62916" y="0"/>
                  </a:cubicBezTo>
                  <a:cubicBezTo>
                    <a:pt x="83864" y="17153"/>
                    <a:pt x="111509" y="27607"/>
                    <a:pt x="141014" y="27607"/>
                  </a:cubicBezTo>
                  <a:cubicBezTo>
                    <a:pt x="170557" y="27607"/>
                    <a:pt x="197196" y="17115"/>
                    <a:pt x="219111" y="0"/>
                  </a:cubicBezTo>
                  <a:cubicBezTo>
                    <a:pt x="230534" y="5730"/>
                    <a:pt x="241956" y="13320"/>
                    <a:pt x="250551" y="22845"/>
                  </a:cubicBezTo>
                  <a:cubicBezTo>
                    <a:pt x="242962" y="36165"/>
                    <a:pt x="239166" y="51383"/>
                    <a:pt x="237269" y="666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CE01FE7-AF4B-C6EB-311E-C1E50D65826C}"/>
                </a:ext>
              </a:extLst>
            </p:cNvPr>
            <p:cNvSpPr/>
            <p:nvPr/>
          </p:nvSpPr>
          <p:spPr>
            <a:xfrm>
              <a:off x="-1553888" y="2510106"/>
              <a:ext cx="167655" cy="167655"/>
            </a:xfrm>
            <a:custGeom>
              <a:avLst/>
              <a:gdLst>
                <a:gd name="connsiteX0" fmla="*/ 83828 w 167655"/>
                <a:gd name="connsiteY0" fmla="*/ 167655 h 167655"/>
                <a:gd name="connsiteX1" fmla="*/ 167655 w 167655"/>
                <a:gd name="connsiteY1" fmla="*/ 83828 h 167655"/>
                <a:gd name="connsiteX2" fmla="*/ 83828 w 167655"/>
                <a:gd name="connsiteY2" fmla="*/ 0 h 167655"/>
                <a:gd name="connsiteX3" fmla="*/ 0 w 167655"/>
                <a:gd name="connsiteY3" fmla="*/ 83828 h 167655"/>
                <a:gd name="connsiteX4" fmla="*/ 83828 w 167655"/>
                <a:gd name="connsiteY4" fmla="*/ 167655 h 167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55" h="167655">
                  <a:moveTo>
                    <a:pt x="83828" y="167655"/>
                  </a:moveTo>
                  <a:cubicBezTo>
                    <a:pt x="130485" y="167655"/>
                    <a:pt x="167655" y="130523"/>
                    <a:pt x="167655" y="83828"/>
                  </a:cubicBezTo>
                  <a:cubicBezTo>
                    <a:pt x="167655" y="37170"/>
                    <a:pt x="129555" y="0"/>
                    <a:pt x="83828" y="0"/>
                  </a:cubicBezTo>
                  <a:cubicBezTo>
                    <a:pt x="38100" y="0"/>
                    <a:pt x="0" y="38100"/>
                    <a:pt x="0" y="83828"/>
                  </a:cubicBezTo>
                  <a:cubicBezTo>
                    <a:pt x="0" y="129555"/>
                    <a:pt x="37169" y="167655"/>
                    <a:pt x="83828" y="1676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73863F9-4486-896A-3B1B-29F729D0C959}"/>
                </a:ext>
              </a:extLst>
            </p:cNvPr>
            <p:cNvSpPr/>
            <p:nvPr/>
          </p:nvSpPr>
          <p:spPr>
            <a:xfrm>
              <a:off x="-1019511" y="2690154"/>
              <a:ext cx="248688" cy="163822"/>
            </a:xfrm>
            <a:custGeom>
              <a:avLst/>
              <a:gdLst>
                <a:gd name="connsiteX0" fmla="*/ 248614 w 248688"/>
                <a:gd name="connsiteY0" fmla="*/ 142875 h 163822"/>
                <a:gd name="connsiteX1" fmla="*/ 229564 w 248688"/>
                <a:gd name="connsiteY1" fmla="*/ 163822 h 163822"/>
                <a:gd name="connsiteX2" fmla="*/ 16185 w 248688"/>
                <a:gd name="connsiteY2" fmla="*/ 163822 h 163822"/>
                <a:gd name="connsiteX3" fmla="*/ 19050 w 248688"/>
                <a:gd name="connsiteY3" fmla="*/ 137145 h 163822"/>
                <a:gd name="connsiteX4" fmla="*/ 12390 w 248688"/>
                <a:gd name="connsiteY4" fmla="*/ 67605 h 163822"/>
                <a:gd name="connsiteX5" fmla="*/ 0 w 248688"/>
                <a:gd name="connsiteY5" fmla="*/ 22845 h 163822"/>
                <a:gd name="connsiteX6" fmla="*/ 30472 w 248688"/>
                <a:gd name="connsiteY6" fmla="*/ 0 h 163822"/>
                <a:gd name="connsiteX7" fmla="*/ 108570 w 248688"/>
                <a:gd name="connsiteY7" fmla="*/ 27607 h 163822"/>
                <a:gd name="connsiteX8" fmla="*/ 186667 w 248688"/>
                <a:gd name="connsiteY8" fmla="*/ 0 h 163822"/>
                <a:gd name="connsiteX9" fmla="*/ 242849 w 248688"/>
                <a:gd name="connsiteY9" fmla="*/ 78097 h 16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688" h="163822">
                  <a:moveTo>
                    <a:pt x="248614" y="142875"/>
                  </a:moveTo>
                  <a:cubicBezTo>
                    <a:pt x="249582" y="154297"/>
                    <a:pt x="240986" y="163822"/>
                    <a:pt x="229564" y="163822"/>
                  </a:cubicBezTo>
                  <a:lnTo>
                    <a:pt x="16185" y="163822"/>
                  </a:lnTo>
                  <a:cubicBezTo>
                    <a:pt x="19050" y="155265"/>
                    <a:pt x="19980" y="146670"/>
                    <a:pt x="19050" y="137145"/>
                  </a:cubicBezTo>
                  <a:lnTo>
                    <a:pt x="12390" y="67605"/>
                  </a:lnTo>
                  <a:cubicBezTo>
                    <a:pt x="10492" y="51420"/>
                    <a:pt x="5729" y="36165"/>
                    <a:pt x="0" y="22845"/>
                  </a:cubicBezTo>
                  <a:cubicBezTo>
                    <a:pt x="8557" y="13320"/>
                    <a:pt x="19050" y="5692"/>
                    <a:pt x="30472" y="0"/>
                  </a:cubicBezTo>
                  <a:cubicBezTo>
                    <a:pt x="51420" y="17153"/>
                    <a:pt x="79065" y="27607"/>
                    <a:pt x="108570" y="27607"/>
                  </a:cubicBezTo>
                  <a:cubicBezTo>
                    <a:pt x="138113" y="27607"/>
                    <a:pt x="165720" y="17115"/>
                    <a:pt x="186667" y="0"/>
                  </a:cubicBezTo>
                  <a:cubicBezTo>
                    <a:pt x="217140" y="14288"/>
                    <a:pt x="239055" y="42863"/>
                    <a:pt x="242849" y="780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B7D7472-5D40-683C-F6AD-9EBB9A217374}"/>
                </a:ext>
              </a:extLst>
            </p:cNvPr>
            <p:cNvSpPr/>
            <p:nvPr/>
          </p:nvSpPr>
          <p:spPr>
            <a:xfrm>
              <a:off x="-995704" y="2510106"/>
              <a:ext cx="167655" cy="167655"/>
            </a:xfrm>
            <a:custGeom>
              <a:avLst/>
              <a:gdLst>
                <a:gd name="connsiteX0" fmla="*/ 83828 w 167655"/>
                <a:gd name="connsiteY0" fmla="*/ 167655 h 167655"/>
                <a:gd name="connsiteX1" fmla="*/ 167655 w 167655"/>
                <a:gd name="connsiteY1" fmla="*/ 83828 h 167655"/>
                <a:gd name="connsiteX2" fmla="*/ 83828 w 167655"/>
                <a:gd name="connsiteY2" fmla="*/ 0 h 167655"/>
                <a:gd name="connsiteX3" fmla="*/ 0 w 167655"/>
                <a:gd name="connsiteY3" fmla="*/ 83828 h 167655"/>
                <a:gd name="connsiteX4" fmla="*/ 83828 w 167655"/>
                <a:gd name="connsiteY4" fmla="*/ 167655 h 167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55" h="167655">
                  <a:moveTo>
                    <a:pt x="83828" y="167655"/>
                  </a:moveTo>
                  <a:cubicBezTo>
                    <a:pt x="130485" y="167655"/>
                    <a:pt x="167655" y="130523"/>
                    <a:pt x="167655" y="83828"/>
                  </a:cubicBezTo>
                  <a:cubicBezTo>
                    <a:pt x="167655" y="37170"/>
                    <a:pt x="129555" y="0"/>
                    <a:pt x="83828" y="0"/>
                  </a:cubicBezTo>
                  <a:cubicBezTo>
                    <a:pt x="38100" y="0"/>
                    <a:pt x="0" y="38100"/>
                    <a:pt x="0" y="83828"/>
                  </a:cubicBezTo>
                  <a:cubicBezTo>
                    <a:pt x="0" y="129555"/>
                    <a:pt x="38100" y="167655"/>
                    <a:pt x="83828" y="1676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EAC1912-6B19-B9D9-6E22-E57F8234A756}"/>
                </a:ext>
              </a:extLst>
            </p:cNvPr>
            <p:cNvSpPr/>
            <p:nvPr/>
          </p:nvSpPr>
          <p:spPr>
            <a:xfrm>
              <a:off x="-1341535" y="2676836"/>
              <a:ext cx="301138" cy="177142"/>
            </a:xfrm>
            <a:custGeom>
              <a:avLst/>
              <a:gdLst>
                <a:gd name="connsiteX0" fmla="*/ 301071 w 301138"/>
                <a:gd name="connsiteY0" fmla="*/ 154297 h 177142"/>
                <a:gd name="connsiteX1" fmla="*/ 280124 w 301138"/>
                <a:gd name="connsiteY1" fmla="*/ 177142 h 177142"/>
                <a:gd name="connsiteX2" fmla="*/ 21015 w 301138"/>
                <a:gd name="connsiteY2" fmla="*/ 177142 h 177142"/>
                <a:gd name="connsiteX3" fmla="*/ 68 w 301138"/>
                <a:gd name="connsiteY3" fmla="*/ 154297 h 177142"/>
                <a:gd name="connsiteX4" fmla="*/ 6728 w 301138"/>
                <a:gd name="connsiteY4" fmla="*/ 84757 h 177142"/>
                <a:gd name="connsiteX5" fmla="*/ 70537 w 301138"/>
                <a:gd name="connsiteY5" fmla="*/ 0 h 177142"/>
                <a:gd name="connsiteX6" fmla="*/ 150532 w 301138"/>
                <a:gd name="connsiteY6" fmla="*/ 27607 h 177142"/>
                <a:gd name="connsiteX7" fmla="*/ 230527 w 301138"/>
                <a:gd name="connsiteY7" fmla="*/ 0 h 177142"/>
                <a:gd name="connsiteX8" fmla="*/ 294337 w 301138"/>
                <a:gd name="connsiteY8" fmla="*/ 84757 h 17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138" h="177142">
                  <a:moveTo>
                    <a:pt x="301071" y="154297"/>
                  </a:moveTo>
                  <a:cubicBezTo>
                    <a:pt x="302039" y="166687"/>
                    <a:pt x="292514" y="177142"/>
                    <a:pt x="280124" y="177142"/>
                  </a:cubicBezTo>
                  <a:lnTo>
                    <a:pt x="21015" y="177142"/>
                  </a:lnTo>
                  <a:cubicBezTo>
                    <a:pt x="8625" y="177142"/>
                    <a:pt x="-900" y="166649"/>
                    <a:pt x="68" y="154297"/>
                  </a:cubicBezTo>
                  <a:lnTo>
                    <a:pt x="6728" y="84757"/>
                  </a:lnTo>
                  <a:cubicBezTo>
                    <a:pt x="10523" y="46657"/>
                    <a:pt x="36270" y="14288"/>
                    <a:pt x="70537" y="0"/>
                  </a:cubicBezTo>
                  <a:cubicBezTo>
                    <a:pt x="92453" y="18082"/>
                    <a:pt x="120060" y="27607"/>
                    <a:pt x="150532" y="27607"/>
                  </a:cubicBezTo>
                  <a:cubicBezTo>
                    <a:pt x="181005" y="27607"/>
                    <a:pt x="209580" y="17115"/>
                    <a:pt x="230527" y="0"/>
                  </a:cubicBezTo>
                  <a:cubicBezTo>
                    <a:pt x="264832" y="15255"/>
                    <a:pt x="289574" y="46657"/>
                    <a:pt x="294337" y="847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5B73630-993B-347E-85BB-808ACE66B3BF}"/>
                </a:ext>
              </a:extLst>
            </p:cNvPr>
            <p:cNvSpPr/>
            <p:nvPr/>
          </p:nvSpPr>
          <p:spPr>
            <a:xfrm>
              <a:off x="-1280488" y="2486330"/>
              <a:ext cx="179039" cy="179039"/>
            </a:xfrm>
            <a:custGeom>
              <a:avLst/>
              <a:gdLst>
                <a:gd name="connsiteX0" fmla="*/ 89520 w 179039"/>
                <a:gd name="connsiteY0" fmla="*/ 179040 h 179039"/>
                <a:gd name="connsiteX1" fmla="*/ 179040 w 179039"/>
                <a:gd name="connsiteY1" fmla="*/ 89520 h 179039"/>
                <a:gd name="connsiteX2" fmla="*/ 89520 w 179039"/>
                <a:gd name="connsiteY2" fmla="*/ 0 h 179039"/>
                <a:gd name="connsiteX3" fmla="*/ 0 w 179039"/>
                <a:gd name="connsiteY3" fmla="*/ 89520 h 179039"/>
                <a:gd name="connsiteX4" fmla="*/ 89520 w 179039"/>
                <a:gd name="connsiteY4" fmla="*/ 179040 h 17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039" h="179039">
                  <a:moveTo>
                    <a:pt x="89520" y="179040"/>
                  </a:moveTo>
                  <a:cubicBezTo>
                    <a:pt x="139042" y="179040"/>
                    <a:pt x="179040" y="139042"/>
                    <a:pt x="179040" y="89520"/>
                  </a:cubicBezTo>
                  <a:cubicBezTo>
                    <a:pt x="179040" y="39997"/>
                    <a:pt x="139042" y="0"/>
                    <a:pt x="89520" y="0"/>
                  </a:cubicBezTo>
                  <a:cubicBezTo>
                    <a:pt x="39997" y="0"/>
                    <a:pt x="0" y="39997"/>
                    <a:pt x="0" y="89520"/>
                  </a:cubicBezTo>
                  <a:cubicBezTo>
                    <a:pt x="0" y="138113"/>
                    <a:pt x="39997" y="179040"/>
                    <a:pt x="89520" y="1790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4486EFC-6CE1-5D44-86DC-AF9023884427}"/>
                </a:ext>
              </a:extLst>
            </p:cNvPr>
            <p:cNvSpPr/>
            <p:nvPr/>
          </p:nvSpPr>
          <p:spPr>
            <a:xfrm>
              <a:off x="-1170023" y="3110221"/>
              <a:ext cx="164792" cy="222865"/>
            </a:xfrm>
            <a:custGeom>
              <a:avLst/>
              <a:gdLst>
                <a:gd name="connsiteX0" fmla="*/ 164792 w 164792"/>
                <a:gd name="connsiteY0" fmla="*/ 8557 h 222865"/>
                <a:gd name="connsiteX1" fmla="*/ 0 w 164792"/>
                <a:gd name="connsiteY1" fmla="*/ 0 h 222865"/>
                <a:gd name="connsiteX2" fmla="*/ 0 w 164792"/>
                <a:gd name="connsiteY2" fmla="*/ 222866 h 222865"/>
                <a:gd name="connsiteX3" fmla="*/ 164792 w 164792"/>
                <a:gd name="connsiteY3" fmla="*/ 8553 h 22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792" h="222865">
                  <a:moveTo>
                    <a:pt x="164792" y="8557"/>
                  </a:moveTo>
                  <a:cubicBezTo>
                    <a:pt x="110507" y="3795"/>
                    <a:pt x="55255" y="930"/>
                    <a:pt x="0" y="0"/>
                  </a:cubicBezTo>
                  <a:lnTo>
                    <a:pt x="0" y="222866"/>
                  </a:lnTo>
                  <a:cubicBezTo>
                    <a:pt x="68572" y="208578"/>
                    <a:pt x="129559" y="125720"/>
                    <a:pt x="164792" y="85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C33BEAE-EA23-A69B-D56A-E9E7961F4114}"/>
                </a:ext>
              </a:extLst>
            </p:cNvPr>
            <p:cNvSpPr/>
            <p:nvPr/>
          </p:nvSpPr>
          <p:spPr>
            <a:xfrm>
              <a:off x="-1410044" y="2900666"/>
              <a:ext cx="198129" cy="177184"/>
            </a:xfrm>
            <a:custGeom>
              <a:avLst/>
              <a:gdLst>
                <a:gd name="connsiteX0" fmla="*/ 198130 w 198129"/>
                <a:gd name="connsiteY0" fmla="*/ 167621 h 177184"/>
                <a:gd name="connsiteX1" fmla="*/ 198130 w 198129"/>
                <a:gd name="connsiteY1" fmla="*/ 0 h 177184"/>
                <a:gd name="connsiteX2" fmla="*/ 0 w 198129"/>
                <a:gd name="connsiteY2" fmla="*/ 0 h 177184"/>
                <a:gd name="connsiteX3" fmla="*/ 21915 w 198129"/>
                <a:gd name="connsiteY3" fmla="*/ 177184 h 177184"/>
                <a:gd name="connsiteX4" fmla="*/ 198128 w 198129"/>
                <a:gd name="connsiteY4" fmla="*/ 167622 h 17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29" h="177184">
                  <a:moveTo>
                    <a:pt x="198130" y="167621"/>
                  </a:moveTo>
                  <a:lnTo>
                    <a:pt x="198130" y="0"/>
                  </a:lnTo>
                  <a:lnTo>
                    <a:pt x="0" y="0"/>
                  </a:lnTo>
                  <a:cubicBezTo>
                    <a:pt x="1897" y="62880"/>
                    <a:pt x="9525" y="122853"/>
                    <a:pt x="21915" y="177184"/>
                  </a:cubicBezTo>
                  <a:cubicBezTo>
                    <a:pt x="79996" y="171454"/>
                    <a:pt x="139082" y="167622"/>
                    <a:pt x="198128" y="167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675BD9F-C6FA-245E-2F06-7D63FBE60AC3}"/>
                </a:ext>
              </a:extLst>
            </p:cNvPr>
            <p:cNvSpPr/>
            <p:nvPr/>
          </p:nvSpPr>
          <p:spPr>
            <a:xfrm>
              <a:off x="-1376706" y="3110225"/>
              <a:ext cx="164792" cy="222869"/>
            </a:xfrm>
            <a:custGeom>
              <a:avLst/>
              <a:gdLst>
                <a:gd name="connsiteX0" fmla="*/ 164792 w 164792"/>
                <a:gd name="connsiteY0" fmla="*/ 222866 h 222869"/>
                <a:gd name="connsiteX1" fmla="*/ 164792 w 164792"/>
                <a:gd name="connsiteY1" fmla="*/ 0 h 222869"/>
                <a:gd name="connsiteX2" fmla="*/ 0 w 164792"/>
                <a:gd name="connsiteY2" fmla="*/ 8557 h 222869"/>
                <a:gd name="connsiteX3" fmla="*/ 164792 w 164792"/>
                <a:gd name="connsiteY3" fmla="*/ 222870 h 22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792" h="222869">
                  <a:moveTo>
                    <a:pt x="164792" y="222866"/>
                  </a:moveTo>
                  <a:lnTo>
                    <a:pt x="164792" y="0"/>
                  </a:lnTo>
                  <a:cubicBezTo>
                    <a:pt x="109539" y="0"/>
                    <a:pt x="54283" y="2828"/>
                    <a:pt x="0" y="8557"/>
                  </a:cubicBezTo>
                  <a:cubicBezTo>
                    <a:pt x="35235" y="125724"/>
                    <a:pt x="96222" y="208582"/>
                    <a:pt x="164792" y="2228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95B92BF-8728-3BCE-2C70-91AB1F48A6EE}"/>
                </a:ext>
              </a:extLst>
            </p:cNvPr>
            <p:cNvSpPr/>
            <p:nvPr/>
          </p:nvSpPr>
          <p:spPr>
            <a:xfrm>
              <a:off x="-1643586" y="2900671"/>
              <a:ext cx="213523" cy="207656"/>
            </a:xfrm>
            <a:custGeom>
              <a:avLst/>
              <a:gdLst>
                <a:gd name="connsiteX0" fmla="*/ 191652 w 213523"/>
                <a:gd name="connsiteY0" fmla="*/ 4 h 207656"/>
                <a:gd name="connsiteX1" fmla="*/ 28755 w 213523"/>
                <a:gd name="connsiteY1" fmla="*/ 4 h 207656"/>
                <a:gd name="connsiteX2" fmla="*/ 180 w 213523"/>
                <a:gd name="connsiteY2" fmla="*/ 31444 h 207656"/>
                <a:gd name="connsiteX3" fmla="*/ 59228 w 213523"/>
                <a:gd name="connsiteY3" fmla="*/ 207656 h 207656"/>
                <a:gd name="connsiteX4" fmla="*/ 213523 w 213523"/>
                <a:gd name="connsiteY4" fmla="*/ 181947 h 207656"/>
                <a:gd name="connsiteX5" fmla="*/ 191645 w 213523"/>
                <a:gd name="connsiteY5" fmla="*/ 0 h 20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523" h="207656">
                  <a:moveTo>
                    <a:pt x="191652" y="4"/>
                  </a:moveTo>
                  <a:lnTo>
                    <a:pt x="28755" y="4"/>
                  </a:lnTo>
                  <a:cubicBezTo>
                    <a:pt x="11603" y="4"/>
                    <a:pt x="-1717" y="14291"/>
                    <a:pt x="180" y="31444"/>
                  </a:cubicBezTo>
                  <a:cubicBezTo>
                    <a:pt x="7808" y="95254"/>
                    <a:pt x="27788" y="155269"/>
                    <a:pt x="59228" y="207656"/>
                  </a:cubicBezTo>
                  <a:cubicBezTo>
                    <a:pt x="108750" y="196234"/>
                    <a:pt x="160212" y="188606"/>
                    <a:pt x="213523" y="181947"/>
                  </a:cubicBezTo>
                  <a:cubicBezTo>
                    <a:pt x="200203" y="125727"/>
                    <a:pt x="192576" y="64741"/>
                    <a:pt x="19164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05F2124-AA9F-6771-48B7-96F6262F5E1C}"/>
                </a:ext>
              </a:extLst>
            </p:cNvPr>
            <p:cNvSpPr/>
            <p:nvPr/>
          </p:nvSpPr>
          <p:spPr>
            <a:xfrm>
              <a:off x="-951918" y="2900675"/>
              <a:ext cx="213512" cy="207656"/>
            </a:xfrm>
            <a:custGeom>
              <a:avLst/>
              <a:gdLst>
                <a:gd name="connsiteX0" fmla="*/ 21915 w 213512"/>
                <a:gd name="connsiteY0" fmla="*/ 0 h 207656"/>
                <a:gd name="connsiteX1" fmla="*/ 0 w 213512"/>
                <a:gd name="connsiteY1" fmla="*/ 181947 h 207656"/>
                <a:gd name="connsiteX2" fmla="*/ 154296 w 213512"/>
                <a:gd name="connsiteY2" fmla="*/ 207656 h 207656"/>
                <a:gd name="connsiteX3" fmla="*/ 213343 w 213512"/>
                <a:gd name="connsiteY3" fmla="*/ 31444 h 207656"/>
                <a:gd name="connsiteX4" fmla="*/ 184768 w 213512"/>
                <a:gd name="connsiteY4" fmla="*/ 4 h 20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12" h="207656">
                  <a:moveTo>
                    <a:pt x="21915" y="0"/>
                  </a:moveTo>
                  <a:cubicBezTo>
                    <a:pt x="20947" y="64778"/>
                    <a:pt x="13358" y="125720"/>
                    <a:pt x="0" y="181947"/>
                  </a:cubicBezTo>
                  <a:cubicBezTo>
                    <a:pt x="53355" y="188606"/>
                    <a:pt x="104775" y="197202"/>
                    <a:pt x="154296" y="207656"/>
                  </a:cubicBezTo>
                  <a:cubicBezTo>
                    <a:pt x="185736" y="154301"/>
                    <a:pt x="205715" y="95252"/>
                    <a:pt x="213343" y="31444"/>
                  </a:cubicBezTo>
                  <a:cubicBezTo>
                    <a:pt x="215240" y="14291"/>
                    <a:pt x="200953" y="4"/>
                    <a:pt x="184768" y="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F17C14B-611D-5DB9-2B2E-093CD846F2DA}"/>
                </a:ext>
              </a:extLst>
            </p:cNvPr>
            <p:cNvSpPr/>
            <p:nvPr/>
          </p:nvSpPr>
          <p:spPr>
            <a:xfrm>
              <a:off x="-1065248" y="3123537"/>
              <a:ext cx="242887" cy="194290"/>
            </a:xfrm>
            <a:custGeom>
              <a:avLst/>
              <a:gdLst>
                <a:gd name="connsiteX0" fmla="*/ 242887 w 242887"/>
                <a:gd name="connsiteY0" fmla="*/ 22845 h 194290"/>
                <a:gd name="connsiteX1" fmla="*/ 102880 w 242887"/>
                <a:gd name="connsiteY1" fmla="*/ 0 h 194290"/>
                <a:gd name="connsiteX2" fmla="*/ 0 w 242887"/>
                <a:gd name="connsiteY2" fmla="*/ 194291 h 194290"/>
                <a:gd name="connsiteX3" fmla="*/ 242887 w 242887"/>
                <a:gd name="connsiteY3" fmla="*/ 22841 h 19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87" h="194290">
                  <a:moveTo>
                    <a:pt x="242887" y="22845"/>
                  </a:moveTo>
                  <a:cubicBezTo>
                    <a:pt x="198128" y="13320"/>
                    <a:pt x="151432" y="5692"/>
                    <a:pt x="102880" y="0"/>
                  </a:cubicBezTo>
                  <a:cubicBezTo>
                    <a:pt x="79067" y="81930"/>
                    <a:pt x="43832" y="149533"/>
                    <a:pt x="0" y="194291"/>
                  </a:cubicBezTo>
                  <a:cubicBezTo>
                    <a:pt x="99079" y="164785"/>
                    <a:pt x="184804" y="103803"/>
                    <a:pt x="242887" y="228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702E47A-1D00-E765-4B4B-17D5B01BCD6F}"/>
                </a:ext>
              </a:extLst>
            </p:cNvPr>
            <p:cNvSpPr/>
            <p:nvPr/>
          </p:nvSpPr>
          <p:spPr>
            <a:xfrm>
              <a:off x="-1170023" y="2900675"/>
              <a:ext cx="198127" cy="177184"/>
            </a:xfrm>
            <a:custGeom>
              <a:avLst/>
              <a:gdLst>
                <a:gd name="connsiteX0" fmla="*/ 0 w 198127"/>
                <a:gd name="connsiteY0" fmla="*/ 0 h 177184"/>
                <a:gd name="connsiteX1" fmla="*/ 0 w 198127"/>
                <a:gd name="connsiteY1" fmla="*/ 167659 h 177184"/>
                <a:gd name="connsiteX2" fmla="*/ 176212 w 198127"/>
                <a:gd name="connsiteY2" fmla="*/ 177184 h 177184"/>
                <a:gd name="connsiteX3" fmla="*/ 198128 w 198127"/>
                <a:gd name="connsiteY3" fmla="*/ 0 h 17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127" h="177184">
                  <a:moveTo>
                    <a:pt x="0" y="0"/>
                  </a:moveTo>
                  <a:lnTo>
                    <a:pt x="0" y="167659"/>
                  </a:lnTo>
                  <a:cubicBezTo>
                    <a:pt x="59047" y="168627"/>
                    <a:pt x="118091" y="171454"/>
                    <a:pt x="176212" y="177184"/>
                  </a:cubicBezTo>
                  <a:cubicBezTo>
                    <a:pt x="189532" y="122899"/>
                    <a:pt x="197160" y="62884"/>
                    <a:pt x="19812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4C191E1-4F83-E449-C454-4FBEEB221382}"/>
                </a:ext>
              </a:extLst>
            </p:cNvPr>
            <p:cNvSpPr/>
            <p:nvPr/>
          </p:nvSpPr>
          <p:spPr>
            <a:xfrm>
              <a:off x="-1560548" y="3122617"/>
              <a:ext cx="242887" cy="194294"/>
            </a:xfrm>
            <a:custGeom>
              <a:avLst/>
              <a:gdLst>
                <a:gd name="connsiteX0" fmla="*/ 242888 w 242887"/>
                <a:gd name="connsiteY0" fmla="*/ 194291 h 194294"/>
                <a:gd name="connsiteX1" fmla="*/ 140008 w 242887"/>
                <a:gd name="connsiteY1" fmla="*/ 0 h 194294"/>
                <a:gd name="connsiteX2" fmla="*/ 0 w 242887"/>
                <a:gd name="connsiteY2" fmla="*/ 22845 h 194294"/>
                <a:gd name="connsiteX3" fmla="*/ 242888 w 242887"/>
                <a:gd name="connsiteY3" fmla="*/ 194295 h 19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87" h="194294">
                  <a:moveTo>
                    <a:pt x="242888" y="194291"/>
                  </a:moveTo>
                  <a:cubicBezTo>
                    <a:pt x="199057" y="149531"/>
                    <a:pt x="163822" y="81886"/>
                    <a:pt x="140008" y="0"/>
                  </a:cubicBezTo>
                  <a:cubicBezTo>
                    <a:pt x="91415" y="5730"/>
                    <a:pt x="44758" y="13320"/>
                    <a:pt x="0" y="22845"/>
                  </a:cubicBezTo>
                  <a:cubicBezTo>
                    <a:pt x="59047" y="104738"/>
                    <a:pt x="144770" y="165720"/>
                    <a:pt x="242888" y="1942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0C2B5784-E52E-0A8E-4599-49BDD9F92BD5}"/>
              </a:ext>
            </a:extLst>
          </p:cNvPr>
          <p:cNvSpPr/>
          <p:nvPr/>
        </p:nvSpPr>
        <p:spPr>
          <a:xfrm>
            <a:off x="5680904" y="3245146"/>
            <a:ext cx="729295" cy="729284"/>
          </a:xfrm>
          <a:custGeom>
            <a:avLst/>
            <a:gdLst>
              <a:gd name="connsiteX0" fmla="*/ 251509 w 884732"/>
              <a:gd name="connsiteY0" fmla="*/ 318827 h 884718"/>
              <a:gd name="connsiteX1" fmla="*/ 189949 w 884732"/>
              <a:gd name="connsiteY1" fmla="*/ 257228 h 884718"/>
              <a:gd name="connsiteX2" fmla="*/ 251509 w 884732"/>
              <a:gd name="connsiteY2" fmla="*/ 195640 h 884718"/>
              <a:gd name="connsiteX3" fmla="*/ 313098 w 884732"/>
              <a:gd name="connsiteY3" fmla="*/ 257228 h 884718"/>
              <a:gd name="connsiteX4" fmla="*/ 251509 w 884732"/>
              <a:gd name="connsiteY4" fmla="*/ 318827 h 884718"/>
              <a:gd name="connsiteX5" fmla="*/ 633223 w 884732"/>
              <a:gd name="connsiteY5" fmla="*/ 318827 h 884718"/>
              <a:gd name="connsiteX6" fmla="*/ 571663 w 884732"/>
              <a:gd name="connsiteY6" fmla="*/ 257228 h 884718"/>
              <a:gd name="connsiteX7" fmla="*/ 633223 w 884732"/>
              <a:gd name="connsiteY7" fmla="*/ 195640 h 884718"/>
              <a:gd name="connsiteX8" fmla="*/ 694812 w 884732"/>
              <a:gd name="connsiteY8" fmla="*/ 257228 h 884718"/>
              <a:gd name="connsiteX9" fmla="*/ 633223 w 884732"/>
              <a:gd name="connsiteY9" fmla="*/ 318827 h 884718"/>
              <a:gd name="connsiteX10" fmla="*/ 444152 w 884732"/>
              <a:gd name="connsiteY10" fmla="*/ 340229 h 884718"/>
              <a:gd name="connsiteX11" fmla="*/ 382592 w 884732"/>
              <a:gd name="connsiteY11" fmla="*/ 278631 h 884718"/>
              <a:gd name="connsiteX12" fmla="*/ 444152 w 884732"/>
              <a:gd name="connsiteY12" fmla="*/ 217042 h 884718"/>
              <a:gd name="connsiteX13" fmla="*/ 505741 w 884732"/>
              <a:gd name="connsiteY13" fmla="*/ 278631 h 884718"/>
              <a:gd name="connsiteX14" fmla="*/ 444152 w 884732"/>
              <a:gd name="connsiteY14" fmla="*/ 340229 h 884718"/>
              <a:gd name="connsiteX15" fmla="*/ 534382 w 884732"/>
              <a:gd name="connsiteY15" fmla="*/ 389121 h 884718"/>
              <a:gd name="connsiteX16" fmla="*/ 353941 w 884732"/>
              <a:gd name="connsiteY16" fmla="*/ 389121 h 884718"/>
              <a:gd name="connsiteX17" fmla="*/ 444152 w 884732"/>
              <a:gd name="connsiteY17" fmla="*/ 349145 h 884718"/>
              <a:gd name="connsiteX18" fmla="*/ 534382 w 884732"/>
              <a:gd name="connsiteY18" fmla="*/ 389121 h 884718"/>
              <a:gd name="connsiteX19" fmla="*/ 318032 w 884732"/>
              <a:gd name="connsiteY19" fmla="*/ 389121 h 884718"/>
              <a:gd name="connsiteX20" fmla="*/ 145743 w 884732"/>
              <a:gd name="connsiteY20" fmla="*/ 389121 h 884718"/>
              <a:gd name="connsiteX21" fmla="*/ 251509 w 884732"/>
              <a:gd name="connsiteY21" fmla="*/ 327742 h 884718"/>
              <a:gd name="connsiteX22" fmla="*/ 338367 w 884732"/>
              <a:gd name="connsiteY22" fmla="*/ 364147 h 884718"/>
              <a:gd name="connsiteX23" fmla="*/ 318032 w 884732"/>
              <a:gd name="connsiteY23" fmla="*/ 389121 h 884718"/>
              <a:gd name="connsiteX24" fmla="*/ 548156 w 884732"/>
              <a:gd name="connsiteY24" fmla="*/ 362384 h 884718"/>
              <a:gd name="connsiteX25" fmla="*/ 633223 w 884732"/>
              <a:gd name="connsiteY25" fmla="*/ 327742 h 884718"/>
              <a:gd name="connsiteX26" fmla="*/ 739008 w 884732"/>
              <a:gd name="connsiteY26" fmla="*/ 389121 h 884718"/>
              <a:gd name="connsiteX27" fmla="*/ 570292 w 884732"/>
              <a:gd name="connsiteY27" fmla="*/ 389121 h 884718"/>
              <a:gd name="connsiteX28" fmla="*/ 548156 w 884732"/>
              <a:gd name="connsiteY28" fmla="*/ 362384 h 884718"/>
              <a:gd name="connsiteX29" fmla="*/ 625784 w 884732"/>
              <a:gd name="connsiteY29" fmla="*/ 417658 h 884718"/>
              <a:gd name="connsiteX30" fmla="*/ 442314 w 884732"/>
              <a:gd name="connsiteY30" fmla="*/ 587679 h 884718"/>
              <a:gd name="connsiteX31" fmla="*/ 258948 w 884732"/>
              <a:gd name="connsiteY31" fmla="*/ 417658 h 884718"/>
              <a:gd name="connsiteX32" fmla="*/ 625784 w 884732"/>
              <a:gd name="connsiteY32" fmla="*/ 417658 h 884718"/>
              <a:gd name="connsiteX33" fmla="*/ 230335 w 884732"/>
              <a:gd name="connsiteY33" fmla="*/ 417658 h 884718"/>
              <a:gd name="connsiteX34" fmla="*/ 230487 w 884732"/>
              <a:gd name="connsiteY34" fmla="*/ 419801 h 884718"/>
              <a:gd name="connsiteX35" fmla="*/ 442314 w 884732"/>
              <a:gd name="connsiteY35" fmla="*/ 616216 h 884718"/>
              <a:gd name="connsiteX36" fmla="*/ 654235 w 884732"/>
              <a:gd name="connsiteY36" fmla="*/ 419801 h 884718"/>
              <a:gd name="connsiteX37" fmla="*/ 654397 w 884732"/>
              <a:gd name="connsiteY37" fmla="*/ 417658 h 884718"/>
              <a:gd name="connsiteX38" fmla="*/ 757296 w 884732"/>
              <a:gd name="connsiteY38" fmla="*/ 417658 h 884718"/>
              <a:gd name="connsiteX39" fmla="*/ 757296 w 884732"/>
              <a:gd name="connsiteY39" fmla="*/ 481228 h 884718"/>
              <a:gd name="connsiteX40" fmla="*/ 705128 w 884732"/>
              <a:gd name="connsiteY40" fmla="*/ 501307 h 884718"/>
              <a:gd name="connsiteX41" fmla="*/ 672514 w 884732"/>
              <a:gd name="connsiteY41" fmla="*/ 579993 h 884718"/>
              <a:gd name="connsiteX42" fmla="*/ 695174 w 884732"/>
              <a:gd name="connsiteY42" fmla="*/ 631142 h 884718"/>
              <a:gd name="connsiteX43" fmla="*/ 634928 w 884732"/>
              <a:gd name="connsiteY43" fmla="*/ 691378 h 884718"/>
              <a:gd name="connsiteX44" fmla="*/ 583789 w 884732"/>
              <a:gd name="connsiteY44" fmla="*/ 668727 h 884718"/>
              <a:gd name="connsiteX45" fmla="*/ 505093 w 884732"/>
              <a:gd name="connsiteY45" fmla="*/ 701332 h 884718"/>
              <a:gd name="connsiteX46" fmla="*/ 485014 w 884732"/>
              <a:gd name="connsiteY46" fmla="*/ 753510 h 884718"/>
              <a:gd name="connsiteX47" fmla="*/ 399804 w 884732"/>
              <a:gd name="connsiteY47" fmla="*/ 753510 h 884718"/>
              <a:gd name="connsiteX48" fmla="*/ 379725 w 884732"/>
              <a:gd name="connsiteY48" fmla="*/ 701332 h 884718"/>
              <a:gd name="connsiteX49" fmla="*/ 300944 w 884732"/>
              <a:gd name="connsiteY49" fmla="*/ 668727 h 884718"/>
              <a:gd name="connsiteX50" fmla="*/ 249804 w 884732"/>
              <a:gd name="connsiteY50" fmla="*/ 691378 h 884718"/>
              <a:gd name="connsiteX51" fmla="*/ 189558 w 884732"/>
              <a:gd name="connsiteY51" fmla="*/ 631142 h 884718"/>
              <a:gd name="connsiteX52" fmla="*/ 212304 w 884732"/>
              <a:gd name="connsiteY52" fmla="*/ 579993 h 884718"/>
              <a:gd name="connsiteX53" fmla="*/ 179605 w 884732"/>
              <a:gd name="connsiteY53" fmla="*/ 501307 h 884718"/>
              <a:gd name="connsiteX54" fmla="*/ 127436 w 884732"/>
              <a:gd name="connsiteY54" fmla="*/ 481228 h 884718"/>
              <a:gd name="connsiteX55" fmla="*/ 127436 w 884732"/>
              <a:gd name="connsiteY55" fmla="*/ 417658 h 884718"/>
              <a:gd name="connsiteX56" fmla="*/ 230335 w 884732"/>
              <a:gd name="connsiteY56" fmla="*/ 417658 h 884718"/>
              <a:gd name="connsiteX57" fmla="*/ 112225 w 884732"/>
              <a:gd name="connsiteY57" fmla="*/ 192839 h 884718"/>
              <a:gd name="connsiteX58" fmla="*/ 30853 w 884732"/>
              <a:gd name="connsiteY58" fmla="*/ 399027 h 884718"/>
              <a:gd name="connsiteX59" fmla="*/ 399042 w 884732"/>
              <a:gd name="connsiteY59" fmla="*/ 853874 h 884718"/>
              <a:gd name="connsiteX60" fmla="*/ 650244 w 884732"/>
              <a:gd name="connsiteY60" fmla="*/ 800144 h 884718"/>
              <a:gd name="connsiteX61" fmla="*/ 669752 w 884732"/>
              <a:gd name="connsiteY61" fmla="*/ 805307 h 884718"/>
              <a:gd name="connsiteX62" fmla="*/ 664599 w 884732"/>
              <a:gd name="connsiteY62" fmla="*/ 824814 h 884718"/>
              <a:gd name="connsiteX63" fmla="*/ 396051 w 884732"/>
              <a:gd name="connsiteY63" fmla="*/ 882259 h 884718"/>
              <a:gd name="connsiteX64" fmla="*/ 2468 w 884732"/>
              <a:gd name="connsiteY64" fmla="*/ 396046 h 884718"/>
              <a:gd name="connsiteX65" fmla="*/ 85355 w 884732"/>
              <a:gd name="connsiteY65" fmla="*/ 181133 h 884718"/>
              <a:gd name="connsiteX66" fmla="*/ 53113 w 884732"/>
              <a:gd name="connsiteY66" fmla="*/ 190334 h 884718"/>
              <a:gd name="connsiteX67" fmla="*/ 35472 w 884732"/>
              <a:gd name="connsiteY67" fmla="*/ 180524 h 884718"/>
              <a:gd name="connsiteX68" fmla="*/ 45283 w 884732"/>
              <a:gd name="connsiteY68" fmla="*/ 162893 h 884718"/>
              <a:gd name="connsiteX69" fmla="*/ 121226 w 884732"/>
              <a:gd name="connsiteY69" fmla="*/ 141214 h 884718"/>
              <a:gd name="connsiteX70" fmla="*/ 133532 w 884732"/>
              <a:gd name="connsiteY70" fmla="*/ 143395 h 884718"/>
              <a:gd name="connsiteX71" fmla="*/ 139400 w 884732"/>
              <a:gd name="connsiteY71" fmla="*/ 154425 h 884718"/>
              <a:gd name="connsiteX72" fmla="*/ 142238 w 884732"/>
              <a:gd name="connsiteY72" fmla="*/ 233349 h 884718"/>
              <a:gd name="connsiteX73" fmla="*/ 128494 w 884732"/>
              <a:gd name="connsiteY73" fmla="*/ 248123 h 884718"/>
              <a:gd name="connsiteX74" fmla="*/ 113720 w 884732"/>
              <a:gd name="connsiteY74" fmla="*/ 234378 h 884718"/>
              <a:gd name="connsiteX75" fmla="*/ 112225 w 884732"/>
              <a:gd name="connsiteY75" fmla="*/ 192839 h 884718"/>
              <a:gd name="connsiteX76" fmla="*/ 772507 w 884732"/>
              <a:gd name="connsiteY76" fmla="*/ 691892 h 884718"/>
              <a:gd name="connsiteX77" fmla="*/ 853879 w 884732"/>
              <a:gd name="connsiteY77" fmla="*/ 485686 h 884718"/>
              <a:gd name="connsiteX78" fmla="*/ 485691 w 884732"/>
              <a:gd name="connsiteY78" fmla="*/ 30848 h 884718"/>
              <a:gd name="connsiteX79" fmla="*/ 234497 w 884732"/>
              <a:gd name="connsiteY79" fmla="*/ 84569 h 884718"/>
              <a:gd name="connsiteX80" fmla="*/ 214981 w 884732"/>
              <a:gd name="connsiteY80" fmla="*/ 79425 h 884718"/>
              <a:gd name="connsiteX81" fmla="*/ 220124 w 884732"/>
              <a:gd name="connsiteY81" fmla="*/ 59909 h 884718"/>
              <a:gd name="connsiteX82" fmla="*/ 488681 w 884732"/>
              <a:gd name="connsiteY82" fmla="*/ 2463 h 884718"/>
              <a:gd name="connsiteX83" fmla="*/ 882264 w 884732"/>
              <a:gd name="connsiteY83" fmla="*/ 488676 h 884718"/>
              <a:gd name="connsiteX84" fmla="*/ 799387 w 884732"/>
              <a:gd name="connsiteY84" fmla="*/ 703589 h 884718"/>
              <a:gd name="connsiteX85" fmla="*/ 831620 w 884732"/>
              <a:gd name="connsiteY85" fmla="*/ 694388 h 884718"/>
              <a:gd name="connsiteX86" fmla="*/ 849250 w 884732"/>
              <a:gd name="connsiteY86" fmla="*/ 704189 h 884718"/>
              <a:gd name="connsiteX87" fmla="*/ 839449 w 884732"/>
              <a:gd name="connsiteY87" fmla="*/ 721829 h 884718"/>
              <a:gd name="connsiteX88" fmla="*/ 763506 w 884732"/>
              <a:gd name="connsiteY88" fmla="*/ 743508 h 884718"/>
              <a:gd name="connsiteX89" fmla="*/ 751200 w 884732"/>
              <a:gd name="connsiteY89" fmla="*/ 741327 h 884718"/>
              <a:gd name="connsiteX90" fmla="*/ 745333 w 884732"/>
              <a:gd name="connsiteY90" fmla="*/ 730297 h 884718"/>
              <a:gd name="connsiteX91" fmla="*/ 742494 w 884732"/>
              <a:gd name="connsiteY91" fmla="*/ 651373 h 884718"/>
              <a:gd name="connsiteX92" fmla="*/ 756239 w 884732"/>
              <a:gd name="connsiteY92" fmla="*/ 636600 h 884718"/>
              <a:gd name="connsiteX93" fmla="*/ 771012 w 884732"/>
              <a:gd name="connsiteY93" fmla="*/ 650344 h 884718"/>
              <a:gd name="connsiteX94" fmla="*/ 772507 w 884732"/>
              <a:gd name="connsiteY94" fmla="*/ 691892 h 8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84732" h="884718">
                <a:moveTo>
                  <a:pt x="251509" y="318827"/>
                </a:moveTo>
                <a:cubicBezTo>
                  <a:pt x="217590" y="318827"/>
                  <a:pt x="189949" y="291147"/>
                  <a:pt x="189949" y="257228"/>
                </a:cubicBezTo>
                <a:cubicBezTo>
                  <a:pt x="189949" y="223319"/>
                  <a:pt x="217590" y="195640"/>
                  <a:pt x="251509" y="195640"/>
                </a:cubicBezTo>
                <a:cubicBezTo>
                  <a:pt x="285456" y="195640"/>
                  <a:pt x="313098" y="223319"/>
                  <a:pt x="313098" y="257228"/>
                </a:cubicBezTo>
                <a:cubicBezTo>
                  <a:pt x="313098" y="291147"/>
                  <a:pt x="285456" y="318827"/>
                  <a:pt x="251509" y="318827"/>
                </a:cubicBezTo>
                <a:close/>
                <a:moveTo>
                  <a:pt x="633223" y="318827"/>
                </a:moveTo>
                <a:cubicBezTo>
                  <a:pt x="599305" y="318827"/>
                  <a:pt x="571663" y="291147"/>
                  <a:pt x="571663" y="257228"/>
                </a:cubicBezTo>
                <a:cubicBezTo>
                  <a:pt x="571663" y="223319"/>
                  <a:pt x="599305" y="195640"/>
                  <a:pt x="633223" y="195640"/>
                </a:cubicBezTo>
                <a:cubicBezTo>
                  <a:pt x="667170" y="195640"/>
                  <a:pt x="694812" y="223319"/>
                  <a:pt x="694812" y="257228"/>
                </a:cubicBezTo>
                <a:cubicBezTo>
                  <a:pt x="694812" y="291147"/>
                  <a:pt x="667170" y="318827"/>
                  <a:pt x="633223" y="318827"/>
                </a:cubicBezTo>
                <a:close/>
                <a:moveTo>
                  <a:pt x="444152" y="340229"/>
                </a:moveTo>
                <a:cubicBezTo>
                  <a:pt x="410234" y="340229"/>
                  <a:pt x="382592" y="312550"/>
                  <a:pt x="382592" y="278631"/>
                </a:cubicBezTo>
                <a:cubicBezTo>
                  <a:pt x="382592" y="244722"/>
                  <a:pt x="410234" y="217042"/>
                  <a:pt x="444152" y="217042"/>
                </a:cubicBezTo>
                <a:cubicBezTo>
                  <a:pt x="478099" y="217042"/>
                  <a:pt x="505741" y="244722"/>
                  <a:pt x="505741" y="278631"/>
                </a:cubicBezTo>
                <a:cubicBezTo>
                  <a:pt x="505741" y="312550"/>
                  <a:pt x="478099" y="340229"/>
                  <a:pt x="444152" y="340229"/>
                </a:cubicBezTo>
                <a:close/>
                <a:moveTo>
                  <a:pt x="534382" y="389121"/>
                </a:moveTo>
                <a:lnTo>
                  <a:pt x="353941" y="389121"/>
                </a:lnTo>
                <a:cubicBezTo>
                  <a:pt x="376220" y="364566"/>
                  <a:pt x="408386" y="349145"/>
                  <a:pt x="444152" y="349145"/>
                </a:cubicBezTo>
                <a:cubicBezTo>
                  <a:pt x="479928" y="349145"/>
                  <a:pt x="512103" y="364566"/>
                  <a:pt x="534382" y="389121"/>
                </a:cubicBezTo>
                <a:close/>
                <a:moveTo>
                  <a:pt x="318032" y="389121"/>
                </a:moveTo>
                <a:lnTo>
                  <a:pt x="145743" y="389121"/>
                </a:lnTo>
                <a:cubicBezTo>
                  <a:pt x="166736" y="352450"/>
                  <a:pt x="206237" y="327742"/>
                  <a:pt x="251509" y="327742"/>
                </a:cubicBezTo>
                <a:cubicBezTo>
                  <a:pt x="285523" y="327742"/>
                  <a:pt x="316269" y="341677"/>
                  <a:pt x="338367" y="364147"/>
                </a:cubicBezTo>
                <a:cubicBezTo>
                  <a:pt x="330738" y="371709"/>
                  <a:pt x="323908" y="380082"/>
                  <a:pt x="318032" y="389121"/>
                </a:cubicBezTo>
                <a:close/>
                <a:moveTo>
                  <a:pt x="548156" y="362384"/>
                </a:moveTo>
                <a:cubicBezTo>
                  <a:pt x="570111" y="340953"/>
                  <a:pt x="600124" y="327742"/>
                  <a:pt x="633223" y="327742"/>
                </a:cubicBezTo>
                <a:cubicBezTo>
                  <a:pt x="678515" y="327742"/>
                  <a:pt x="718024" y="352450"/>
                  <a:pt x="739008" y="389121"/>
                </a:cubicBezTo>
                <a:lnTo>
                  <a:pt x="570292" y="389121"/>
                </a:lnTo>
                <a:cubicBezTo>
                  <a:pt x="563948" y="379368"/>
                  <a:pt x="556518" y="370404"/>
                  <a:pt x="548156" y="362384"/>
                </a:cubicBezTo>
                <a:close/>
                <a:moveTo>
                  <a:pt x="625784" y="417658"/>
                </a:moveTo>
                <a:cubicBezTo>
                  <a:pt x="618641" y="512737"/>
                  <a:pt x="539212" y="587679"/>
                  <a:pt x="442314" y="587679"/>
                </a:cubicBezTo>
                <a:cubicBezTo>
                  <a:pt x="345406" y="587679"/>
                  <a:pt x="266082" y="512737"/>
                  <a:pt x="258948" y="417658"/>
                </a:cubicBezTo>
                <a:lnTo>
                  <a:pt x="625784" y="417658"/>
                </a:lnTo>
                <a:close/>
                <a:moveTo>
                  <a:pt x="230335" y="417658"/>
                </a:moveTo>
                <a:lnTo>
                  <a:pt x="230487" y="419801"/>
                </a:lnTo>
                <a:cubicBezTo>
                  <a:pt x="238736" y="529634"/>
                  <a:pt x="330366" y="616216"/>
                  <a:pt x="442314" y="616216"/>
                </a:cubicBezTo>
                <a:cubicBezTo>
                  <a:pt x="554252" y="616216"/>
                  <a:pt x="645987" y="529634"/>
                  <a:pt x="654235" y="419801"/>
                </a:cubicBezTo>
                <a:lnTo>
                  <a:pt x="654397" y="417658"/>
                </a:lnTo>
                <a:lnTo>
                  <a:pt x="757296" y="417658"/>
                </a:lnTo>
                <a:lnTo>
                  <a:pt x="757296" y="481228"/>
                </a:lnTo>
                <a:lnTo>
                  <a:pt x="705128" y="501307"/>
                </a:lnTo>
                <a:cubicBezTo>
                  <a:pt x="698517" y="529110"/>
                  <a:pt x="687449" y="555628"/>
                  <a:pt x="672514" y="579993"/>
                </a:cubicBezTo>
                <a:lnTo>
                  <a:pt x="695174" y="631142"/>
                </a:lnTo>
                <a:lnTo>
                  <a:pt x="634928" y="691378"/>
                </a:lnTo>
                <a:lnTo>
                  <a:pt x="583789" y="668727"/>
                </a:lnTo>
                <a:cubicBezTo>
                  <a:pt x="559500" y="683739"/>
                  <a:pt x="532896" y="694731"/>
                  <a:pt x="505093" y="701332"/>
                </a:cubicBezTo>
                <a:lnTo>
                  <a:pt x="485014" y="753510"/>
                </a:lnTo>
                <a:lnTo>
                  <a:pt x="399804" y="753510"/>
                </a:lnTo>
                <a:lnTo>
                  <a:pt x="379725" y="701332"/>
                </a:lnTo>
                <a:cubicBezTo>
                  <a:pt x="351836" y="694731"/>
                  <a:pt x="325318" y="683653"/>
                  <a:pt x="300944" y="668727"/>
                </a:cubicBezTo>
                <a:lnTo>
                  <a:pt x="249804" y="691378"/>
                </a:lnTo>
                <a:lnTo>
                  <a:pt x="189558" y="631142"/>
                </a:lnTo>
                <a:lnTo>
                  <a:pt x="212304" y="579993"/>
                </a:lnTo>
                <a:cubicBezTo>
                  <a:pt x="197283" y="555713"/>
                  <a:pt x="186301" y="529110"/>
                  <a:pt x="179605" y="501307"/>
                </a:cubicBezTo>
                <a:lnTo>
                  <a:pt x="127436" y="481228"/>
                </a:lnTo>
                <a:lnTo>
                  <a:pt x="127436" y="417658"/>
                </a:lnTo>
                <a:lnTo>
                  <a:pt x="230335" y="417658"/>
                </a:lnTo>
                <a:close/>
                <a:moveTo>
                  <a:pt x="112225" y="192839"/>
                </a:moveTo>
                <a:cubicBezTo>
                  <a:pt x="68229" y="250904"/>
                  <a:pt x="39016" y="321313"/>
                  <a:pt x="30853" y="399027"/>
                </a:cubicBezTo>
                <a:cubicBezTo>
                  <a:pt x="6916" y="626313"/>
                  <a:pt x="171756" y="829938"/>
                  <a:pt x="399042" y="853874"/>
                </a:cubicBezTo>
                <a:cubicBezTo>
                  <a:pt x="489901" y="863428"/>
                  <a:pt x="576931" y="842806"/>
                  <a:pt x="650244" y="800144"/>
                </a:cubicBezTo>
                <a:cubicBezTo>
                  <a:pt x="657055" y="796182"/>
                  <a:pt x="665789" y="798496"/>
                  <a:pt x="669752" y="805307"/>
                </a:cubicBezTo>
                <a:cubicBezTo>
                  <a:pt x="673714" y="812107"/>
                  <a:pt x="671409" y="820851"/>
                  <a:pt x="664599" y="824814"/>
                </a:cubicBezTo>
                <a:cubicBezTo>
                  <a:pt x="586227" y="870419"/>
                  <a:pt x="493187" y="892470"/>
                  <a:pt x="396051" y="882259"/>
                </a:cubicBezTo>
                <a:cubicBezTo>
                  <a:pt x="153097" y="856675"/>
                  <a:pt x="-23116" y="639000"/>
                  <a:pt x="2468" y="396046"/>
                </a:cubicBezTo>
                <a:cubicBezTo>
                  <a:pt x="10946" y="315407"/>
                  <a:pt x="40616" y="242122"/>
                  <a:pt x="85355" y="181133"/>
                </a:cubicBezTo>
                <a:lnTo>
                  <a:pt x="53113" y="190334"/>
                </a:lnTo>
                <a:cubicBezTo>
                  <a:pt x="45540" y="192497"/>
                  <a:pt x="37635" y="188105"/>
                  <a:pt x="35472" y="180524"/>
                </a:cubicBezTo>
                <a:cubicBezTo>
                  <a:pt x="33320" y="172951"/>
                  <a:pt x="37711" y="165055"/>
                  <a:pt x="45283" y="162893"/>
                </a:cubicBezTo>
                <a:lnTo>
                  <a:pt x="121226" y="141214"/>
                </a:lnTo>
                <a:cubicBezTo>
                  <a:pt x="125446" y="140014"/>
                  <a:pt x="129979" y="140814"/>
                  <a:pt x="133532" y="143395"/>
                </a:cubicBezTo>
                <a:cubicBezTo>
                  <a:pt x="137076" y="145967"/>
                  <a:pt x="139247" y="150034"/>
                  <a:pt x="139400" y="154425"/>
                </a:cubicBezTo>
                <a:lnTo>
                  <a:pt x="142238" y="233349"/>
                </a:lnTo>
                <a:cubicBezTo>
                  <a:pt x="142524" y="241217"/>
                  <a:pt x="136361" y="247837"/>
                  <a:pt x="128494" y="248123"/>
                </a:cubicBezTo>
                <a:cubicBezTo>
                  <a:pt x="120616" y="248408"/>
                  <a:pt x="113996" y="242246"/>
                  <a:pt x="113720" y="234378"/>
                </a:cubicBezTo>
                <a:lnTo>
                  <a:pt x="112225" y="192839"/>
                </a:lnTo>
                <a:close/>
                <a:moveTo>
                  <a:pt x="772507" y="691892"/>
                </a:moveTo>
                <a:cubicBezTo>
                  <a:pt x="816484" y="633837"/>
                  <a:pt x="845697" y="563391"/>
                  <a:pt x="853879" y="485686"/>
                </a:cubicBezTo>
                <a:cubicBezTo>
                  <a:pt x="877816" y="258410"/>
                  <a:pt x="712976" y="54775"/>
                  <a:pt x="485691" y="30848"/>
                </a:cubicBezTo>
                <a:cubicBezTo>
                  <a:pt x="394879" y="21294"/>
                  <a:pt x="307802" y="41859"/>
                  <a:pt x="234497" y="84569"/>
                </a:cubicBezTo>
                <a:cubicBezTo>
                  <a:pt x="227687" y="88531"/>
                  <a:pt x="218943" y="86226"/>
                  <a:pt x="214981" y="79425"/>
                </a:cubicBezTo>
                <a:cubicBezTo>
                  <a:pt x="211018" y="72615"/>
                  <a:pt x="213323" y="63871"/>
                  <a:pt x="220124" y="59909"/>
                </a:cubicBezTo>
                <a:cubicBezTo>
                  <a:pt x="298505" y="14246"/>
                  <a:pt x="391593" y="-7748"/>
                  <a:pt x="488681" y="2463"/>
                </a:cubicBezTo>
                <a:cubicBezTo>
                  <a:pt x="731636" y="28047"/>
                  <a:pt x="907848" y="245722"/>
                  <a:pt x="882264" y="488676"/>
                </a:cubicBezTo>
                <a:cubicBezTo>
                  <a:pt x="873777" y="569287"/>
                  <a:pt x="844107" y="642600"/>
                  <a:pt x="799387" y="703589"/>
                </a:cubicBezTo>
                <a:lnTo>
                  <a:pt x="831620" y="694388"/>
                </a:lnTo>
                <a:cubicBezTo>
                  <a:pt x="839192" y="692226"/>
                  <a:pt x="847088" y="696617"/>
                  <a:pt x="849250" y="704189"/>
                </a:cubicBezTo>
                <a:cubicBezTo>
                  <a:pt x="851413" y="711761"/>
                  <a:pt x="847021" y="719667"/>
                  <a:pt x="839449" y="721829"/>
                </a:cubicBezTo>
                <a:lnTo>
                  <a:pt x="763506" y="743508"/>
                </a:lnTo>
                <a:cubicBezTo>
                  <a:pt x="759287" y="744708"/>
                  <a:pt x="754753" y="743908"/>
                  <a:pt x="751200" y="741327"/>
                </a:cubicBezTo>
                <a:cubicBezTo>
                  <a:pt x="747657" y="738746"/>
                  <a:pt x="745485" y="734679"/>
                  <a:pt x="745333" y="730297"/>
                </a:cubicBezTo>
                <a:lnTo>
                  <a:pt x="742494" y="651373"/>
                </a:lnTo>
                <a:cubicBezTo>
                  <a:pt x="742208" y="643505"/>
                  <a:pt x="748371" y="636885"/>
                  <a:pt x="756239" y="636600"/>
                </a:cubicBezTo>
                <a:cubicBezTo>
                  <a:pt x="764106" y="636314"/>
                  <a:pt x="770726" y="642477"/>
                  <a:pt x="771012" y="650344"/>
                </a:cubicBezTo>
                <a:lnTo>
                  <a:pt x="772507" y="691892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FAA9617-C532-03E7-C320-40DC319AA9EC}"/>
              </a:ext>
            </a:extLst>
          </p:cNvPr>
          <p:cNvSpPr/>
          <p:nvPr/>
        </p:nvSpPr>
        <p:spPr>
          <a:xfrm>
            <a:off x="11110441" y="2106705"/>
            <a:ext cx="689508" cy="689408"/>
          </a:xfrm>
          <a:custGeom>
            <a:avLst/>
            <a:gdLst>
              <a:gd name="connsiteX0" fmla="*/ 333637 w 857297"/>
              <a:gd name="connsiteY0" fmla="*/ 705910 h 857172"/>
              <a:gd name="connsiteX1" fmla="*/ 292993 w 857297"/>
              <a:gd name="connsiteY1" fmla="*/ 707815 h 857172"/>
              <a:gd name="connsiteX2" fmla="*/ 427429 w 857297"/>
              <a:gd name="connsiteY2" fmla="*/ 507552 h 857172"/>
              <a:gd name="connsiteX3" fmla="*/ 409332 w 857297"/>
              <a:gd name="connsiteY3" fmla="*/ 528269 h 857172"/>
              <a:gd name="connsiteX4" fmla="*/ 408960 w 857297"/>
              <a:gd name="connsiteY4" fmla="*/ 528726 h 857172"/>
              <a:gd name="connsiteX5" fmla="*/ 385148 w 857297"/>
              <a:gd name="connsiteY5" fmla="*/ 561416 h 857172"/>
              <a:gd name="connsiteX6" fmla="*/ 333637 w 857297"/>
              <a:gd name="connsiteY6" fmla="*/ 705910 h 857172"/>
              <a:gd name="connsiteX7" fmla="*/ 541796 w 857297"/>
              <a:gd name="connsiteY7" fmla="*/ 437305 h 857172"/>
              <a:gd name="connsiteX8" fmla="*/ 522746 w 857297"/>
              <a:gd name="connsiteY8" fmla="*/ 447726 h 857172"/>
              <a:gd name="connsiteX9" fmla="*/ 432982 w 857297"/>
              <a:gd name="connsiteY9" fmla="*/ 525926 h 857172"/>
              <a:gd name="connsiteX10" fmla="*/ 643075 w 857297"/>
              <a:gd name="connsiteY10" fmla="*/ 447669 h 857172"/>
              <a:gd name="connsiteX11" fmla="*/ 706350 w 857297"/>
              <a:gd name="connsiteY11" fmla="*/ 364801 h 857172"/>
              <a:gd name="connsiteX12" fmla="*/ 721790 w 857297"/>
              <a:gd name="connsiteY12" fmla="*/ 294411 h 857172"/>
              <a:gd name="connsiteX13" fmla="*/ 715827 w 857297"/>
              <a:gd name="connsiteY13" fmla="*/ 278343 h 857172"/>
              <a:gd name="connsiteX14" fmla="*/ 695063 w 857297"/>
              <a:gd name="connsiteY14" fmla="*/ 294640 h 857172"/>
              <a:gd name="connsiteX15" fmla="*/ 666297 w 857297"/>
              <a:gd name="connsiteY15" fmla="*/ 299812 h 857172"/>
              <a:gd name="connsiteX16" fmla="*/ 637875 w 857297"/>
              <a:gd name="connsiteY16" fmla="*/ 300469 h 857172"/>
              <a:gd name="connsiteX17" fmla="*/ 472006 w 857297"/>
              <a:gd name="connsiteY17" fmla="*/ 346599 h 857172"/>
              <a:gd name="connsiteX18" fmla="*/ 415075 w 857297"/>
              <a:gd name="connsiteY18" fmla="*/ 496141 h 857172"/>
              <a:gd name="connsiteX19" fmla="*/ 514135 w 857297"/>
              <a:gd name="connsiteY19" fmla="*/ 433676 h 857172"/>
              <a:gd name="connsiteX20" fmla="*/ 514593 w 857297"/>
              <a:gd name="connsiteY20" fmla="*/ 433429 h 857172"/>
              <a:gd name="connsiteX21" fmla="*/ 533881 w 857297"/>
              <a:gd name="connsiteY21" fmla="*/ 422866 h 857172"/>
              <a:gd name="connsiteX22" fmla="*/ 611719 w 857297"/>
              <a:gd name="connsiteY22" fmla="*/ 375193 h 857172"/>
              <a:gd name="connsiteX23" fmla="*/ 623316 w 857297"/>
              <a:gd name="connsiteY23" fmla="*/ 376312 h 857172"/>
              <a:gd name="connsiteX24" fmla="*/ 622196 w 857297"/>
              <a:gd name="connsiteY24" fmla="*/ 387909 h 857172"/>
              <a:gd name="connsiteX25" fmla="*/ 541796 w 857297"/>
              <a:gd name="connsiteY25" fmla="*/ 437296 h 857172"/>
              <a:gd name="connsiteX26" fmla="*/ 203563 w 857297"/>
              <a:gd name="connsiteY26" fmla="*/ 254425 h 857172"/>
              <a:gd name="connsiteX27" fmla="*/ 180703 w 857297"/>
              <a:gd name="connsiteY27" fmla="*/ 248396 h 857172"/>
              <a:gd name="connsiteX28" fmla="*/ 158443 w 857297"/>
              <a:gd name="connsiteY28" fmla="*/ 238623 h 857172"/>
              <a:gd name="connsiteX29" fmla="*/ 145108 w 857297"/>
              <a:gd name="connsiteY29" fmla="*/ 223155 h 857172"/>
              <a:gd name="connsiteX30" fmla="*/ 138688 w 857297"/>
              <a:gd name="connsiteY30" fmla="*/ 234252 h 857172"/>
              <a:gd name="connsiteX31" fmla="*/ 138793 w 857297"/>
              <a:gd name="connsiteY31" fmla="*/ 293230 h 857172"/>
              <a:gd name="connsiteX32" fmla="*/ 173931 w 857297"/>
              <a:gd name="connsiteY32" fmla="*/ 370459 h 857172"/>
              <a:gd name="connsiteX33" fmla="*/ 335389 w 857297"/>
              <a:gd name="connsiteY33" fmla="*/ 472891 h 857172"/>
              <a:gd name="connsiteX34" fmla="*/ 236901 w 857297"/>
              <a:gd name="connsiteY34" fmla="*/ 366716 h 857172"/>
              <a:gd name="connsiteX35" fmla="*/ 196896 w 857297"/>
              <a:gd name="connsiteY35" fmla="*/ 335407 h 857172"/>
              <a:gd name="connsiteX36" fmla="*/ 196302 w 857297"/>
              <a:gd name="connsiteY36" fmla="*/ 323770 h 857172"/>
              <a:gd name="connsiteX37" fmla="*/ 207939 w 857297"/>
              <a:gd name="connsiteY37" fmla="*/ 323177 h 857172"/>
              <a:gd name="connsiteX38" fmla="*/ 208249 w 857297"/>
              <a:gd name="connsiteY38" fmla="*/ 323472 h 857172"/>
              <a:gd name="connsiteX39" fmla="*/ 246521 w 857297"/>
              <a:gd name="connsiteY39" fmla="*/ 353371 h 857172"/>
              <a:gd name="connsiteX40" fmla="*/ 342485 w 857297"/>
              <a:gd name="connsiteY40" fmla="*/ 449488 h 857172"/>
              <a:gd name="connsiteX41" fmla="*/ 327722 w 857297"/>
              <a:gd name="connsiteY41" fmla="*/ 326082 h 857172"/>
              <a:gd name="connsiteX42" fmla="*/ 203563 w 857297"/>
              <a:gd name="connsiteY42" fmla="*/ 254425 h 857172"/>
              <a:gd name="connsiteX43" fmla="*/ 352610 w 857297"/>
              <a:gd name="connsiteY43" fmla="*/ 553396 h 857172"/>
              <a:gd name="connsiteX44" fmla="*/ 368089 w 857297"/>
              <a:gd name="connsiteY44" fmla="*/ 536775 h 857172"/>
              <a:gd name="connsiteX45" fmla="*/ 360802 w 857297"/>
              <a:gd name="connsiteY45" fmla="*/ 495036 h 857172"/>
              <a:gd name="connsiteX46" fmla="*/ 357220 w 857297"/>
              <a:gd name="connsiteY46" fmla="*/ 494341 h 857172"/>
              <a:gd name="connsiteX47" fmla="*/ 346943 w 857297"/>
              <a:gd name="connsiteY47" fmla="*/ 492322 h 857172"/>
              <a:gd name="connsiteX48" fmla="*/ 342447 w 857297"/>
              <a:gd name="connsiteY48" fmla="*/ 491446 h 857172"/>
              <a:gd name="connsiteX49" fmla="*/ 352610 w 857297"/>
              <a:gd name="connsiteY49" fmla="*/ 553396 h 857172"/>
              <a:gd name="connsiteX50" fmla="*/ 38657 w 857297"/>
              <a:gd name="connsiteY50" fmla="*/ 541347 h 857172"/>
              <a:gd name="connsiteX51" fmla="*/ 315242 w 857297"/>
              <a:gd name="connsiteY51" fmla="*/ 38564 h 857172"/>
              <a:gd name="connsiteX52" fmla="*/ 690253 w 857297"/>
              <a:gd name="connsiteY52" fmla="*/ 118332 h 857172"/>
              <a:gd name="connsiteX53" fmla="*/ 644914 w 857297"/>
              <a:gd name="connsiteY53" fmla="*/ 124047 h 857172"/>
              <a:gd name="connsiteX54" fmla="*/ 634813 w 857297"/>
              <a:gd name="connsiteY54" fmla="*/ 136547 h 857172"/>
              <a:gd name="connsiteX55" fmla="*/ 647313 w 857297"/>
              <a:gd name="connsiteY55" fmla="*/ 146647 h 857172"/>
              <a:gd name="connsiteX56" fmla="*/ 647676 w 857297"/>
              <a:gd name="connsiteY56" fmla="*/ 146602 h 857172"/>
              <a:gd name="connsiteX57" fmla="*/ 717142 w 857297"/>
              <a:gd name="connsiteY57" fmla="*/ 137859 h 857172"/>
              <a:gd name="connsiteX58" fmla="*/ 727743 w 857297"/>
              <a:gd name="connsiteY58" fmla="*/ 125782 h 857172"/>
              <a:gd name="connsiteX59" fmla="*/ 727572 w 857297"/>
              <a:gd name="connsiteY59" fmla="*/ 124419 h 857172"/>
              <a:gd name="connsiteX60" fmla="*/ 718847 w 857297"/>
              <a:gd name="connsiteY60" fmla="*/ 55029 h 857172"/>
              <a:gd name="connsiteX61" fmla="*/ 706188 w 857297"/>
              <a:gd name="connsiteY61" fmla="*/ 45142 h 857172"/>
              <a:gd name="connsiteX62" fmla="*/ 696301 w 857297"/>
              <a:gd name="connsiteY62" fmla="*/ 57801 h 857172"/>
              <a:gd name="connsiteX63" fmla="*/ 701349 w 857297"/>
              <a:gd name="connsiteY63" fmla="*/ 97968 h 857172"/>
              <a:gd name="connsiteX64" fmla="*/ 97958 w 857297"/>
              <a:gd name="connsiteY64" fmla="*/ 155915 h 857172"/>
              <a:gd name="connsiteX65" fmla="*/ 65955 w 857297"/>
              <a:gd name="connsiteY65" fmla="*/ 657085 h 857172"/>
              <a:gd name="connsiteX66" fmla="*/ 81731 w 857297"/>
              <a:gd name="connsiteY66" fmla="*/ 660288 h 857172"/>
              <a:gd name="connsiteX67" fmla="*/ 85215 w 857297"/>
              <a:gd name="connsiteY67" fmla="*/ 644960 h 857172"/>
              <a:gd name="connsiteX68" fmla="*/ 38657 w 857297"/>
              <a:gd name="connsiteY68" fmla="*/ 541347 h 857172"/>
              <a:gd name="connsiteX69" fmla="*/ 840500 w 857297"/>
              <a:gd name="connsiteY69" fmla="*/ 309651 h 857172"/>
              <a:gd name="connsiteX70" fmla="*/ 791361 w 857297"/>
              <a:gd name="connsiteY70" fmla="*/ 200171 h 857172"/>
              <a:gd name="connsiteX71" fmla="*/ 775585 w 857297"/>
              <a:gd name="connsiteY71" fmla="*/ 196969 h 857172"/>
              <a:gd name="connsiteX72" fmla="*/ 772101 w 857297"/>
              <a:gd name="connsiteY72" fmla="*/ 212296 h 857172"/>
              <a:gd name="connsiteX73" fmla="*/ 645494 w 857297"/>
              <a:gd name="connsiteY73" fmla="*/ 772063 h 857172"/>
              <a:gd name="connsiteX74" fmla="*/ 167063 w 857297"/>
              <a:gd name="connsiteY74" fmla="*/ 738905 h 857172"/>
              <a:gd name="connsiteX75" fmla="*/ 212402 w 857297"/>
              <a:gd name="connsiteY75" fmla="*/ 733190 h 857172"/>
              <a:gd name="connsiteX76" fmla="*/ 222503 w 857297"/>
              <a:gd name="connsiteY76" fmla="*/ 720690 h 857172"/>
              <a:gd name="connsiteX77" fmla="*/ 210003 w 857297"/>
              <a:gd name="connsiteY77" fmla="*/ 710590 h 857172"/>
              <a:gd name="connsiteX78" fmla="*/ 209640 w 857297"/>
              <a:gd name="connsiteY78" fmla="*/ 710635 h 857172"/>
              <a:gd name="connsiteX79" fmla="*/ 140174 w 857297"/>
              <a:gd name="connsiteY79" fmla="*/ 719379 h 857172"/>
              <a:gd name="connsiteX80" fmla="*/ 129522 w 857297"/>
              <a:gd name="connsiteY80" fmla="*/ 731412 h 857172"/>
              <a:gd name="connsiteX81" fmla="*/ 129697 w 857297"/>
              <a:gd name="connsiteY81" fmla="*/ 732819 h 857172"/>
              <a:gd name="connsiteX82" fmla="*/ 138422 w 857297"/>
              <a:gd name="connsiteY82" fmla="*/ 802208 h 857172"/>
              <a:gd name="connsiteX83" fmla="*/ 151080 w 857297"/>
              <a:gd name="connsiteY83" fmla="*/ 812095 h 857172"/>
              <a:gd name="connsiteX84" fmla="*/ 160967 w 857297"/>
              <a:gd name="connsiteY84" fmla="*/ 799436 h 857172"/>
              <a:gd name="connsiteX85" fmla="*/ 155919 w 857297"/>
              <a:gd name="connsiteY85" fmla="*/ 759269 h 857172"/>
              <a:gd name="connsiteX86" fmla="*/ 759400 w 857297"/>
              <a:gd name="connsiteY86" fmla="*/ 701132 h 857172"/>
              <a:gd name="connsiteX87" fmla="*/ 840500 w 857297"/>
              <a:gd name="connsiteY87" fmla="*/ 309651 h 85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857297" h="857172">
                <a:moveTo>
                  <a:pt x="333637" y="705910"/>
                </a:moveTo>
                <a:lnTo>
                  <a:pt x="292993" y="707815"/>
                </a:lnTo>
                <a:cubicBezTo>
                  <a:pt x="313396" y="614232"/>
                  <a:pt x="367479" y="552691"/>
                  <a:pt x="427429" y="507552"/>
                </a:cubicBezTo>
                <a:cubicBezTo>
                  <a:pt x="421079" y="514366"/>
                  <a:pt x="415047" y="521271"/>
                  <a:pt x="409332" y="528269"/>
                </a:cubicBezTo>
                <a:cubicBezTo>
                  <a:pt x="409197" y="528413"/>
                  <a:pt x="409074" y="528565"/>
                  <a:pt x="408960" y="528726"/>
                </a:cubicBezTo>
                <a:cubicBezTo>
                  <a:pt x="400444" y="539190"/>
                  <a:pt x="392495" y="550102"/>
                  <a:pt x="385148" y="561416"/>
                </a:cubicBezTo>
                <a:cubicBezTo>
                  <a:pt x="356643" y="604756"/>
                  <a:pt x="338976" y="654313"/>
                  <a:pt x="333637" y="705910"/>
                </a:cubicBezTo>
                <a:close/>
                <a:moveTo>
                  <a:pt x="541796" y="437305"/>
                </a:moveTo>
                <a:cubicBezTo>
                  <a:pt x="535573" y="440696"/>
                  <a:pt x="529223" y="444170"/>
                  <a:pt x="522746" y="447726"/>
                </a:cubicBezTo>
                <a:cubicBezTo>
                  <a:pt x="489840" y="470153"/>
                  <a:pt x="459709" y="496403"/>
                  <a:pt x="432982" y="525926"/>
                </a:cubicBezTo>
                <a:cubicBezTo>
                  <a:pt x="510372" y="527241"/>
                  <a:pt x="585405" y="499292"/>
                  <a:pt x="643075" y="447669"/>
                </a:cubicBezTo>
                <a:cubicBezTo>
                  <a:pt x="669280" y="424353"/>
                  <a:pt x="690760" y="396221"/>
                  <a:pt x="706350" y="364801"/>
                </a:cubicBezTo>
                <a:cubicBezTo>
                  <a:pt x="718117" y="343296"/>
                  <a:pt x="723475" y="318868"/>
                  <a:pt x="721790" y="294411"/>
                </a:cubicBezTo>
                <a:cubicBezTo>
                  <a:pt x="721069" y="288667"/>
                  <a:pt x="719028" y="283167"/>
                  <a:pt x="715827" y="278343"/>
                </a:cubicBezTo>
                <a:cubicBezTo>
                  <a:pt x="711251" y="286236"/>
                  <a:pt x="703817" y="292070"/>
                  <a:pt x="695063" y="294640"/>
                </a:cubicBezTo>
                <a:cubicBezTo>
                  <a:pt x="685662" y="297281"/>
                  <a:pt x="676029" y="299013"/>
                  <a:pt x="666297" y="299812"/>
                </a:cubicBezTo>
                <a:cubicBezTo>
                  <a:pt x="656865" y="300926"/>
                  <a:pt x="647348" y="301146"/>
                  <a:pt x="637875" y="300469"/>
                </a:cubicBezTo>
                <a:cubicBezTo>
                  <a:pt x="554788" y="291411"/>
                  <a:pt x="504410" y="309042"/>
                  <a:pt x="472006" y="346599"/>
                </a:cubicBezTo>
                <a:cubicBezTo>
                  <a:pt x="442345" y="381003"/>
                  <a:pt x="426896" y="432648"/>
                  <a:pt x="415075" y="496141"/>
                </a:cubicBezTo>
                <a:cubicBezTo>
                  <a:pt x="446529" y="472933"/>
                  <a:pt x="479637" y="452055"/>
                  <a:pt x="514135" y="433676"/>
                </a:cubicBezTo>
                <a:lnTo>
                  <a:pt x="514593" y="433429"/>
                </a:lnTo>
                <a:cubicBezTo>
                  <a:pt x="521136" y="429809"/>
                  <a:pt x="527585" y="426304"/>
                  <a:pt x="533881" y="422866"/>
                </a:cubicBezTo>
                <a:cubicBezTo>
                  <a:pt x="561151" y="409246"/>
                  <a:pt x="587194" y="393295"/>
                  <a:pt x="611719" y="375193"/>
                </a:cubicBezTo>
                <a:cubicBezTo>
                  <a:pt x="615231" y="372299"/>
                  <a:pt x="620422" y="372801"/>
                  <a:pt x="623316" y="376312"/>
                </a:cubicBezTo>
                <a:cubicBezTo>
                  <a:pt x="626209" y="379823"/>
                  <a:pt x="625708" y="385015"/>
                  <a:pt x="622196" y="387909"/>
                </a:cubicBezTo>
                <a:cubicBezTo>
                  <a:pt x="596893" y="406692"/>
                  <a:pt x="569990" y="423218"/>
                  <a:pt x="541796" y="437296"/>
                </a:cubicBezTo>
                <a:close/>
                <a:moveTo>
                  <a:pt x="203563" y="254425"/>
                </a:moveTo>
                <a:cubicBezTo>
                  <a:pt x="195768" y="253149"/>
                  <a:pt x="188114" y="251131"/>
                  <a:pt x="180703" y="248396"/>
                </a:cubicBezTo>
                <a:cubicBezTo>
                  <a:pt x="172987" y="245861"/>
                  <a:pt x="165533" y="242588"/>
                  <a:pt x="158443" y="238623"/>
                </a:cubicBezTo>
                <a:cubicBezTo>
                  <a:pt x="152388" y="235110"/>
                  <a:pt x="147691" y="229661"/>
                  <a:pt x="145108" y="223155"/>
                </a:cubicBezTo>
                <a:cubicBezTo>
                  <a:pt x="142257" y="226394"/>
                  <a:pt x="140075" y="230165"/>
                  <a:pt x="138688" y="234252"/>
                </a:cubicBezTo>
                <a:cubicBezTo>
                  <a:pt x="133313" y="253549"/>
                  <a:pt x="133350" y="273953"/>
                  <a:pt x="138793" y="293230"/>
                </a:cubicBezTo>
                <a:cubicBezTo>
                  <a:pt x="145497" y="320970"/>
                  <a:pt x="157422" y="347180"/>
                  <a:pt x="173931" y="370459"/>
                </a:cubicBezTo>
                <a:cubicBezTo>
                  <a:pt x="212198" y="424495"/>
                  <a:pt x="270200" y="461292"/>
                  <a:pt x="335389" y="472891"/>
                </a:cubicBezTo>
                <a:cubicBezTo>
                  <a:pt x="312691" y="421170"/>
                  <a:pt x="271743" y="391747"/>
                  <a:pt x="236901" y="366716"/>
                </a:cubicBezTo>
                <a:cubicBezTo>
                  <a:pt x="222888" y="357175"/>
                  <a:pt x="209524" y="346716"/>
                  <a:pt x="196896" y="335407"/>
                </a:cubicBezTo>
                <a:cubicBezTo>
                  <a:pt x="193518" y="332357"/>
                  <a:pt x="193252" y="327148"/>
                  <a:pt x="196302" y="323770"/>
                </a:cubicBezTo>
                <a:cubicBezTo>
                  <a:pt x="199351" y="320393"/>
                  <a:pt x="204561" y="320127"/>
                  <a:pt x="207939" y="323177"/>
                </a:cubicBezTo>
                <a:cubicBezTo>
                  <a:pt x="208045" y="323272"/>
                  <a:pt x="208149" y="323371"/>
                  <a:pt x="208249" y="323472"/>
                </a:cubicBezTo>
                <a:cubicBezTo>
                  <a:pt x="220343" y="334260"/>
                  <a:pt x="233127" y="344248"/>
                  <a:pt x="246521" y="353371"/>
                </a:cubicBezTo>
                <a:cubicBezTo>
                  <a:pt x="279477" y="377041"/>
                  <a:pt x="317587" y="404435"/>
                  <a:pt x="342485" y="449488"/>
                </a:cubicBezTo>
                <a:cubicBezTo>
                  <a:pt x="344933" y="399796"/>
                  <a:pt x="342676" y="357991"/>
                  <a:pt x="327722" y="326082"/>
                </a:cubicBezTo>
                <a:cubicBezTo>
                  <a:pt x="309948" y="288153"/>
                  <a:pt x="273343" y="263350"/>
                  <a:pt x="203563" y="254425"/>
                </a:cubicBezTo>
                <a:close/>
                <a:moveTo>
                  <a:pt x="352610" y="553396"/>
                </a:moveTo>
                <a:cubicBezTo>
                  <a:pt x="357582" y="547732"/>
                  <a:pt x="362742" y="542192"/>
                  <a:pt x="368089" y="536775"/>
                </a:cubicBezTo>
                <a:cubicBezTo>
                  <a:pt x="366883" y="522676"/>
                  <a:pt x="364444" y="508710"/>
                  <a:pt x="360802" y="495036"/>
                </a:cubicBezTo>
                <a:lnTo>
                  <a:pt x="357220" y="494341"/>
                </a:lnTo>
                <a:lnTo>
                  <a:pt x="346943" y="492322"/>
                </a:lnTo>
                <a:lnTo>
                  <a:pt x="342447" y="491446"/>
                </a:lnTo>
                <a:cubicBezTo>
                  <a:pt x="348691" y="511524"/>
                  <a:pt x="352111" y="532375"/>
                  <a:pt x="352610" y="553396"/>
                </a:cubicBezTo>
                <a:close/>
                <a:moveTo>
                  <a:pt x="38657" y="541347"/>
                </a:moveTo>
                <a:cubicBezTo>
                  <a:pt x="-23806" y="326131"/>
                  <a:pt x="100025" y="101026"/>
                  <a:pt x="315242" y="38564"/>
                </a:cubicBezTo>
                <a:cubicBezTo>
                  <a:pt x="445717" y="695"/>
                  <a:pt x="586486" y="30638"/>
                  <a:pt x="690253" y="118332"/>
                </a:cubicBezTo>
                <a:lnTo>
                  <a:pt x="644914" y="124047"/>
                </a:lnTo>
                <a:cubicBezTo>
                  <a:pt x="638673" y="124710"/>
                  <a:pt x="634151" y="130306"/>
                  <a:pt x="634813" y="136547"/>
                </a:cubicBezTo>
                <a:cubicBezTo>
                  <a:pt x="635476" y="142788"/>
                  <a:pt x="641072" y="147309"/>
                  <a:pt x="647313" y="146647"/>
                </a:cubicBezTo>
                <a:cubicBezTo>
                  <a:pt x="647434" y="146634"/>
                  <a:pt x="647555" y="146620"/>
                  <a:pt x="647676" y="146602"/>
                </a:cubicBezTo>
                <a:lnTo>
                  <a:pt x="717142" y="137859"/>
                </a:lnTo>
                <a:cubicBezTo>
                  <a:pt x="723404" y="137451"/>
                  <a:pt x="728151" y="132044"/>
                  <a:pt x="727743" y="125782"/>
                </a:cubicBezTo>
                <a:cubicBezTo>
                  <a:pt x="727713" y="125325"/>
                  <a:pt x="727656" y="124869"/>
                  <a:pt x="727572" y="124419"/>
                </a:cubicBezTo>
                <a:lnTo>
                  <a:pt x="718847" y="55029"/>
                </a:lnTo>
                <a:cubicBezTo>
                  <a:pt x="718081" y="48804"/>
                  <a:pt x="712414" y="44377"/>
                  <a:pt x="706188" y="45142"/>
                </a:cubicBezTo>
                <a:cubicBezTo>
                  <a:pt x="699962" y="45908"/>
                  <a:pt x="695535" y="51575"/>
                  <a:pt x="696301" y="57801"/>
                </a:cubicBezTo>
                <a:lnTo>
                  <a:pt x="701349" y="97968"/>
                </a:lnTo>
                <a:cubicBezTo>
                  <a:pt x="518725" y="-52652"/>
                  <a:pt x="248578" y="-26709"/>
                  <a:pt x="97958" y="155915"/>
                </a:cubicBezTo>
                <a:cubicBezTo>
                  <a:pt x="-19704" y="298577"/>
                  <a:pt x="-32605" y="500616"/>
                  <a:pt x="65955" y="657085"/>
                </a:cubicBezTo>
                <a:cubicBezTo>
                  <a:pt x="69427" y="662326"/>
                  <a:pt x="76490" y="663759"/>
                  <a:pt x="81731" y="660288"/>
                </a:cubicBezTo>
                <a:cubicBezTo>
                  <a:pt x="86800" y="656929"/>
                  <a:pt x="88334" y="650180"/>
                  <a:pt x="85215" y="644960"/>
                </a:cubicBezTo>
                <a:cubicBezTo>
                  <a:pt x="64886" y="612791"/>
                  <a:pt x="49211" y="577908"/>
                  <a:pt x="38657" y="541347"/>
                </a:cubicBezTo>
                <a:close/>
                <a:moveTo>
                  <a:pt x="840500" y="309651"/>
                </a:moveTo>
                <a:cubicBezTo>
                  <a:pt x="829358" y="271026"/>
                  <a:pt x="812815" y="234169"/>
                  <a:pt x="791361" y="200171"/>
                </a:cubicBezTo>
                <a:cubicBezTo>
                  <a:pt x="787889" y="194930"/>
                  <a:pt x="780826" y="193497"/>
                  <a:pt x="775585" y="196969"/>
                </a:cubicBezTo>
                <a:cubicBezTo>
                  <a:pt x="770516" y="200327"/>
                  <a:pt x="768981" y="207077"/>
                  <a:pt x="772101" y="212296"/>
                </a:cubicBezTo>
                <a:cubicBezTo>
                  <a:pt x="891715" y="401833"/>
                  <a:pt x="835031" y="652449"/>
                  <a:pt x="645494" y="772063"/>
                </a:cubicBezTo>
                <a:cubicBezTo>
                  <a:pt x="495844" y="866504"/>
                  <a:pt x="302254" y="853087"/>
                  <a:pt x="167063" y="738905"/>
                </a:cubicBezTo>
                <a:lnTo>
                  <a:pt x="212402" y="733190"/>
                </a:lnTo>
                <a:cubicBezTo>
                  <a:pt x="218643" y="732527"/>
                  <a:pt x="223165" y="726931"/>
                  <a:pt x="222503" y="720690"/>
                </a:cubicBezTo>
                <a:cubicBezTo>
                  <a:pt x="221840" y="714450"/>
                  <a:pt x="216244" y="709928"/>
                  <a:pt x="210003" y="710590"/>
                </a:cubicBezTo>
                <a:cubicBezTo>
                  <a:pt x="209882" y="710603"/>
                  <a:pt x="209761" y="710618"/>
                  <a:pt x="209640" y="710635"/>
                </a:cubicBezTo>
                <a:lnTo>
                  <a:pt x="140174" y="719379"/>
                </a:lnTo>
                <a:cubicBezTo>
                  <a:pt x="133910" y="719760"/>
                  <a:pt x="129142" y="725147"/>
                  <a:pt x="129522" y="731412"/>
                </a:cubicBezTo>
                <a:cubicBezTo>
                  <a:pt x="129551" y="731884"/>
                  <a:pt x="129609" y="732354"/>
                  <a:pt x="129697" y="732819"/>
                </a:cubicBezTo>
                <a:lnTo>
                  <a:pt x="138422" y="802208"/>
                </a:lnTo>
                <a:cubicBezTo>
                  <a:pt x="139188" y="808434"/>
                  <a:pt x="144855" y="812861"/>
                  <a:pt x="151080" y="812095"/>
                </a:cubicBezTo>
                <a:cubicBezTo>
                  <a:pt x="157306" y="811329"/>
                  <a:pt x="161733" y="805662"/>
                  <a:pt x="160967" y="799436"/>
                </a:cubicBezTo>
                <a:lnTo>
                  <a:pt x="155919" y="759269"/>
                </a:lnTo>
                <a:cubicBezTo>
                  <a:pt x="338620" y="909860"/>
                  <a:pt x="608808" y="883833"/>
                  <a:pt x="759400" y="701132"/>
                </a:cubicBezTo>
                <a:cubicBezTo>
                  <a:pt x="849351" y="592003"/>
                  <a:pt x="879693" y="445533"/>
                  <a:pt x="840500" y="309651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2059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B6EFC-0A44-D553-FBFE-CA72F9F9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 descr="A group of people working on computers&#10;&#10;Description automatically generated">
            <a:extLst>
              <a:ext uri="{FF2B5EF4-FFF2-40B4-BE49-F238E27FC236}">
                <a16:creationId xmlns:a16="http://schemas.microsoft.com/office/drawing/2014/main" id="{074C1EA7-C325-DC9A-6F97-FAC55282E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2" r="12011"/>
          <a:stretch/>
        </p:blipFill>
        <p:spPr>
          <a:xfrm>
            <a:off x="3779241" y="0"/>
            <a:ext cx="8412759" cy="6882148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6E502710-B369-8E3E-2673-8069E826AC6B}"/>
              </a:ext>
            </a:extLst>
          </p:cNvPr>
          <p:cNvSpPr/>
          <p:nvPr/>
        </p:nvSpPr>
        <p:spPr>
          <a:xfrm>
            <a:off x="3779241" y="0"/>
            <a:ext cx="8412759" cy="6882148"/>
          </a:xfrm>
          <a:prstGeom prst="rect">
            <a:avLst/>
          </a:prstGeom>
          <a:solidFill>
            <a:schemeClr val="tx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228B8F9C-09BD-28C5-4373-49D78D83D78A}"/>
              </a:ext>
            </a:extLst>
          </p:cNvPr>
          <p:cNvSpPr/>
          <p:nvPr/>
        </p:nvSpPr>
        <p:spPr>
          <a:xfrm>
            <a:off x="1" y="0"/>
            <a:ext cx="4523085" cy="6882148"/>
          </a:xfrm>
          <a:custGeom>
            <a:avLst/>
            <a:gdLst>
              <a:gd name="connsiteX0" fmla="*/ 0 w 4523085"/>
              <a:gd name="connsiteY0" fmla="*/ 0 h 6882148"/>
              <a:gd name="connsiteX1" fmla="*/ 3975599 w 4523085"/>
              <a:gd name="connsiteY1" fmla="*/ 0 h 6882148"/>
              <a:gd name="connsiteX2" fmla="*/ 4030712 w 4523085"/>
              <a:gd name="connsiteY2" fmla="*/ 162065 h 6882148"/>
              <a:gd name="connsiteX3" fmla="*/ 4523085 w 4523085"/>
              <a:gd name="connsiteY3" fmla="*/ 3453149 h 6882148"/>
              <a:gd name="connsiteX4" fmla="*/ 4030713 w 4523085"/>
              <a:gd name="connsiteY4" fmla="*/ 6744234 h 6882148"/>
              <a:gd name="connsiteX5" fmla="*/ 3986056 w 4523085"/>
              <a:gd name="connsiteY5" fmla="*/ 6882148 h 6882148"/>
              <a:gd name="connsiteX6" fmla="*/ 0 w 4523085"/>
              <a:gd name="connsiteY6" fmla="*/ 6882148 h 688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23085" h="6882148">
                <a:moveTo>
                  <a:pt x="0" y="0"/>
                </a:moveTo>
                <a:lnTo>
                  <a:pt x="3975599" y="0"/>
                </a:lnTo>
                <a:lnTo>
                  <a:pt x="4030712" y="162065"/>
                </a:lnTo>
                <a:cubicBezTo>
                  <a:pt x="4350793" y="1202518"/>
                  <a:pt x="4523085" y="2307713"/>
                  <a:pt x="4523085" y="3453149"/>
                </a:cubicBezTo>
                <a:cubicBezTo>
                  <a:pt x="4523085" y="4598586"/>
                  <a:pt x="4350794" y="5703781"/>
                  <a:pt x="4030713" y="6744234"/>
                </a:cubicBezTo>
                <a:lnTo>
                  <a:pt x="3986056" y="6882148"/>
                </a:lnTo>
                <a:lnTo>
                  <a:pt x="0" y="68821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3E0A-7FCB-BE86-3001-96DA029A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91541"/>
            <a:ext cx="4401487" cy="502920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</a:rPr>
              <a:t>Lorem Ipsum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767CD14-A724-1B57-FD38-3F608E310953}"/>
              </a:ext>
            </a:extLst>
          </p:cNvPr>
          <p:cNvGrpSpPr/>
          <p:nvPr/>
        </p:nvGrpSpPr>
        <p:grpSpPr>
          <a:xfrm>
            <a:off x="365123" y="1157555"/>
            <a:ext cx="3698875" cy="780257"/>
            <a:chOff x="365123" y="1157555"/>
            <a:chExt cx="3698875" cy="780257"/>
          </a:xfrm>
        </p:grpSpPr>
        <p:sp>
          <p:nvSpPr>
            <p:cNvPr id="70" name="Rectangle: Top Corners Rounded 69">
              <a:extLst>
                <a:ext uri="{FF2B5EF4-FFF2-40B4-BE49-F238E27FC236}">
                  <a16:creationId xmlns:a16="http://schemas.microsoft.com/office/drawing/2014/main" id="{95DD98A6-001C-A7C2-1B32-49F7CD99F3D6}"/>
                </a:ext>
              </a:extLst>
            </p:cNvPr>
            <p:cNvSpPr/>
            <p:nvPr/>
          </p:nvSpPr>
          <p:spPr>
            <a:xfrm rot="5400000">
              <a:off x="2064357" y="-541679"/>
              <a:ext cx="300408" cy="3698875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91440" bIns="91440" rtlCol="0" anchor="ctr"/>
            <a:lstStyle/>
            <a:p>
              <a:r>
                <a:rPr lang="en-IN" sz="1400" b="1" dirty="0"/>
                <a:t>Lorem Ipsum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DD54BE4-1101-7C6E-3482-F3060EB6F62C}"/>
                </a:ext>
              </a:extLst>
            </p:cNvPr>
            <p:cNvSpPr txBox="1"/>
            <p:nvPr/>
          </p:nvSpPr>
          <p:spPr>
            <a:xfrm>
              <a:off x="365124" y="1476147"/>
              <a:ext cx="3129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Lorem Ipsum is simply dummy text of the printing and typesetting industry.</a:t>
              </a:r>
              <a:endParaRPr lang="en-IN" sz="120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F36FF3B-A04D-04BF-00DB-09DD1569CC77}"/>
              </a:ext>
            </a:extLst>
          </p:cNvPr>
          <p:cNvGrpSpPr/>
          <p:nvPr/>
        </p:nvGrpSpPr>
        <p:grpSpPr>
          <a:xfrm>
            <a:off x="365123" y="2018197"/>
            <a:ext cx="3698875" cy="780257"/>
            <a:chOff x="365123" y="2132915"/>
            <a:chExt cx="3698875" cy="780257"/>
          </a:xfrm>
        </p:grpSpPr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F72D5763-1E81-982C-CB15-43A789841069}"/>
                </a:ext>
              </a:extLst>
            </p:cNvPr>
            <p:cNvSpPr/>
            <p:nvPr/>
          </p:nvSpPr>
          <p:spPr>
            <a:xfrm rot="5400000">
              <a:off x="2064357" y="433681"/>
              <a:ext cx="300407" cy="3698875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91440" bIns="91440" rtlCol="0" anchor="ctr"/>
            <a:lstStyle/>
            <a:p>
              <a:r>
                <a:rPr lang="en-IN" sz="1400" b="1" dirty="0"/>
                <a:t>Lorem Ipsum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CD3A29B-7678-3AD4-4BDC-A4D8E7AF4AE3}"/>
                </a:ext>
              </a:extLst>
            </p:cNvPr>
            <p:cNvSpPr txBox="1"/>
            <p:nvPr/>
          </p:nvSpPr>
          <p:spPr>
            <a:xfrm>
              <a:off x="365124" y="2451507"/>
              <a:ext cx="3129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Lorem Ipsum is simply dummy text of the printing and typesetting industry.</a:t>
              </a:r>
              <a:endParaRPr lang="en-IN" sz="1200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25963A9-7133-BDD3-5F97-0600733479F6}"/>
              </a:ext>
            </a:extLst>
          </p:cNvPr>
          <p:cNvGrpSpPr/>
          <p:nvPr/>
        </p:nvGrpSpPr>
        <p:grpSpPr>
          <a:xfrm>
            <a:off x="365123" y="2878839"/>
            <a:ext cx="3698875" cy="780257"/>
            <a:chOff x="365123" y="2913347"/>
            <a:chExt cx="3698875" cy="780257"/>
          </a:xfrm>
        </p:grpSpPr>
        <p:sp>
          <p:nvSpPr>
            <p:cNvPr id="76" name="Rectangle: Top Corners Rounded 75">
              <a:extLst>
                <a:ext uri="{FF2B5EF4-FFF2-40B4-BE49-F238E27FC236}">
                  <a16:creationId xmlns:a16="http://schemas.microsoft.com/office/drawing/2014/main" id="{F4A93C15-A57F-8E27-D433-BF41AF96DAF4}"/>
                </a:ext>
              </a:extLst>
            </p:cNvPr>
            <p:cNvSpPr/>
            <p:nvPr/>
          </p:nvSpPr>
          <p:spPr>
            <a:xfrm rot="5400000">
              <a:off x="2064357" y="1214113"/>
              <a:ext cx="300407" cy="3698875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91440" bIns="91440" rtlCol="0" anchor="ctr"/>
            <a:lstStyle/>
            <a:p>
              <a:r>
                <a:rPr lang="en-IN" sz="1400" b="1" dirty="0"/>
                <a:t>Lorem Ipsum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76B1AD2-42AA-3A48-7C4A-DA48D509BB39}"/>
                </a:ext>
              </a:extLst>
            </p:cNvPr>
            <p:cNvSpPr txBox="1"/>
            <p:nvPr/>
          </p:nvSpPr>
          <p:spPr>
            <a:xfrm>
              <a:off x="365124" y="3231939"/>
              <a:ext cx="3129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Lorem Ipsum is simply dummy text of the printing and typesetting industry.</a:t>
              </a:r>
              <a:endParaRPr lang="en-IN" sz="12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CD9992C-CF98-2BFB-CF2B-5D21D2B98153}"/>
              </a:ext>
            </a:extLst>
          </p:cNvPr>
          <p:cNvGrpSpPr/>
          <p:nvPr/>
        </p:nvGrpSpPr>
        <p:grpSpPr>
          <a:xfrm>
            <a:off x="365123" y="3739481"/>
            <a:ext cx="3698875" cy="780257"/>
            <a:chOff x="365123" y="3601616"/>
            <a:chExt cx="3698875" cy="780257"/>
          </a:xfrm>
        </p:grpSpPr>
        <p:sp>
          <p:nvSpPr>
            <p:cNvPr id="79" name="Rectangle: Top Corners Rounded 78">
              <a:extLst>
                <a:ext uri="{FF2B5EF4-FFF2-40B4-BE49-F238E27FC236}">
                  <a16:creationId xmlns:a16="http://schemas.microsoft.com/office/drawing/2014/main" id="{F4BC6ED5-B673-4374-D2C8-D6DB87150397}"/>
                </a:ext>
              </a:extLst>
            </p:cNvPr>
            <p:cNvSpPr/>
            <p:nvPr/>
          </p:nvSpPr>
          <p:spPr>
            <a:xfrm rot="5400000">
              <a:off x="2064357" y="1902382"/>
              <a:ext cx="300407" cy="3698875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91440" bIns="91440" rtlCol="0" anchor="ctr"/>
            <a:lstStyle/>
            <a:p>
              <a:r>
                <a:rPr lang="en-IN" sz="1400" b="1" dirty="0"/>
                <a:t>Lorem Ipsum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DA6A899-756F-9E93-D221-5747708D68C4}"/>
                </a:ext>
              </a:extLst>
            </p:cNvPr>
            <p:cNvSpPr txBox="1"/>
            <p:nvPr/>
          </p:nvSpPr>
          <p:spPr>
            <a:xfrm>
              <a:off x="365124" y="3920208"/>
              <a:ext cx="3129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Lorem Ipsum is simply dummy text of the printing and typesetting industry.</a:t>
              </a:r>
              <a:endParaRPr lang="en-IN" sz="1200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3DA8448-7F51-4E95-78FF-C6F47CC84F5C}"/>
              </a:ext>
            </a:extLst>
          </p:cNvPr>
          <p:cNvGrpSpPr/>
          <p:nvPr/>
        </p:nvGrpSpPr>
        <p:grpSpPr>
          <a:xfrm>
            <a:off x="365123" y="4600123"/>
            <a:ext cx="3698875" cy="780257"/>
            <a:chOff x="365123" y="4325188"/>
            <a:chExt cx="3698875" cy="780257"/>
          </a:xfrm>
        </p:grpSpPr>
        <p:sp>
          <p:nvSpPr>
            <p:cNvPr id="82" name="Rectangle: Top Corners Rounded 81">
              <a:extLst>
                <a:ext uri="{FF2B5EF4-FFF2-40B4-BE49-F238E27FC236}">
                  <a16:creationId xmlns:a16="http://schemas.microsoft.com/office/drawing/2014/main" id="{38F60B3A-43C7-70A4-E973-0E4480934F1A}"/>
                </a:ext>
              </a:extLst>
            </p:cNvPr>
            <p:cNvSpPr/>
            <p:nvPr/>
          </p:nvSpPr>
          <p:spPr>
            <a:xfrm rot="5400000">
              <a:off x="2064356" y="2625955"/>
              <a:ext cx="300409" cy="3698875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91440" bIns="91440" rtlCol="0" anchor="ctr"/>
            <a:lstStyle/>
            <a:p>
              <a:r>
                <a:rPr lang="en-IN" sz="1400" b="1" dirty="0"/>
                <a:t>Lorem Ipsum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D0712C4-8942-74EA-422B-1E0960E2434A}"/>
                </a:ext>
              </a:extLst>
            </p:cNvPr>
            <p:cNvSpPr txBox="1"/>
            <p:nvPr/>
          </p:nvSpPr>
          <p:spPr>
            <a:xfrm>
              <a:off x="365124" y="4643780"/>
              <a:ext cx="3129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Lorem Ipsum is simply dummy text of the printing and typesetting industry.</a:t>
              </a:r>
              <a:endParaRPr lang="en-IN" sz="12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282F301-A26C-3136-1E65-D7399D4A4ABD}"/>
              </a:ext>
            </a:extLst>
          </p:cNvPr>
          <p:cNvGrpSpPr/>
          <p:nvPr/>
        </p:nvGrpSpPr>
        <p:grpSpPr>
          <a:xfrm>
            <a:off x="365123" y="5460764"/>
            <a:ext cx="3698875" cy="780257"/>
            <a:chOff x="365123" y="5263462"/>
            <a:chExt cx="3698875" cy="780257"/>
          </a:xfrm>
        </p:grpSpPr>
        <p:sp>
          <p:nvSpPr>
            <p:cNvPr id="85" name="Rectangle: Top Corners Rounded 84">
              <a:extLst>
                <a:ext uri="{FF2B5EF4-FFF2-40B4-BE49-F238E27FC236}">
                  <a16:creationId xmlns:a16="http://schemas.microsoft.com/office/drawing/2014/main" id="{D9CC32F8-16F3-DED1-86F5-BBBECAC99E1C}"/>
                </a:ext>
              </a:extLst>
            </p:cNvPr>
            <p:cNvSpPr/>
            <p:nvPr/>
          </p:nvSpPr>
          <p:spPr>
            <a:xfrm rot="5400000">
              <a:off x="2064356" y="3564229"/>
              <a:ext cx="300409" cy="3698875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91440" bIns="91440" rtlCol="0" anchor="ctr"/>
            <a:lstStyle/>
            <a:p>
              <a:r>
                <a:rPr lang="en-IN" sz="1400" b="1" dirty="0"/>
                <a:t>Lorem Ipsum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759295B-304A-1FCD-8DB6-F13C18B65C10}"/>
                </a:ext>
              </a:extLst>
            </p:cNvPr>
            <p:cNvSpPr txBox="1"/>
            <p:nvPr/>
          </p:nvSpPr>
          <p:spPr>
            <a:xfrm>
              <a:off x="365124" y="5582054"/>
              <a:ext cx="3129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Lorem Ipsum is simply dummy text of the printing and typesetting industry.</a:t>
              </a:r>
              <a:endParaRPr lang="en-IN" sz="1200" dirty="0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5CCB89CE-39AA-3314-A949-264F44BB3A5E}"/>
              </a:ext>
            </a:extLst>
          </p:cNvPr>
          <p:cNvSpPr txBox="1"/>
          <p:nvPr/>
        </p:nvSpPr>
        <p:spPr>
          <a:xfrm>
            <a:off x="4782487" y="1173118"/>
            <a:ext cx="6125589" cy="34368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E17BC19-B7F2-6B1C-D5D6-F85E6D12378A}"/>
              </a:ext>
            </a:extLst>
          </p:cNvPr>
          <p:cNvSpPr/>
          <p:nvPr/>
        </p:nvSpPr>
        <p:spPr>
          <a:xfrm>
            <a:off x="6442668" y="5018390"/>
            <a:ext cx="5273676" cy="127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600" b="1" dirty="0">
                <a:solidFill>
                  <a:schemeClr val="accent2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5CFCD33-CE41-46BF-347C-47287C2680C5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B3097DF-82E1-E96F-2BC3-D80BFE60C8FE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75A0D3-0A4B-46EF-436D-B35C9A117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13</a:t>
            </a:fld>
            <a:endParaRPr lang="en-IN" sz="1200" dirty="0">
              <a:solidFill>
                <a:schemeClr val="tx2"/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3E828DE-F7E8-02BD-0461-0D52210A77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18" r="27104"/>
          <a:stretch/>
        </p:blipFill>
        <p:spPr>
          <a:xfrm rot="312064">
            <a:off x="4418229" y="4592157"/>
            <a:ext cx="2441145" cy="28360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6897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1AD44-11EC-02E5-C39A-AC7791B8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115">
            <a:extLst>
              <a:ext uri="{FF2B5EF4-FFF2-40B4-BE49-F238E27FC236}">
                <a16:creationId xmlns:a16="http://schemas.microsoft.com/office/drawing/2014/main" id="{D6DD271F-9AF0-DA9E-CD80-DFAC63097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B1C3EF07-3F66-420E-0CE6-6DD3B23F84A6}"/>
              </a:ext>
            </a:extLst>
          </p:cNvPr>
          <p:cNvSpPr/>
          <p:nvPr/>
        </p:nvSpPr>
        <p:spPr>
          <a:xfrm>
            <a:off x="-734992" y="-1143950"/>
            <a:ext cx="4951392" cy="495139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F1054-0FF0-83C0-5603-DA6158DD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</a:rPr>
              <a:t>Lorem Ipsum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E9498-B2B5-EB38-3E6E-B10E4A6D8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14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5F9E09-D9BA-A213-FD4F-E4555AE29E9B}"/>
              </a:ext>
            </a:extLst>
          </p:cNvPr>
          <p:cNvSpPr txBox="1"/>
          <p:nvPr/>
        </p:nvSpPr>
        <p:spPr>
          <a:xfrm>
            <a:off x="365125" y="1181100"/>
            <a:ext cx="3463297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0A5A41A-83D8-2016-64B4-FABEB97F5BA7}"/>
              </a:ext>
            </a:extLst>
          </p:cNvPr>
          <p:cNvSpPr/>
          <p:nvPr/>
        </p:nvSpPr>
        <p:spPr>
          <a:xfrm>
            <a:off x="4457833" y="1160706"/>
            <a:ext cx="778532" cy="778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1CFC120-01CD-539B-8C73-114A2C779858}"/>
              </a:ext>
            </a:extLst>
          </p:cNvPr>
          <p:cNvSpPr/>
          <p:nvPr/>
        </p:nvSpPr>
        <p:spPr>
          <a:xfrm>
            <a:off x="8640733" y="1160706"/>
            <a:ext cx="778532" cy="778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B1686A0-92D8-8311-009A-C40071F43442}"/>
              </a:ext>
            </a:extLst>
          </p:cNvPr>
          <p:cNvSpPr/>
          <p:nvPr/>
        </p:nvSpPr>
        <p:spPr>
          <a:xfrm>
            <a:off x="4457834" y="2008061"/>
            <a:ext cx="2726738" cy="692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400" b="1" dirty="0"/>
              <a:t>Lorem Ipsum </a:t>
            </a:r>
            <a:r>
              <a:rPr lang="en-US" sz="1400" dirty="0"/>
              <a:t>Lorem Ipsum is simply dummy text of the printing and typesetting industry.</a:t>
            </a:r>
            <a:endParaRPr lang="en-IN" sz="14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9594DAF-BF98-F44D-646D-9E2ABA6FD56A}"/>
              </a:ext>
            </a:extLst>
          </p:cNvPr>
          <p:cNvSpPr/>
          <p:nvPr/>
        </p:nvSpPr>
        <p:spPr>
          <a:xfrm>
            <a:off x="8640733" y="2008060"/>
            <a:ext cx="3166457" cy="666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400" b="1" dirty="0"/>
              <a:t>Lorem Ipsum </a:t>
            </a:r>
            <a:r>
              <a:rPr lang="en-US" sz="1400" dirty="0"/>
              <a:t>Lorem Ipsum is simply dummy text of the printing and typesetting industry.</a:t>
            </a:r>
            <a:endParaRPr lang="en-IN" sz="14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E8B3FE5-B32E-F91A-D488-23C0988DB95F}"/>
              </a:ext>
            </a:extLst>
          </p:cNvPr>
          <p:cNvSpPr/>
          <p:nvPr/>
        </p:nvSpPr>
        <p:spPr>
          <a:xfrm>
            <a:off x="4457833" y="3113148"/>
            <a:ext cx="778532" cy="778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04913D9-A049-FBB1-2603-968F7512EB0E}"/>
              </a:ext>
            </a:extLst>
          </p:cNvPr>
          <p:cNvSpPr/>
          <p:nvPr/>
        </p:nvSpPr>
        <p:spPr>
          <a:xfrm>
            <a:off x="8640733" y="3113148"/>
            <a:ext cx="778532" cy="778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78E4B12-3C10-7ACF-5B9B-617EAE73E6C8}"/>
              </a:ext>
            </a:extLst>
          </p:cNvPr>
          <p:cNvSpPr/>
          <p:nvPr/>
        </p:nvSpPr>
        <p:spPr>
          <a:xfrm>
            <a:off x="4457833" y="3960502"/>
            <a:ext cx="3166457" cy="834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400" b="1" dirty="0"/>
              <a:t>Lorem Ipsum </a:t>
            </a:r>
            <a:r>
              <a:rPr lang="en-US" sz="1400" dirty="0"/>
              <a:t>Lorem Ipsum is simply dummy text of the printing and typesetting industry.</a:t>
            </a:r>
            <a:endParaRPr lang="en-IN" sz="14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AFA7CE-F6E2-E27C-8510-FF20DCA16B8E}"/>
              </a:ext>
            </a:extLst>
          </p:cNvPr>
          <p:cNvSpPr/>
          <p:nvPr/>
        </p:nvSpPr>
        <p:spPr>
          <a:xfrm>
            <a:off x="8640733" y="3960502"/>
            <a:ext cx="3166457" cy="834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400" b="1" dirty="0"/>
              <a:t>Lorem Ipsum </a:t>
            </a:r>
            <a:r>
              <a:rPr lang="en-US" sz="1400" dirty="0"/>
              <a:t>Lorem Ipsum is simply dummy text of the printing and typesetting industry.</a:t>
            </a:r>
            <a:endParaRPr lang="en-IN" sz="1400" dirty="0"/>
          </a:p>
        </p:txBody>
      </p:sp>
      <p:pic>
        <p:nvPicPr>
          <p:cNvPr id="111" name="Picture 110" descr="A close up of ice cream&#10;&#10;Description automatically generated">
            <a:extLst>
              <a:ext uri="{FF2B5EF4-FFF2-40B4-BE49-F238E27FC236}">
                <a16:creationId xmlns:a16="http://schemas.microsoft.com/office/drawing/2014/main" id="{9FD35F9D-5546-A526-B91F-B21CC4676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240" y="3994550"/>
            <a:ext cx="4381731" cy="2921154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EB549879-E285-0E53-A801-C3EEC1D4701A}"/>
              </a:ext>
            </a:extLst>
          </p:cNvPr>
          <p:cNvSpPr/>
          <p:nvPr/>
        </p:nvSpPr>
        <p:spPr>
          <a:xfrm>
            <a:off x="4457833" y="809679"/>
            <a:ext cx="3106287" cy="241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600" b="1" dirty="0"/>
              <a:t>Lorem Ipsum is simply dummy</a:t>
            </a:r>
            <a:endParaRPr lang="en-IN" sz="1600" b="1" dirty="0"/>
          </a:p>
        </p:txBody>
      </p:sp>
      <p:sp>
        <p:nvSpPr>
          <p:cNvPr id="113" name="Rectangle: Top Corners Rounded 112">
            <a:extLst>
              <a:ext uri="{FF2B5EF4-FFF2-40B4-BE49-F238E27FC236}">
                <a16:creationId xmlns:a16="http://schemas.microsoft.com/office/drawing/2014/main" id="{26B27242-52BF-AC77-886B-AF22C8980ABD}"/>
              </a:ext>
            </a:extLst>
          </p:cNvPr>
          <p:cNvSpPr/>
          <p:nvPr/>
        </p:nvSpPr>
        <p:spPr>
          <a:xfrm rot="16200000">
            <a:off x="7763900" y="1591698"/>
            <a:ext cx="1054099" cy="7802101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330CC44-3E57-3FF0-F4FA-35736DC74DD9}"/>
              </a:ext>
            </a:extLst>
          </p:cNvPr>
          <p:cNvSpPr/>
          <p:nvPr/>
        </p:nvSpPr>
        <p:spPr>
          <a:xfrm>
            <a:off x="4563533" y="5136273"/>
            <a:ext cx="7250643" cy="71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400" dirty="0">
                <a:solidFill>
                  <a:schemeClr val="tx2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4872EEE-E18C-A4BB-5B9E-00E0BE10F6B1}"/>
              </a:ext>
            </a:extLst>
          </p:cNvPr>
          <p:cNvSpPr/>
          <p:nvPr/>
        </p:nvSpPr>
        <p:spPr>
          <a:xfrm>
            <a:off x="4639598" y="1351257"/>
            <a:ext cx="415002" cy="397432"/>
          </a:xfrm>
          <a:custGeom>
            <a:avLst/>
            <a:gdLst>
              <a:gd name="connsiteX0" fmla="*/ 326860 w 840543"/>
              <a:gd name="connsiteY0" fmla="*/ 749581 h 804959"/>
              <a:gd name="connsiteX1" fmla="*/ 193186 w 840543"/>
              <a:gd name="connsiteY1" fmla="*/ 749581 h 804959"/>
              <a:gd name="connsiteX2" fmla="*/ 193186 w 840543"/>
              <a:gd name="connsiteY2" fmla="*/ 767974 h 804959"/>
              <a:gd name="connsiteX3" fmla="*/ 218904 w 840543"/>
              <a:gd name="connsiteY3" fmla="*/ 804959 h 804959"/>
              <a:gd name="connsiteX4" fmla="*/ 301209 w 840543"/>
              <a:gd name="connsiteY4" fmla="*/ 804959 h 804959"/>
              <a:gd name="connsiteX5" fmla="*/ 301209 w 840543"/>
              <a:gd name="connsiteY5" fmla="*/ 804959 h 804959"/>
              <a:gd name="connsiteX6" fmla="*/ 326927 w 840543"/>
              <a:gd name="connsiteY6" fmla="*/ 768202 h 804959"/>
              <a:gd name="connsiteX7" fmla="*/ 326927 w 840543"/>
              <a:gd name="connsiteY7" fmla="*/ 768202 h 804959"/>
              <a:gd name="connsiteX8" fmla="*/ 326784 w 840543"/>
              <a:gd name="connsiteY8" fmla="*/ 749552 h 804959"/>
              <a:gd name="connsiteX9" fmla="*/ 293780 w 840543"/>
              <a:gd name="connsiteY9" fmla="*/ 350083 h 804959"/>
              <a:gd name="connsiteX10" fmla="*/ 334623 w 840543"/>
              <a:gd name="connsiteY10" fmla="*/ 350150 h 804959"/>
              <a:gd name="connsiteX11" fmla="*/ 334623 w 840543"/>
              <a:gd name="connsiteY11" fmla="*/ 350150 h 804959"/>
              <a:gd name="connsiteX12" fmla="*/ 375485 w 840543"/>
              <a:gd name="connsiteY12" fmla="*/ 309307 h 804959"/>
              <a:gd name="connsiteX13" fmla="*/ 334642 w 840543"/>
              <a:gd name="connsiteY13" fmla="*/ 268445 h 804959"/>
              <a:gd name="connsiteX14" fmla="*/ 293780 w 840543"/>
              <a:gd name="connsiteY14" fmla="*/ 309288 h 804959"/>
              <a:gd name="connsiteX15" fmla="*/ 293780 w 840543"/>
              <a:gd name="connsiteY15" fmla="*/ 309297 h 804959"/>
              <a:gd name="connsiteX16" fmla="*/ 293780 w 840543"/>
              <a:gd name="connsiteY16" fmla="*/ 350083 h 804959"/>
              <a:gd name="connsiteX17" fmla="*/ 277064 w 840543"/>
              <a:gd name="connsiteY17" fmla="*/ 627042 h 804959"/>
              <a:gd name="connsiteX18" fmla="*/ 277064 w 840543"/>
              <a:gd name="connsiteY18" fmla="*/ 366733 h 804959"/>
              <a:gd name="connsiteX19" fmla="*/ 243107 w 840543"/>
              <a:gd name="connsiteY19" fmla="*/ 366676 h 804959"/>
              <a:gd name="connsiteX20" fmla="*/ 243107 w 840543"/>
              <a:gd name="connsiteY20" fmla="*/ 627042 h 804959"/>
              <a:gd name="connsiteX21" fmla="*/ 186252 w 840543"/>
              <a:gd name="connsiteY21" fmla="*/ 366581 h 804959"/>
              <a:gd name="connsiteX22" fmla="*/ 226410 w 840543"/>
              <a:gd name="connsiteY22" fmla="*/ 366647 h 804959"/>
              <a:gd name="connsiteX23" fmla="*/ 226410 w 840543"/>
              <a:gd name="connsiteY23" fmla="*/ 627042 h 804959"/>
              <a:gd name="connsiteX24" fmla="*/ 183661 w 840543"/>
              <a:gd name="connsiteY24" fmla="*/ 627042 h 804959"/>
              <a:gd name="connsiteX25" fmla="*/ 165316 w 840543"/>
              <a:gd name="connsiteY25" fmla="*/ 568368 h 804959"/>
              <a:gd name="connsiteX26" fmla="*/ 149324 w 840543"/>
              <a:gd name="connsiteY26" fmla="*/ 524391 h 804959"/>
              <a:gd name="connsiteX27" fmla="*/ 102861 w 840543"/>
              <a:gd name="connsiteY27" fmla="*/ 464041 h 804959"/>
              <a:gd name="connsiteX28" fmla="*/ 78391 w 840543"/>
              <a:gd name="connsiteY28" fmla="*/ 441428 h 804959"/>
              <a:gd name="connsiteX29" fmla="*/ 66161 w 840543"/>
              <a:gd name="connsiteY29" fmla="*/ 429998 h 804959"/>
              <a:gd name="connsiteX30" fmla="*/ 65475 w 840543"/>
              <a:gd name="connsiteY30" fmla="*/ 89746 h 804959"/>
              <a:gd name="connsiteX31" fmla="*/ 430309 w 840543"/>
              <a:gd name="connsiteY31" fmla="*/ 62788 h 804959"/>
              <a:gd name="connsiteX32" fmla="*/ 457267 w 840543"/>
              <a:gd name="connsiteY32" fmla="*/ 427623 h 804959"/>
              <a:gd name="connsiteX33" fmla="*/ 444361 w 840543"/>
              <a:gd name="connsiteY33" fmla="*/ 441523 h 804959"/>
              <a:gd name="connsiteX34" fmla="*/ 443408 w 840543"/>
              <a:gd name="connsiteY34" fmla="*/ 442676 h 804959"/>
              <a:gd name="connsiteX35" fmla="*/ 411976 w 840543"/>
              <a:gd name="connsiteY35" fmla="*/ 474728 h 804959"/>
              <a:gd name="connsiteX36" fmla="*/ 373580 w 840543"/>
              <a:gd name="connsiteY36" fmla="*/ 524362 h 804959"/>
              <a:gd name="connsiteX37" fmla="*/ 357578 w 840543"/>
              <a:gd name="connsiteY37" fmla="*/ 568387 h 804959"/>
              <a:gd name="connsiteX38" fmla="*/ 339243 w 840543"/>
              <a:gd name="connsiteY38" fmla="*/ 627061 h 804959"/>
              <a:gd name="connsiteX39" fmla="*/ 293742 w 840543"/>
              <a:gd name="connsiteY39" fmla="*/ 627061 h 804959"/>
              <a:gd name="connsiteX40" fmla="*/ 293742 w 840543"/>
              <a:gd name="connsiteY40" fmla="*/ 366762 h 804959"/>
              <a:gd name="connsiteX41" fmla="*/ 334623 w 840543"/>
              <a:gd name="connsiteY41" fmla="*/ 366828 h 804959"/>
              <a:gd name="connsiteX42" fmla="*/ 334623 w 840543"/>
              <a:gd name="connsiteY42" fmla="*/ 366828 h 804959"/>
              <a:gd name="connsiteX43" fmla="*/ 392230 w 840543"/>
              <a:gd name="connsiteY43" fmla="*/ 309240 h 804959"/>
              <a:gd name="connsiteX44" fmla="*/ 334642 w 840543"/>
              <a:gd name="connsiteY44" fmla="*/ 251633 h 804959"/>
              <a:gd name="connsiteX45" fmla="*/ 277035 w 840543"/>
              <a:gd name="connsiteY45" fmla="*/ 309221 h 804959"/>
              <a:gd name="connsiteX46" fmla="*/ 277035 w 840543"/>
              <a:gd name="connsiteY46" fmla="*/ 309231 h 804959"/>
              <a:gd name="connsiteX47" fmla="*/ 277035 w 840543"/>
              <a:gd name="connsiteY47" fmla="*/ 350083 h 804959"/>
              <a:gd name="connsiteX48" fmla="*/ 243107 w 840543"/>
              <a:gd name="connsiteY48" fmla="*/ 349998 h 804959"/>
              <a:gd name="connsiteX49" fmla="*/ 243107 w 840543"/>
              <a:gd name="connsiteY49" fmla="*/ 309126 h 804959"/>
              <a:gd name="connsiteX50" fmla="*/ 243107 w 840543"/>
              <a:gd name="connsiteY50" fmla="*/ 309126 h 804959"/>
              <a:gd name="connsiteX51" fmla="*/ 191471 w 840543"/>
              <a:gd name="connsiteY51" fmla="*/ 251430 h 804959"/>
              <a:gd name="connsiteX52" fmla="*/ 188157 w 840543"/>
              <a:gd name="connsiteY52" fmla="*/ 251347 h 804959"/>
              <a:gd name="connsiteX53" fmla="*/ 127994 w 840543"/>
              <a:gd name="connsiteY53" fmla="*/ 306380 h 804959"/>
              <a:gd name="connsiteX54" fmla="*/ 183026 w 840543"/>
              <a:gd name="connsiteY54" fmla="*/ 366543 h 804959"/>
              <a:gd name="connsiteX55" fmla="*/ 185519 w 840543"/>
              <a:gd name="connsiteY55" fmla="*/ 366600 h 804959"/>
              <a:gd name="connsiteX56" fmla="*/ 186243 w 840543"/>
              <a:gd name="connsiteY56" fmla="*/ 366600 h 804959"/>
              <a:gd name="connsiteX57" fmla="*/ 185528 w 840543"/>
              <a:gd name="connsiteY57" fmla="*/ 349864 h 804959"/>
              <a:gd name="connsiteX58" fmla="*/ 226410 w 840543"/>
              <a:gd name="connsiteY58" fmla="*/ 349969 h 804959"/>
              <a:gd name="connsiteX59" fmla="*/ 226410 w 840543"/>
              <a:gd name="connsiteY59" fmla="*/ 309126 h 804959"/>
              <a:gd name="connsiteX60" fmla="*/ 226410 w 840543"/>
              <a:gd name="connsiteY60" fmla="*/ 309126 h 804959"/>
              <a:gd name="connsiteX61" fmla="*/ 191631 w 840543"/>
              <a:gd name="connsiteY61" fmla="*/ 268201 h 804959"/>
              <a:gd name="connsiteX62" fmla="*/ 185919 w 840543"/>
              <a:gd name="connsiteY62" fmla="*/ 268168 h 804959"/>
              <a:gd name="connsiteX63" fmla="*/ 144880 w 840543"/>
              <a:gd name="connsiteY63" fmla="*/ 308855 h 804959"/>
              <a:gd name="connsiteX64" fmla="*/ 185566 w 840543"/>
              <a:gd name="connsiteY64" fmla="*/ 349893 h 804959"/>
              <a:gd name="connsiteX65" fmla="*/ 440798 w 840543"/>
              <a:gd name="connsiteY65" fmla="*/ 470518 h 804959"/>
              <a:gd name="connsiteX66" fmla="*/ 615470 w 840543"/>
              <a:gd name="connsiteY66" fmla="*/ 482970 h 804959"/>
              <a:gd name="connsiteX67" fmla="*/ 627922 w 840543"/>
              <a:gd name="connsiteY67" fmla="*/ 308298 h 804959"/>
              <a:gd name="connsiteX68" fmla="*/ 536772 w 840543"/>
              <a:gd name="connsiteY68" fmla="*/ 265606 h 804959"/>
              <a:gd name="connsiteX69" fmla="*/ 456391 w 840543"/>
              <a:gd name="connsiteY69" fmla="*/ 453144 h 804959"/>
              <a:gd name="connsiteX70" fmla="*/ 440789 w 840543"/>
              <a:gd name="connsiteY70" fmla="*/ 470518 h 804959"/>
              <a:gd name="connsiteX71" fmla="*/ 536687 w 840543"/>
              <a:gd name="connsiteY71" fmla="*/ 248861 h 804959"/>
              <a:gd name="connsiteX72" fmla="*/ 483966 w 840543"/>
              <a:gd name="connsiteY72" fmla="*/ 96261 h 804959"/>
              <a:gd name="connsiteX73" fmla="*/ 511464 w 840543"/>
              <a:gd name="connsiteY73" fmla="*/ 83260 h 804959"/>
              <a:gd name="connsiteX74" fmla="*/ 557346 w 840543"/>
              <a:gd name="connsiteY74" fmla="*/ 83260 h 804959"/>
              <a:gd name="connsiteX75" fmla="*/ 592998 w 840543"/>
              <a:gd name="connsiteY75" fmla="*/ 118912 h 804959"/>
              <a:gd name="connsiteX76" fmla="*/ 592998 w 840543"/>
              <a:gd name="connsiteY76" fmla="*/ 182158 h 804959"/>
              <a:gd name="connsiteX77" fmla="*/ 599437 w 840543"/>
              <a:gd name="connsiteY77" fmla="*/ 190302 h 804959"/>
              <a:gd name="connsiteX78" fmla="*/ 629822 w 840543"/>
              <a:gd name="connsiteY78" fmla="*/ 202941 h 804959"/>
              <a:gd name="connsiteX79" fmla="*/ 639509 w 840543"/>
              <a:gd name="connsiteY79" fmla="*/ 201408 h 804959"/>
              <a:gd name="connsiteX80" fmla="*/ 639509 w 840543"/>
              <a:gd name="connsiteY80" fmla="*/ 201408 h 804959"/>
              <a:gd name="connsiteX81" fmla="*/ 684276 w 840543"/>
              <a:gd name="connsiteY81" fmla="*/ 156640 h 804959"/>
              <a:gd name="connsiteX82" fmla="*/ 734702 w 840543"/>
              <a:gd name="connsiteY82" fmla="*/ 156640 h 804959"/>
              <a:gd name="connsiteX83" fmla="*/ 767106 w 840543"/>
              <a:gd name="connsiteY83" fmla="*/ 189111 h 804959"/>
              <a:gd name="connsiteX84" fmla="*/ 767106 w 840543"/>
              <a:gd name="connsiteY84" fmla="*/ 239536 h 804959"/>
              <a:gd name="connsiteX85" fmla="*/ 722338 w 840543"/>
              <a:gd name="connsiteY85" fmla="*/ 284304 h 804959"/>
              <a:gd name="connsiteX86" fmla="*/ 721176 w 840543"/>
              <a:gd name="connsiteY86" fmla="*/ 294696 h 804959"/>
              <a:gd name="connsiteX87" fmla="*/ 733664 w 840543"/>
              <a:gd name="connsiteY87" fmla="*/ 324985 h 804959"/>
              <a:gd name="connsiteX88" fmla="*/ 741617 w 840543"/>
              <a:gd name="connsiteY88" fmla="*/ 330786 h 804959"/>
              <a:gd name="connsiteX89" fmla="*/ 741617 w 840543"/>
              <a:gd name="connsiteY89" fmla="*/ 330786 h 804959"/>
              <a:gd name="connsiteX90" fmla="*/ 804891 w 840543"/>
              <a:gd name="connsiteY90" fmla="*/ 330786 h 804959"/>
              <a:gd name="connsiteX91" fmla="*/ 840544 w 840543"/>
              <a:gd name="connsiteY91" fmla="*/ 366438 h 804959"/>
              <a:gd name="connsiteX92" fmla="*/ 840544 w 840543"/>
              <a:gd name="connsiteY92" fmla="*/ 412329 h 804959"/>
              <a:gd name="connsiteX93" fmla="*/ 804891 w 840543"/>
              <a:gd name="connsiteY93" fmla="*/ 448000 h 804959"/>
              <a:gd name="connsiteX94" fmla="*/ 741655 w 840543"/>
              <a:gd name="connsiteY94" fmla="*/ 448000 h 804959"/>
              <a:gd name="connsiteX95" fmla="*/ 733502 w 840543"/>
              <a:gd name="connsiteY95" fmla="*/ 454439 h 804959"/>
              <a:gd name="connsiteX96" fmla="*/ 720871 w 840543"/>
              <a:gd name="connsiteY96" fmla="*/ 484796 h 804959"/>
              <a:gd name="connsiteX97" fmla="*/ 722395 w 840543"/>
              <a:gd name="connsiteY97" fmla="*/ 494482 h 804959"/>
              <a:gd name="connsiteX98" fmla="*/ 722395 w 840543"/>
              <a:gd name="connsiteY98" fmla="*/ 494482 h 804959"/>
              <a:gd name="connsiteX99" fmla="*/ 767163 w 840543"/>
              <a:gd name="connsiteY99" fmla="*/ 539250 h 804959"/>
              <a:gd name="connsiteX100" fmla="*/ 777459 w 840543"/>
              <a:gd name="connsiteY100" fmla="*/ 564444 h 804959"/>
              <a:gd name="connsiteX101" fmla="*/ 777459 w 840543"/>
              <a:gd name="connsiteY101" fmla="*/ 564444 h 804959"/>
              <a:gd name="connsiteX102" fmla="*/ 767030 w 840543"/>
              <a:gd name="connsiteY102" fmla="*/ 589656 h 804959"/>
              <a:gd name="connsiteX103" fmla="*/ 734587 w 840543"/>
              <a:gd name="connsiteY103" fmla="*/ 622098 h 804959"/>
              <a:gd name="connsiteX104" fmla="*/ 684162 w 840543"/>
              <a:gd name="connsiteY104" fmla="*/ 622098 h 804959"/>
              <a:gd name="connsiteX105" fmla="*/ 639395 w 840543"/>
              <a:gd name="connsiteY105" fmla="*/ 577331 h 804959"/>
              <a:gd name="connsiteX106" fmla="*/ 629003 w 840543"/>
              <a:gd name="connsiteY106" fmla="*/ 576169 h 804959"/>
              <a:gd name="connsiteX107" fmla="*/ 598704 w 840543"/>
              <a:gd name="connsiteY107" fmla="*/ 588656 h 804959"/>
              <a:gd name="connsiteX108" fmla="*/ 592913 w 840543"/>
              <a:gd name="connsiteY108" fmla="*/ 596600 h 804959"/>
              <a:gd name="connsiteX109" fmla="*/ 592913 w 840543"/>
              <a:gd name="connsiteY109" fmla="*/ 596600 h 804959"/>
              <a:gd name="connsiteX110" fmla="*/ 592913 w 840543"/>
              <a:gd name="connsiteY110" fmla="*/ 659846 h 804959"/>
              <a:gd name="connsiteX111" fmla="*/ 557261 w 840543"/>
              <a:gd name="connsiteY111" fmla="*/ 695498 h 804959"/>
              <a:gd name="connsiteX112" fmla="*/ 511455 w 840543"/>
              <a:gd name="connsiteY112" fmla="*/ 695498 h 804959"/>
              <a:gd name="connsiteX113" fmla="*/ 475803 w 840543"/>
              <a:gd name="connsiteY113" fmla="*/ 659846 h 804959"/>
              <a:gd name="connsiteX114" fmla="*/ 475803 w 840543"/>
              <a:gd name="connsiteY114" fmla="*/ 596600 h 804959"/>
              <a:gd name="connsiteX115" fmla="*/ 469364 w 840543"/>
              <a:gd name="connsiteY115" fmla="*/ 588456 h 804959"/>
              <a:gd name="connsiteX116" fmla="*/ 439017 w 840543"/>
              <a:gd name="connsiteY116" fmla="*/ 575826 h 804959"/>
              <a:gd name="connsiteX117" fmla="*/ 429321 w 840543"/>
              <a:gd name="connsiteY117" fmla="*/ 577350 h 804959"/>
              <a:gd name="connsiteX118" fmla="*/ 429321 w 840543"/>
              <a:gd name="connsiteY118" fmla="*/ 577350 h 804959"/>
              <a:gd name="connsiteX119" fmla="*/ 384553 w 840543"/>
              <a:gd name="connsiteY119" fmla="*/ 622117 h 804959"/>
              <a:gd name="connsiteX120" fmla="*/ 364103 w 840543"/>
              <a:gd name="connsiteY120" fmla="*/ 637281 h 804959"/>
              <a:gd name="connsiteX121" fmla="*/ 355988 w 840543"/>
              <a:gd name="connsiteY121" fmla="*/ 629080 h 804959"/>
              <a:gd name="connsiteX122" fmla="*/ 373266 w 840543"/>
              <a:gd name="connsiteY122" fmla="*/ 574073 h 804959"/>
              <a:gd name="connsiteX123" fmla="*/ 389268 w 840543"/>
              <a:gd name="connsiteY123" fmla="*/ 530058 h 804959"/>
              <a:gd name="connsiteX124" fmla="*/ 428730 w 840543"/>
              <a:gd name="connsiteY124" fmla="*/ 482071 h 804959"/>
              <a:gd name="connsiteX125" fmla="*/ 627074 w 840543"/>
              <a:gd name="connsiteY125" fmla="*/ 495060 h 804959"/>
              <a:gd name="connsiteX126" fmla="*/ 640062 w 840543"/>
              <a:gd name="connsiteY126" fmla="*/ 296716 h 804959"/>
              <a:gd name="connsiteX127" fmla="*/ 536687 w 840543"/>
              <a:gd name="connsiteY127" fmla="*/ 248861 h 804959"/>
              <a:gd name="connsiteX128" fmla="*/ 346291 w 840543"/>
              <a:gd name="connsiteY128" fmla="*/ 643758 h 804959"/>
              <a:gd name="connsiteX129" fmla="*/ 345701 w 840543"/>
              <a:gd name="connsiteY129" fmla="*/ 643758 h 804959"/>
              <a:gd name="connsiteX130" fmla="*/ 177308 w 840543"/>
              <a:gd name="connsiteY130" fmla="*/ 643758 h 804959"/>
              <a:gd name="connsiteX131" fmla="*/ 166193 w 840543"/>
              <a:gd name="connsiteY131" fmla="*/ 643577 h 804959"/>
              <a:gd name="connsiteX132" fmla="*/ 171336 w 840543"/>
              <a:gd name="connsiteY132" fmla="*/ 645282 h 804959"/>
              <a:gd name="connsiteX133" fmla="*/ 171336 w 840543"/>
              <a:gd name="connsiteY133" fmla="*/ 662427 h 804959"/>
              <a:gd name="connsiteX134" fmla="*/ 243440 w 840543"/>
              <a:gd name="connsiteY134" fmla="*/ 662427 h 804959"/>
              <a:gd name="connsiteX135" fmla="*/ 251813 w 840543"/>
              <a:gd name="connsiteY135" fmla="*/ 670800 h 804959"/>
              <a:gd name="connsiteX136" fmla="*/ 243440 w 840543"/>
              <a:gd name="connsiteY136" fmla="*/ 679172 h 804959"/>
              <a:gd name="connsiteX137" fmla="*/ 171784 w 840543"/>
              <a:gd name="connsiteY137" fmla="*/ 679172 h 804959"/>
              <a:gd name="connsiteX138" fmla="*/ 180280 w 840543"/>
              <a:gd name="connsiteY138" fmla="*/ 716967 h 804959"/>
              <a:gd name="connsiteX139" fmla="*/ 188853 w 840543"/>
              <a:gd name="connsiteY139" fmla="*/ 732788 h 804959"/>
              <a:gd name="connsiteX140" fmla="*/ 331299 w 840543"/>
              <a:gd name="connsiteY140" fmla="*/ 732788 h 804959"/>
              <a:gd name="connsiteX141" fmla="*/ 338405 w 840543"/>
              <a:gd name="connsiteY141" fmla="*/ 721082 h 804959"/>
              <a:gd name="connsiteX142" fmla="*/ 287351 w 840543"/>
              <a:gd name="connsiteY142" fmla="*/ 721082 h 804959"/>
              <a:gd name="connsiteX143" fmla="*/ 278978 w 840543"/>
              <a:gd name="connsiteY143" fmla="*/ 712710 h 804959"/>
              <a:gd name="connsiteX144" fmla="*/ 287351 w 840543"/>
              <a:gd name="connsiteY144" fmla="*/ 704337 h 804959"/>
              <a:gd name="connsiteX145" fmla="*/ 343891 w 840543"/>
              <a:gd name="connsiteY145" fmla="*/ 704337 h 804959"/>
              <a:gd name="connsiteX146" fmla="*/ 348815 w 840543"/>
              <a:gd name="connsiteY146" fmla="*/ 645282 h 804959"/>
              <a:gd name="connsiteX147" fmla="*/ 346291 w 840543"/>
              <a:gd name="connsiteY147" fmla="*/ 643758 h 804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840543" h="804959">
                <a:moveTo>
                  <a:pt x="326860" y="749581"/>
                </a:moveTo>
                <a:lnTo>
                  <a:pt x="193186" y="749581"/>
                </a:lnTo>
                <a:lnTo>
                  <a:pt x="193186" y="767974"/>
                </a:lnTo>
                <a:cubicBezTo>
                  <a:pt x="193186" y="782157"/>
                  <a:pt x="205283" y="804959"/>
                  <a:pt x="218904" y="804959"/>
                </a:cubicBezTo>
                <a:lnTo>
                  <a:pt x="301209" y="804959"/>
                </a:lnTo>
                <a:lnTo>
                  <a:pt x="301209" y="804959"/>
                </a:lnTo>
                <a:cubicBezTo>
                  <a:pt x="314811" y="804959"/>
                  <a:pt x="326927" y="782328"/>
                  <a:pt x="326927" y="768202"/>
                </a:cubicBezTo>
                <a:lnTo>
                  <a:pt x="326927" y="768202"/>
                </a:lnTo>
                <a:cubicBezTo>
                  <a:pt x="326927" y="761992"/>
                  <a:pt x="326832" y="755763"/>
                  <a:pt x="326784" y="749552"/>
                </a:cubicBezTo>
                <a:close/>
                <a:moveTo>
                  <a:pt x="293780" y="350083"/>
                </a:moveTo>
                <a:lnTo>
                  <a:pt x="334623" y="350150"/>
                </a:lnTo>
                <a:lnTo>
                  <a:pt x="334623" y="350150"/>
                </a:lnTo>
                <a:cubicBezTo>
                  <a:pt x="357185" y="350156"/>
                  <a:pt x="375480" y="331869"/>
                  <a:pt x="375485" y="309307"/>
                </a:cubicBezTo>
                <a:cubicBezTo>
                  <a:pt x="375491" y="286745"/>
                  <a:pt x="357204" y="268450"/>
                  <a:pt x="334642" y="268445"/>
                </a:cubicBezTo>
                <a:cubicBezTo>
                  <a:pt x="312080" y="268439"/>
                  <a:pt x="293786" y="286726"/>
                  <a:pt x="293780" y="309288"/>
                </a:cubicBezTo>
                <a:cubicBezTo>
                  <a:pt x="293780" y="309291"/>
                  <a:pt x="293780" y="309295"/>
                  <a:pt x="293780" y="309297"/>
                </a:cubicBezTo>
                <a:lnTo>
                  <a:pt x="293780" y="350083"/>
                </a:lnTo>
                <a:close/>
                <a:moveTo>
                  <a:pt x="277064" y="627042"/>
                </a:moveTo>
                <a:lnTo>
                  <a:pt x="277064" y="366733"/>
                </a:lnTo>
                <a:lnTo>
                  <a:pt x="243107" y="366676"/>
                </a:lnTo>
                <a:lnTo>
                  <a:pt x="243107" y="627042"/>
                </a:lnTo>
                <a:close/>
                <a:moveTo>
                  <a:pt x="186252" y="366581"/>
                </a:moveTo>
                <a:lnTo>
                  <a:pt x="226410" y="366647"/>
                </a:lnTo>
                <a:lnTo>
                  <a:pt x="226410" y="627042"/>
                </a:lnTo>
                <a:lnTo>
                  <a:pt x="183661" y="627042"/>
                </a:lnTo>
                <a:cubicBezTo>
                  <a:pt x="180804" y="616193"/>
                  <a:pt x="174232" y="592885"/>
                  <a:pt x="165316" y="568368"/>
                </a:cubicBezTo>
                <a:lnTo>
                  <a:pt x="149324" y="524391"/>
                </a:lnTo>
                <a:cubicBezTo>
                  <a:pt x="139380" y="497035"/>
                  <a:pt x="127064" y="485910"/>
                  <a:pt x="102861" y="464041"/>
                </a:cubicBezTo>
                <a:cubicBezTo>
                  <a:pt x="96022" y="457859"/>
                  <a:pt x="88154" y="450706"/>
                  <a:pt x="78391" y="441428"/>
                </a:cubicBezTo>
                <a:lnTo>
                  <a:pt x="66161" y="429998"/>
                </a:lnTo>
                <a:cubicBezTo>
                  <a:pt x="-25850" y="337987"/>
                  <a:pt x="-17954" y="186253"/>
                  <a:pt x="65475" y="89746"/>
                </a:cubicBezTo>
                <a:cubicBezTo>
                  <a:pt x="158777" y="-18444"/>
                  <a:pt x="322119" y="-30514"/>
                  <a:pt x="430309" y="62788"/>
                </a:cubicBezTo>
                <a:cubicBezTo>
                  <a:pt x="538500" y="156091"/>
                  <a:pt x="550569" y="319432"/>
                  <a:pt x="457267" y="427623"/>
                </a:cubicBezTo>
                <a:cubicBezTo>
                  <a:pt x="453136" y="432413"/>
                  <a:pt x="448832" y="437050"/>
                  <a:pt x="444361" y="441523"/>
                </a:cubicBezTo>
                <a:cubicBezTo>
                  <a:pt x="444009" y="441879"/>
                  <a:pt x="443690" y="442264"/>
                  <a:pt x="443408" y="442676"/>
                </a:cubicBezTo>
                <a:cubicBezTo>
                  <a:pt x="433812" y="454190"/>
                  <a:pt x="423300" y="464908"/>
                  <a:pt x="411976" y="474728"/>
                </a:cubicBezTo>
                <a:cubicBezTo>
                  <a:pt x="395555" y="489653"/>
                  <a:pt x="381572" y="502350"/>
                  <a:pt x="373580" y="524362"/>
                </a:cubicBezTo>
                <a:lnTo>
                  <a:pt x="357578" y="568387"/>
                </a:lnTo>
                <a:cubicBezTo>
                  <a:pt x="348673" y="592904"/>
                  <a:pt x="342138" y="616202"/>
                  <a:pt x="339243" y="627061"/>
                </a:cubicBezTo>
                <a:lnTo>
                  <a:pt x="293742" y="627061"/>
                </a:lnTo>
                <a:lnTo>
                  <a:pt x="293742" y="366762"/>
                </a:lnTo>
                <a:lnTo>
                  <a:pt x="334623" y="366828"/>
                </a:lnTo>
                <a:lnTo>
                  <a:pt x="334623" y="366828"/>
                </a:lnTo>
                <a:cubicBezTo>
                  <a:pt x="366434" y="366834"/>
                  <a:pt x="392225" y="341051"/>
                  <a:pt x="392230" y="309240"/>
                </a:cubicBezTo>
                <a:cubicBezTo>
                  <a:pt x="392236" y="277430"/>
                  <a:pt x="366453" y="251639"/>
                  <a:pt x="334642" y="251633"/>
                </a:cubicBezTo>
                <a:cubicBezTo>
                  <a:pt x="302832" y="251627"/>
                  <a:pt x="277041" y="277411"/>
                  <a:pt x="277035" y="309221"/>
                </a:cubicBezTo>
                <a:cubicBezTo>
                  <a:pt x="277035" y="309224"/>
                  <a:pt x="277035" y="309228"/>
                  <a:pt x="277035" y="309231"/>
                </a:cubicBezTo>
                <a:lnTo>
                  <a:pt x="277035" y="350083"/>
                </a:lnTo>
                <a:lnTo>
                  <a:pt x="243107" y="349998"/>
                </a:lnTo>
                <a:lnTo>
                  <a:pt x="243107" y="309126"/>
                </a:lnTo>
                <a:lnTo>
                  <a:pt x="243107" y="309126"/>
                </a:lnTo>
                <a:cubicBezTo>
                  <a:pt x="244781" y="278935"/>
                  <a:pt x="221662" y="253104"/>
                  <a:pt x="191471" y="251430"/>
                </a:cubicBezTo>
                <a:cubicBezTo>
                  <a:pt x="190367" y="251369"/>
                  <a:pt x="189262" y="251342"/>
                  <a:pt x="188157" y="251347"/>
                </a:cubicBezTo>
                <a:cubicBezTo>
                  <a:pt x="156347" y="249930"/>
                  <a:pt x="129411" y="274569"/>
                  <a:pt x="127994" y="306380"/>
                </a:cubicBezTo>
                <a:cubicBezTo>
                  <a:pt x="126577" y="338190"/>
                  <a:pt x="151216" y="365126"/>
                  <a:pt x="183026" y="366543"/>
                </a:cubicBezTo>
                <a:cubicBezTo>
                  <a:pt x="183857" y="366580"/>
                  <a:pt x="184687" y="366599"/>
                  <a:pt x="185519" y="366600"/>
                </a:cubicBezTo>
                <a:cubicBezTo>
                  <a:pt x="185757" y="366600"/>
                  <a:pt x="186005" y="366600"/>
                  <a:pt x="186243" y="366600"/>
                </a:cubicBezTo>
                <a:close/>
                <a:moveTo>
                  <a:pt x="185528" y="349864"/>
                </a:moveTo>
                <a:lnTo>
                  <a:pt x="226410" y="349969"/>
                </a:lnTo>
                <a:lnTo>
                  <a:pt x="226410" y="309126"/>
                </a:lnTo>
                <a:lnTo>
                  <a:pt x="226410" y="309126"/>
                </a:lnTo>
                <a:cubicBezTo>
                  <a:pt x="228107" y="288221"/>
                  <a:pt x="212536" y="269898"/>
                  <a:pt x="191631" y="268201"/>
                </a:cubicBezTo>
                <a:cubicBezTo>
                  <a:pt x="189731" y="268047"/>
                  <a:pt x="187821" y="268036"/>
                  <a:pt x="185919" y="268168"/>
                </a:cubicBezTo>
                <a:cubicBezTo>
                  <a:pt x="163351" y="268071"/>
                  <a:pt x="144978" y="286287"/>
                  <a:pt x="144880" y="308855"/>
                </a:cubicBezTo>
                <a:cubicBezTo>
                  <a:pt x="144783" y="331422"/>
                  <a:pt x="162999" y="349796"/>
                  <a:pt x="185566" y="349893"/>
                </a:cubicBezTo>
                <a:close/>
                <a:moveTo>
                  <a:pt x="440798" y="470518"/>
                </a:moveTo>
                <a:cubicBezTo>
                  <a:pt x="485594" y="522191"/>
                  <a:pt x="563798" y="527766"/>
                  <a:pt x="615470" y="482970"/>
                </a:cubicBezTo>
                <a:cubicBezTo>
                  <a:pt x="667143" y="438174"/>
                  <a:pt x="672718" y="359970"/>
                  <a:pt x="627922" y="308298"/>
                </a:cubicBezTo>
                <a:cubicBezTo>
                  <a:pt x="604954" y="281804"/>
                  <a:pt x="571830" y="266289"/>
                  <a:pt x="536772" y="265606"/>
                </a:cubicBezTo>
                <a:cubicBezTo>
                  <a:pt x="535071" y="336126"/>
                  <a:pt x="506287" y="403283"/>
                  <a:pt x="456391" y="453144"/>
                </a:cubicBezTo>
                <a:cubicBezTo>
                  <a:pt x="451495" y="459202"/>
                  <a:pt x="446288" y="465002"/>
                  <a:pt x="440789" y="470518"/>
                </a:cubicBezTo>
                <a:close/>
                <a:moveTo>
                  <a:pt x="536687" y="248861"/>
                </a:moveTo>
                <a:cubicBezTo>
                  <a:pt x="534806" y="193860"/>
                  <a:pt x="516438" y="140693"/>
                  <a:pt x="483966" y="96261"/>
                </a:cubicBezTo>
                <a:cubicBezTo>
                  <a:pt x="490723" y="88029"/>
                  <a:pt x="500813" y="83258"/>
                  <a:pt x="511464" y="83260"/>
                </a:cubicBezTo>
                <a:lnTo>
                  <a:pt x="557346" y="83260"/>
                </a:lnTo>
                <a:cubicBezTo>
                  <a:pt x="577006" y="83333"/>
                  <a:pt x="592925" y="99252"/>
                  <a:pt x="592998" y="118912"/>
                </a:cubicBezTo>
                <a:lnTo>
                  <a:pt x="592998" y="182158"/>
                </a:lnTo>
                <a:cubicBezTo>
                  <a:pt x="592999" y="186036"/>
                  <a:pt x="595663" y="189406"/>
                  <a:pt x="599437" y="190302"/>
                </a:cubicBezTo>
                <a:cubicBezTo>
                  <a:pt x="609867" y="193750"/>
                  <a:pt x="620024" y="197975"/>
                  <a:pt x="629822" y="202941"/>
                </a:cubicBezTo>
                <a:cubicBezTo>
                  <a:pt x="633042" y="204582"/>
                  <a:pt x="636953" y="203963"/>
                  <a:pt x="639509" y="201408"/>
                </a:cubicBezTo>
                <a:lnTo>
                  <a:pt x="639509" y="201408"/>
                </a:lnTo>
                <a:lnTo>
                  <a:pt x="684276" y="156640"/>
                </a:lnTo>
                <a:cubicBezTo>
                  <a:pt x="698232" y="142792"/>
                  <a:pt x="720746" y="142792"/>
                  <a:pt x="734702" y="156640"/>
                </a:cubicBezTo>
                <a:lnTo>
                  <a:pt x="767106" y="189111"/>
                </a:lnTo>
                <a:cubicBezTo>
                  <a:pt x="780954" y="203067"/>
                  <a:pt x="780954" y="225580"/>
                  <a:pt x="767106" y="239536"/>
                </a:cubicBezTo>
                <a:lnTo>
                  <a:pt x="722338" y="284304"/>
                </a:lnTo>
                <a:cubicBezTo>
                  <a:pt x="719573" y="287072"/>
                  <a:pt x="719090" y="291385"/>
                  <a:pt x="721176" y="294696"/>
                </a:cubicBezTo>
                <a:cubicBezTo>
                  <a:pt x="726084" y="304468"/>
                  <a:pt x="730258" y="314592"/>
                  <a:pt x="733664" y="324985"/>
                </a:cubicBezTo>
                <a:cubicBezTo>
                  <a:pt x="734775" y="328440"/>
                  <a:pt x="737988" y="330783"/>
                  <a:pt x="741617" y="330786"/>
                </a:cubicBezTo>
                <a:lnTo>
                  <a:pt x="741617" y="330786"/>
                </a:lnTo>
                <a:lnTo>
                  <a:pt x="804891" y="330786"/>
                </a:lnTo>
                <a:cubicBezTo>
                  <a:pt x="824553" y="330853"/>
                  <a:pt x="840476" y="346776"/>
                  <a:pt x="840544" y="366438"/>
                </a:cubicBezTo>
                <a:lnTo>
                  <a:pt x="840544" y="412329"/>
                </a:lnTo>
                <a:cubicBezTo>
                  <a:pt x="840486" y="431998"/>
                  <a:pt x="824561" y="447933"/>
                  <a:pt x="804891" y="448000"/>
                </a:cubicBezTo>
                <a:lnTo>
                  <a:pt x="741655" y="448000"/>
                </a:lnTo>
                <a:cubicBezTo>
                  <a:pt x="737775" y="448000"/>
                  <a:pt x="734401" y="450665"/>
                  <a:pt x="733502" y="454439"/>
                </a:cubicBezTo>
                <a:cubicBezTo>
                  <a:pt x="730056" y="464860"/>
                  <a:pt x="725835" y="475007"/>
                  <a:pt x="720871" y="484796"/>
                </a:cubicBezTo>
                <a:cubicBezTo>
                  <a:pt x="719228" y="488014"/>
                  <a:pt x="719844" y="491924"/>
                  <a:pt x="722395" y="494482"/>
                </a:cubicBezTo>
                <a:lnTo>
                  <a:pt x="722395" y="494482"/>
                </a:lnTo>
                <a:lnTo>
                  <a:pt x="767163" y="539250"/>
                </a:lnTo>
                <a:cubicBezTo>
                  <a:pt x="773805" y="545947"/>
                  <a:pt x="777510" y="555012"/>
                  <a:pt x="777459" y="564444"/>
                </a:cubicBezTo>
                <a:lnTo>
                  <a:pt x="777459" y="564444"/>
                </a:lnTo>
                <a:cubicBezTo>
                  <a:pt x="777474" y="573900"/>
                  <a:pt x="773721" y="582974"/>
                  <a:pt x="767030" y="589656"/>
                </a:cubicBezTo>
                <a:lnTo>
                  <a:pt x="734587" y="622098"/>
                </a:lnTo>
                <a:cubicBezTo>
                  <a:pt x="720631" y="635947"/>
                  <a:pt x="698118" y="635947"/>
                  <a:pt x="684162" y="622098"/>
                </a:cubicBezTo>
                <a:lnTo>
                  <a:pt x="639395" y="577331"/>
                </a:lnTo>
                <a:cubicBezTo>
                  <a:pt x="636629" y="574562"/>
                  <a:pt x="632313" y="574080"/>
                  <a:pt x="629003" y="576169"/>
                </a:cubicBezTo>
                <a:cubicBezTo>
                  <a:pt x="619225" y="581073"/>
                  <a:pt x="609098" y="585247"/>
                  <a:pt x="598704" y="588656"/>
                </a:cubicBezTo>
                <a:cubicBezTo>
                  <a:pt x="595249" y="589760"/>
                  <a:pt x="592907" y="592973"/>
                  <a:pt x="592913" y="596600"/>
                </a:cubicBezTo>
                <a:lnTo>
                  <a:pt x="592913" y="596600"/>
                </a:lnTo>
                <a:lnTo>
                  <a:pt x="592913" y="659846"/>
                </a:lnTo>
                <a:cubicBezTo>
                  <a:pt x="592845" y="679507"/>
                  <a:pt x="576922" y="695430"/>
                  <a:pt x="557261" y="695498"/>
                </a:cubicBezTo>
                <a:lnTo>
                  <a:pt x="511455" y="695498"/>
                </a:lnTo>
                <a:cubicBezTo>
                  <a:pt x="491795" y="695425"/>
                  <a:pt x="475876" y="679506"/>
                  <a:pt x="475803" y="659846"/>
                </a:cubicBezTo>
                <a:lnTo>
                  <a:pt x="475803" y="596600"/>
                </a:lnTo>
                <a:cubicBezTo>
                  <a:pt x="475802" y="592721"/>
                  <a:pt x="473138" y="589352"/>
                  <a:pt x="469364" y="588456"/>
                </a:cubicBezTo>
                <a:cubicBezTo>
                  <a:pt x="458948" y="585007"/>
                  <a:pt x="448804" y="580786"/>
                  <a:pt x="439017" y="575826"/>
                </a:cubicBezTo>
                <a:cubicBezTo>
                  <a:pt x="435797" y="574178"/>
                  <a:pt x="431881" y="574793"/>
                  <a:pt x="429321" y="577350"/>
                </a:cubicBezTo>
                <a:lnTo>
                  <a:pt x="429321" y="577350"/>
                </a:lnTo>
                <a:lnTo>
                  <a:pt x="384553" y="622117"/>
                </a:lnTo>
                <a:cubicBezTo>
                  <a:pt x="378281" y="627868"/>
                  <a:pt x="371427" y="632949"/>
                  <a:pt x="364103" y="637281"/>
                </a:cubicBezTo>
                <a:cubicBezTo>
                  <a:pt x="362577" y="633589"/>
                  <a:pt x="359663" y="630645"/>
                  <a:pt x="355988" y="629080"/>
                </a:cubicBezTo>
                <a:cubicBezTo>
                  <a:pt x="359036" y="617774"/>
                  <a:pt x="365141" y="596438"/>
                  <a:pt x="373266" y="574073"/>
                </a:cubicBezTo>
                <a:lnTo>
                  <a:pt x="389268" y="530058"/>
                </a:lnTo>
                <a:cubicBezTo>
                  <a:pt x="396726" y="509532"/>
                  <a:pt x="412471" y="497016"/>
                  <a:pt x="428730" y="482071"/>
                </a:cubicBezTo>
                <a:cubicBezTo>
                  <a:pt x="479915" y="540429"/>
                  <a:pt x="568716" y="546244"/>
                  <a:pt x="627074" y="495060"/>
                </a:cubicBezTo>
                <a:cubicBezTo>
                  <a:pt x="685432" y="443875"/>
                  <a:pt x="691248" y="355074"/>
                  <a:pt x="640062" y="296716"/>
                </a:cubicBezTo>
                <a:cubicBezTo>
                  <a:pt x="613903" y="266889"/>
                  <a:pt x="576355" y="249508"/>
                  <a:pt x="536687" y="248861"/>
                </a:cubicBezTo>
                <a:close/>
                <a:moveTo>
                  <a:pt x="346291" y="643758"/>
                </a:moveTo>
                <a:lnTo>
                  <a:pt x="345701" y="643758"/>
                </a:lnTo>
                <a:lnTo>
                  <a:pt x="177308" y="643758"/>
                </a:lnTo>
                <a:cubicBezTo>
                  <a:pt x="170498" y="643977"/>
                  <a:pt x="169936" y="643577"/>
                  <a:pt x="166193" y="643577"/>
                </a:cubicBezTo>
                <a:cubicBezTo>
                  <a:pt x="161078" y="643577"/>
                  <a:pt x="171336" y="643815"/>
                  <a:pt x="171336" y="645282"/>
                </a:cubicBezTo>
                <a:lnTo>
                  <a:pt x="171336" y="662427"/>
                </a:lnTo>
                <a:lnTo>
                  <a:pt x="243440" y="662427"/>
                </a:lnTo>
                <a:cubicBezTo>
                  <a:pt x="248065" y="662427"/>
                  <a:pt x="251813" y="666175"/>
                  <a:pt x="251813" y="670800"/>
                </a:cubicBezTo>
                <a:cubicBezTo>
                  <a:pt x="251813" y="675424"/>
                  <a:pt x="248065" y="679172"/>
                  <a:pt x="243440" y="679172"/>
                </a:cubicBezTo>
                <a:lnTo>
                  <a:pt x="171784" y="679172"/>
                </a:lnTo>
                <a:cubicBezTo>
                  <a:pt x="173106" y="692063"/>
                  <a:pt x="175958" y="704751"/>
                  <a:pt x="180280" y="716967"/>
                </a:cubicBezTo>
                <a:cubicBezTo>
                  <a:pt x="183595" y="726007"/>
                  <a:pt x="186852" y="732788"/>
                  <a:pt x="188853" y="732788"/>
                </a:cubicBezTo>
                <a:lnTo>
                  <a:pt x="331299" y="732788"/>
                </a:lnTo>
                <a:cubicBezTo>
                  <a:pt x="333032" y="732788"/>
                  <a:pt x="335633" y="728026"/>
                  <a:pt x="338405" y="721082"/>
                </a:cubicBezTo>
                <a:lnTo>
                  <a:pt x="287351" y="721082"/>
                </a:lnTo>
                <a:cubicBezTo>
                  <a:pt x="282726" y="721082"/>
                  <a:pt x="278978" y="717334"/>
                  <a:pt x="278978" y="712710"/>
                </a:cubicBezTo>
                <a:cubicBezTo>
                  <a:pt x="278978" y="708085"/>
                  <a:pt x="282726" y="704337"/>
                  <a:pt x="287351" y="704337"/>
                </a:cubicBezTo>
                <a:lnTo>
                  <a:pt x="343891" y="704337"/>
                </a:lnTo>
                <a:cubicBezTo>
                  <a:pt x="348499" y="685013"/>
                  <a:pt x="350159" y="665103"/>
                  <a:pt x="348815" y="645282"/>
                </a:cubicBezTo>
                <a:cubicBezTo>
                  <a:pt x="348834" y="643568"/>
                  <a:pt x="346301" y="643758"/>
                  <a:pt x="346291" y="643758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4D02038-139F-3806-7E4A-C55059DBA397}"/>
              </a:ext>
            </a:extLst>
          </p:cNvPr>
          <p:cNvGrpSpPr/>
          <p:nvPr/>
        </p:nvGrpSpPr>
        <p:grpSpPr>
          <a:xfrm>
            <a:off x="8827099" y="1347438"/>
            <a:ext cx="405802" cy="405070"/>
            <a:chOff x="-1928942" y="2988312"/>
            <a:chExt cx="534489" cy="533528"/>
          </a:xfrm>
          <a:solidFill>
            <a:schemeClr val="tx2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926304B-4346-DBBE-B1A2-0CFF9D4394BE}"/>
                </a:ext>
              </a:extLst>
            </p:cNvPr>
            <p:cNvSpPr/>
            <p:nvPr/>
          </p:nvSpPr>
          <p:spPr>
            <a:xfrm>
              <a:off x="-1680411" y="3385820"/>
              <a:ext cx="119564" cy="135865"/>
            </a:xfrm>
            <a:custGeom>
              <a:avLst/>
              <a:gdLst>
                <a:gd name="connsiteX0" fmla="*/ 29744 w 119564"/>
                <a:gd name="connsiteY0" fmla="*/ 18621 h 135865"/>
                <a:gd name="connsiteX1" fmla="*/ 2188 w 119564"/>
                <a:gd name="connsiteY1" fmla="*/ 0 h 135865"/>
                <a:gd name="connsiteX2" fmla="*/ 51223 w 119564"/>
                <a:gd name="connsiteY2" fmla="*/ 128092 h 135865"/>
                <a:gd name="connsiteX3" fmla="*/ 93723 w 119564"/>
                <a:gd name="connsiteY3" fmla="*/ 134112 h 135865"/>
                <a:gd name="connsiteX4" fmla="*/ 117031 w 119564"/>
                <a:gd name="connsiteY4" fmla="*/ 120872 h 135865"/>
                <a:gd name="connsiteX5" fmla="*/ 24991 w 119564"/>
                <a:gd name="connsiteY5" fmla="*/ 57055 h 135865"/>
                <a:gd name="connsiteX6" fmla="*/ 27148 w 119564"/>
                <a:gd name="connsiteY6" fmla="*/ 43758 h 135865"/>
                <a:gd name="connsiteX7" fmla="*/ 40444 w 119564"/>
                <a:gd name="connsiteY7" fmla="*/ 45915 h 135865"/>
                <a:gd name="connsiteX8" fmla="*/ 40745 w 119564"/>
                <a:gd name="connsiteY8" fmla="*/ 46358 h 135865"/>
                <a:gd name="connsiteX9" fmla="*/ 118984 w 119564"/>
                <a:gd name="connsiteY9" fmla="*/ 101698 h 135865"/>
                <a:gd name="connsiteX10" fmla="*/ 117365 w 119564"/>
                <a:gd name="connsiteY10" fmla="*/ 52683 h 135865"/>
                <a:gd name="connsiteX11" fmla="*/ 119565 w 119564"/>
                <a:gd name="connsiteY11" fmla="*/ 46072 h 135865"/>
                <a:gd name="connsiteX12" fmla="*/ 105363 w 119564"/>
                <a:gd name="connsiteY12" fmla="*/ 34395 h 135865"/>
                <a:gd name="connsiteX13" fmla="*/ 69654 w 119564"/>
                <a:gd name="connsiteY13" fmla="*/ 26013 h 135865"/>
                <a:gd name="connsiteX14" fmla="*/ 29744 w 119564"/>
                <a:gd name="connsiteY14" fmla="*/ 18621 h 13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564" h="135865">
                  <a:moveTo>
                    <a:pt x="29744" y="18621"/>
                  </a:moveTo>
                  <a:cubicBezTo>
                    <a:pt x="19365" y="14397"/>
                    <a:pt x="9980" y="8054"/>
                    <a:pt x="2188" y="0"/>
                  </a:cubicBezTo>
                  <a:cubicBezTo>
                    <a:pt x="-2965" y="34042"/>
                    <a:pt x="-3317" y="95612"/>
                    <a:pt x="51223" y="128092"/>
                  </a:cubicBezTo>
                  <a:cubicBezTo>
                    <a:pt x="64041" y="135628"/>
                    <a:pt x="79317" y="137792"/>
                    <a:pt x="93723" y="134112"/>
                  </a:cubicBezTo>
                  <a:cubicBezTo>
                    <a:pt x="102512" y="131801"/>
                    <a:pt x="110546" y="127238"/>
                    <a:pt x="117031" y="120872"/>
                  </a:cubicBezTo>
                  <a:cubicBezTo>
                    <a:pt x="58100" y="105547"/>
                    <a:pt x="36802" y="74390"/>
                    <a:pt x="24991" y="57055"/>
                  </a:cubicBezTo>
                  <a:cubicBezTo>
                    <a:pt x="21915" y="52788"/>
                    <a:pt x="22881" y="46834"/>
                    <a:pt x="27148" y="43758"/>
                  </a:cubicBezTo>
                  <a:cubicBezTo>
                    <a:pt x="31416" y="40682"/>
                    <a:pt x="37369" y="41648"/>
                    <a:pt x="40444" y="45915"/>
                  </a:cubicBezTo>
                  <a:cubicBezTo>
                    <a:pt x="40549" y="46060"/>
                    <a:pt x="40649" y="46208"/>
                    <a:pt x="40745" y="46358"/>
                  </a:cubicBezTo>
                  <a:cubicBezTo>
                    <a:pt x="58340" y="74558"/>
                    <a:pt x="86534" y="94500"/>
                    <a:pt x="118984" y="101698"/>
                  </a:cubicBezTo>
                  <a:cubicBezTo>
                    <a:pt x="113394" y="85919"/>
                    <a:pt x="112828" y="68796"/>
                    <a:pt x="117365" y="52683"/>
                  </a:cubicBezTo>
                  <a:cubicBezTo>
                    <a:pt x="118003" y="50425"/>
                    <a:pt x="118765" y="48244"/>
                    <a:pt x="119565" y="46072"/>
                  </a:cubicBezTo>
                  <a:cubicBezTo>
                    <a:pt x="115569" y="41359"/>
                    <a:pt x="110759" y="37404"/>
                    <a:pt x="105363" y="34395"/>
                  </a:cubicBezTo>
                  <a:cubicBezTo>
                    <a:pt x="94434" y="28429"/>
                    <a:pt x="82095" y="25534"/>
                    <a:pt x="69654" y="26013"/>
                  </a:cubicBezTo>
                  <a:cubicBezTo>
                    <a:pt x="55997" y="26158"/>
                    <a:pt x="42443" y="23647"/>
                    <a:pt x="29744" y="18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F334801-F926-8A79-E9D7-B626F52578A8}"/>
                </a:ext>
              </a:extLst>
            </p:cNvPr>
            <p:cNvSpPr/>
            <p:nvPr/>
          </p:nvSpPr>
          <p:spPr>
            <a:xfrm>
              <a:off x="-1598280" y="3093089"/>
              <a:ext cx="146546" cy="320811"/>
            </a:xfrm>
            <a:custGeom>
              <a:avLst/>
              <a:gdLst>
                <a:gd name="connsiteX0" fmla="*/ 0 w 146546"/>
                <a:gd name="connsiteY0" fmla="*/ 300323 h 320811"/>
                <a:gd name="connsiteX1" fmla="*/ 32299 w 146546"/>
                <a:gd name="connsiteY1" fmla="*/ 310334 h 320811"/>
                <a:gd name="connsiteX2" fmla="*/ 46853 w 146546"/>
                <a:gd name="connsiteY2" fmla="*/ 320812 h 320811"/>
                <a:gd name="connsiteX3" fmla="*/ 74419 w 146546"/>
                <a:gd name="connsiteY3" fmla="*/ 296228 h 320811"/>
                <a:gd name="connsiteX4" fmla="*/ 87135 w 146546"/>
                <a:gd name="connsiteY4" fmla="*/ 290455 h 320811"/>
                <a:gd name="connsiteX5" fmla="*/ 105499 w 146546"/>
                <a:gd name="connsiteY5" fmla="*/ 0 h 320811"/>
                <a:gd name="connsiteX6" fmla="*/ 82096 w 146546"/>
                <a:gd name="connsiteY6" fmla="*/ 0 h 320811"/>
                <a:gd name="connsiteX7" fmla="*/ 61598 w 146546"/>
                <a:gd name="connsiteY7" fmla="*/ 20507 h 320811"/>
                <a:gd name="connsiteX8" fmla="*/ 22010 w 146546"/>
                <a:gd name="connsiteY8" fmla="*/ 286255 h 320811"/>
                <a:gd name="connsiteX9" fmla="*/ 0 w 146546"/>
                <a:gd name="connsiteY9" fmla="*/ 300323 h 32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546" h="320811">
                  <a:moveTo>
                    <a:pt x="0" y="300323"/>
                  </a:moveTo>
                  <a:cubicBezTo>
                    <a:pt x="11357" y="301323"/>
                    <a:pt x="22369" y="304736"/>
                    <a:pt x="32299" y="310334"/>
                  </a:cubicBezTo>
                  <a:cubicBezTo>
                    <a:pt x="37575" y="313196"/>
                    <a:pt x="42465" y="316717"/>
                    <a:pt x="46853" y="320812"/>
                  </a:cubicBezTo>
                  <a:cubicBezTo>
                    <a:pt x="53977" y="310560"/>
                    <a:pt x="63422" y="302136"/>
                    <a:pt x="74419" y="296228"/>
                  </a:cubicBezTo>
                  <a:cubicBezTo>
                    <a:pt x="78519" y="294012"/>
                    <a:pt x="82767" y="292083"/>
                    <a:pt x="87135" y="290455"/>
                  </a:cubicBezTo>
                  <a:cubicBezTo>
                    <a:pt x="158879" y="209196"/>
                    <a:pt x="166437" y="89648"/>
                    <a:pt x="105499" y="0"/>
                  </a:cubicBezTo>
                  <a:lnTo>
                    <a:pt x="82096" y="0"/>
                  </a:lnTo>
                  <a:lnTo>
                    <a:pt x="61598" y="20507"/>
                  </a:lnTo>
                  <a:cubicBezTo>
                    <a:pt x="124051" y="104824"/>
                    <a:pt x="106327" y="223803"/>
                    <a:pt x="22010" y="286255"/>
                  </a:cubicBezTo>
                  <a:cubicBezTo>
                    <a:pt x="15005" y="291444"/>
                    <a:pt x="7650" y="296145"/>
                    <a:pt x="0" y="3003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D54ED90-0369-00D3-CF80-4D306CF0C0BF}"/>
                </a:ext>
              </a:extLst>
            </p:cNvPr>
            <p:cNvSpPr/>
            <p:nvPr/>
          </p:nvSpPr>
          <p:spPr>
            <a:xfrm>
              <a:off x="-1537463" y="2993435"/>
              <a:ext cx="80575" cy="80603"/>
            </a:xfrm>
            <a:custGeom>
              <a:avLst/>
              <a:gdLst>
                <a:gd name="connsiteX0" fmla="*/ 79181 w 80575"/>
                <a:gd name="connsiteY0" fmla="*/ 52343 h 80603"/>
                <a:gd name="connsiteX1" fmla="*/ 79178 w 80575"/>
                <a:gd name="connsiteY1" fmla="*/ 45608 h 80603"/>
                <a:gd name="connsiteX2" fmla="*/ 76867 w 80575"/>
                <a:gd name="connsiteY2" fmla="*/ 44332 h 80603"/>
                <a:gd name="connsiteX3" fmla="*/ 55740 w 80575"/>
                <a:gd name="connsiteY3" fmla="*/ 39570 h 80603"/>
                <a:gd name="connsiteX4" fmla="*/ 42100 w 80575"/>
                <a:gd name="connsiteY4" fmla="*/ 26140 h 80603"/>
                <a:gd name="connsiteX5" fmla="*/ 36443 w 80575"/>
                <a:gd name="connsiteY5" fmla="*/ 3594 h 80603"/>
                <a:gd name="connsiteX6" fmla="*/ 30656 w 80575"/>
                <a:gd name="connsiteY6" fmla="*/ 147 h 80603"/>
                <a:gd name="connsiteX7" fmla="*/ 28470 w 80575"/>
                <a:gd name="connsiteY7" fmla="*/ 1384 h 80603"/>
                <a:gd name="connsiteX8" fmla="*/ 105 w 80575"/>
                <a:gd name="connsiteY8" fmla="*/ 29721 h 80603"/>
                <a:gd name="connsiteX9" fmla="*/ 0 w 80575"/>
                <a:gd name="connsiteY9" fmla="*/ 80242 h 80603"/>
                <a:gd name="connsiteX10" fmla="*/ 50740 w 80575"/>
                <a:gd name="connsiteY10" fmla="*/ 80604 h 8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575" h="80603">
                  <a:moveTo>
                    <a:pt x="79181" y="52343"/>
                  </a:moveTo>
                  <a:cubicBezTo>
                    <a:pt x="81041" y="50482"/>
                    <a:pt x="81040" y="47467"/>
                    <a:pt x="79178" y="45608"/>
                  </a:cubicBezTo>
                  <a:cubicBezTo>
                    <a:pt x="78543" y="44973"/>
                    <a:pt x="77742" y="44531"/>
                    <a:pt x="76867" y="44332"/>
                  </a:cubicBezTo>
                  <a:lnTo>
                    <a:pt x="55740" y="39570"/>
                  </a:lnTo>
                  <a:cubicBezTo>
                    <a:pt x="49034" y="38008"/>
                    <a:pt x="43766" y="32822"/>
                    <a:pt x="42100" y="26140"/>
                  </a:cubicBezTo>
                  <a:lnTo>
                    <a:pt x="36443" y="3594"/>
                  </a:lnTo>
                  <a:cubicBezTo>
                    <a:pt x="35797" y="1044"/>
                    <a:pt x="33206" y="-499"/>
                    <a:pt x="30656" y="147"/>
                  </a:cubicBezTo>
                  <a:cubicBezTo>
                    <a:pt x="29830" y="356"/>
                    <a:pt x="29075" y="784"/>
                    <a:pt x="28470" y="1384"/>
                  </a:cubicBezTo>
                  <a:lnTo>
                    <a:pt x="105" y="29721"/>
                  </a:lnTo>
                  <a:lnTo>
                    <a:pt x="0" y="80242"/>
                  </a:lnTo>
                  <a:lnTo>
                    <a:pt x="50740" y="80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A525524-DB66-961A-C307-B108D62FDDB0}"/>
                </a:ext>
              </a:extLst>
            </p:cNvPr>
            <p:cNvSpPr/>
            <p:nvPr/>
          </p:nvSpPr>
          <p:spPr>
            <a:xfrm>
              <a:off x="-1718438" y="3199207"/>
              <a:ext cx="55816" cy="55793"/>
            </a:xfrm>
            <a:custGeom>
              <a:avLst/>
              <a:gdLst>
                <a:gd name="connsiteX0" fmla="*/ 0 w 55816"/>
                <a:gd name="connsiteY0" fmla="*/ 27232 h 55793"/>
                <a:gd name="connsiteX1" fmla="*/ 28436 w 55816"/>
                <a:gd name="connsiteY1" fmla="*/ 55794 h 55793"/>
                <a:gd name="connsiteX2" fmla="*/ 55817 w 55816"/>
                <a:gd name="connsiteY2" fmla="*/ 35414 h 55793"/>
                <a:gd name="connsiteX3" fmla="*/ 20374 w 55816"/>
                <a:gd name="connsiteY3" fmla="*/ 17178 h 55793"/>
                <a:gd name="connsiteX4" fmla="*/ 20365 w 55816"/>
                <a:gd name="connsiteY4" fmla="*/ 0 h 55793"/>
                <a:gd name="connsiteX5" fmla="*/ 0 w 55816"/>
                <a:gd name="connsiteY5" fmla="*/ 27232 h 55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816" h="55793">
                  <a:moveTo>
                    <a:pt x="0" y="27232"/>
                  </a:moveTo>
                  <a:cubicBezTo>
                    <a:pt x="-34" y="42971"/>
                    <a:pt x="12697" y="55758"/>
                    <a:pt x="28436" y="55794"/>
                  </a:cubicBezTo>
                  <a:cubicBezTo>
                    <a:pt x="41072" y="55821"/>
                    <a:pt x="52217" y="47526"/>
                    <a:pt x="55817" y="35414"/>
                  </a:cubicBezTo>
                  <a:cubicBezTo>
                    <a:pt x="40994" y="40166"/>
                    <a:pt x="25125" y="32001"/>
                    <a:pt x="20374" y="17178"/>
                  </a:cubicBezTo>
                  <a:cubicBezTo>
                    <a:pt x="18583" y="11593"/>
                    <a:pt x="18580" y="5587"/>
                    <a:pt x="20365" y="0"/>
                  </a:cubicBezTo>
                  <a:cubicBezTo>
                    <a:pt x="8326" y="3611"/>
                    <a:pt x="61" y="14664"/>
                    <a:pt x="0" y="272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38E35F6-DACD-0FD9-C891-5DAD5C6E66D6}"/>
                </a:ext>
              </a:extLst>
            </p:cNvPr>
            <p:cNvSpPr/>
            <p:nvPr/>
          </p:nvSpPr>
          <p:spPr>
            <a:xfrm>
              <a:off x="-1547021" y="3366218"/>
              <a:ext cx="152568" cy="155622"/>
            </a:xfrm>
            <a:custGeom>
              <a:avLst/>
              <a:gdLst>
                <a:gd name="connsiteX0" fmla="*/ 117344 w 152568"/>
                <a:gd name="connsiteY0" fmla="*/ 22250 h 155622"/>
                <a:gd name="connsiteX1" fmla="*/ 72853 w 152568"/>
                <a:gd name="connsiteY1" fmla="*/ 30394 h 155622"/>
                <a:gd name="connsiteX2" fmla="*/ 32190 w 152568"/>
                <a:gd name="connsiteY2" fmla="*/ 39853 h 155622"/>
                <a:gd name="connsiteX3" fmla="*/ 2330 w 152568"/>
                <a:gd name="connsiteY3" fmla="*/ 77391 h 155622"/>
                <a:gd name="connsiteX4" fmla="*/ 5673 w 152568"/>
                <a:gd name="connsiteY4" fmla="*/ 120177 h 155622"/>
                <a:gd name="connsiteX5" fmla="*/ 106476 w 152568"/>
                <a:gd name="connsiteY5" fmla="*/ 54902 h 155622"/>
                <a:gd name="connsiteX6" fmla="*/ 119617 w 152568"/>
                <a:gd name="connsiteY6" fmla="*/ 51943 h 155622"/>
                <a:gd name="connsiteX7" fmla="*/ 122577 w 152568"/>
                <a:gd name="connsiteY7" fmla="*/ 65084 h 155622"/>
                <a:gd name="connsiteX8" fmla="*/ 122192 w 152568"/>
                <a:gd name="connsiteY8" fmla="*/ 65646 h 155622"/>
                <a:gd name="connsiteX9" fmla="*/ 17188 w 152568"/>
                <a:gd name="connsiteY9" fmla="*/ 137084 h 155622"/>
                <a:gd name="connsiteX10" fmla="*/ 94293 w 152568"/>
                <a:gd name="connsiteY10" fmla="*/ 146552 h 155622"/>
                <a:gd name="connsiteX11" fmla="*/ 94293 w 152568"/>
                <a:gd name="connsiteY11" fmla="*/ 146552 h 155622"/>
                <a:gd name="connsiteX12" fmla="*/ 149662 w 152568"/>
                <a:gd name="connsiteY12" fmla="*/ 0 h 155622"/>
                <a:gd name="connsiteX13" fmla="*/ 117344 w 152568"/>
                <a:gd name="connsiteY13" fmla="*/ 22250 h 15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2568" h="155622">
                  <a:moveTo>
                    <a:pt x="117344" y="22250"/>
                  </a:moveTo>
                  <a:cubicBezTo>
                    <a:pt x="103184" y="27831"/>
                    <a:pt x="88072" y="30597"/>
                    <a:pt x="72853" y="30394"/>
                  </a:cubicBezTo>
                  <a:cubicBezTo>
                    <a:pt x="58697" y="29852"/>
                    <a:pt x="44654" y="33118"/>
                    <a:pt x="32190" y="39853"/>
                  </a:cubicBezTo>
                  <a:cubicBezTo>
                    <a:pt x="17504" y="47734"/>
                    <a:pt x="6705" y="61309"/>
                    <a:pt x="2330" y="77391"/>
                  </a:cubicBezTo>
                  <a:cubicBezTo>
                    <a:pt x="-1675" y="91597"/>
                    <a:pt x="-489" y="106765"/>
                    <a:pt x="5673" y="120177"/>
                  </a:cubicBezTo>
                  <a:cubicBezTo>
                    <a:pt x="71462" y="105804"/>
                    <a:pt x="93303" y="74114"/>
                    <a:pt x="106476" y="54902"/>
                  </a:cubicBezTo>
                  <a:cubicBezTo>
                    <a:pt x="109288" y="50456"/>
                    <a:pt x="115171" y="49131"/>
                    <a:pt x="119617" y="51943"/>
                  </a:cubicBezTo>
                  <a:cubicBezTo>
                    <a:pt x="124063" y="54754"/>
                    <a:pt x="125388" y="60638"/>
                    <a:pt x="122577" y="65084"/>
                  </a:cubicBezTo>
                  <a:cubicBezTo>
                    <a:pt x="122455" y="65276"/>
                    <a:pt x="122327" y="65463"/>
                    <a:pt x="122192" y="65646"/>
                  </a:cubicBezTo>
                  <a:cubicBezTo>
                    <a:pt x="108857" y="85144"/>
                    <a:pt x="84759" y="120301"/>
                    <a:pt x="17188" y="137084"/>
                  </a:cubicBezTo>
                  <a:cubicBezTo>
                    <a:pt x="37632" y="157643"/>
                    <a:pt x="69484" y="161554"/>
                    <a:pt x="94293" y="146552"/>
                  </a:cubicBezTo>
                  <a:lnTo>
                    <a:pt x="94293" y="146552"/>
                  </a:lnTo>
                  <a:cubicBezTo>
                    <a:pt x="157720" y="109099"/>
                    <a:pt x="155911" y="37795"/>
                    <a:pt x="149662" y="0"/>
                  </a:cubicBezTo>
                  <a:cubicBezTo>
                    <a:pt x="140683" y="9734"/>
                    <a:pt x="129641" y="17336"/>
                    <a:pt x="117344" y="222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A9C7216-2F5D-A573-9104-C27D922343AE}"/>
                </a:ext>
              </a:extLst>
            </p:cNvPr>
            <p:cNvSpPr/>
            <p:nvPr/>
          </p:nvSpPr>
          <p:spPr>
            <a:xfrm>
              <a:off x="-1680291" y="3078887"/>
              <a:ext cx="137980" cy="137943"/>
            </a:xfrm>
            <a:custGeom>
              <a:avLst/>
              <a:gdLst>
                <a:gd name="connsiteX0" fmla="*/ 2744 w 137980"/>
                <a:gd name="connsiteY0" fmla="*/ 135169 h 137943"/>
                <a:gd name="connsiteX1" fmla="*/ 16184 w 137980"/>
                <a:gd name="connsiteY1" fmla="*/ 135169 h 137943"/>
                <a:gd name="connsiteX2" fmla="*/ 137980 w 137980"/>
                <a:gd name="connsiteY2" fmla="*/ 13392 h 137943"/>
                <a:gd name="connsiteX3" fmla="*/ 124579 w 137980"/>
                <a:gd name="connsiteY3" fmla="*/ 0 h 137943"/>
                <a:gd name="connsiteX4" fmla="*/ 2811 w 137980"/>
                <a:gd name="connsiteY4" fmla="*/ 121834 h 137943"/>
                <a:gd name="connsiteX5" fmla="*/ 2691 w 137980"/>
                <a:gd name="connsiteY5" fmla="*/ 135116 h 137943"/>
                <a:gd name="connsiteX6" fmla="*/ 2744 w 137980"/>
                <a:gd name="connsiteY6" fmla="*/ 135169 h 13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980" h="137943">
                  <a:moveTo>
                    <a:pt x="2744" y="135169"/>
                  </a:moveTo>
                  <a:cubicBezTo>
                    <a:pt x="6461" y="138869"/>
                    <a:pt x="12468" y="138869"/>
                    <a:pt x="16184" y="135169"/>
                  </a:cubicBezTo>
                  <a:lnTo>
                    <a:pt x="137980" y="13392"/>
                  </a:lnTo>
                  <a:cubicBezTo>
                    <a:pt x="131483" y="11571"/>
                    <a:pt x="126405" y="6496"/>
                    <a:pt x="124579" y="0"/>
                  </a:cubicBezTo>
                  <a:lnTo>
                    <a:pt x="2811" y="121834"/>
                  </a:lnTo>
                  <a:cubicBezTo>
                    <a:pt x="-889" y="125469"/>
                    <a:pt x="-944" y="131415"/>
                    <a:pt x="2691" y="135116"/>
                  </a:cubicBezTo>
                  <a:cubicBezTo>
                    <a:pt x="2709" y="135133"/>
                    <a:pt x="2726" y="135151"/>
                    <a:pt x="2744" y="1351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C4C9FF1-FDAF-CF22-0B4C-B67AEA6B9B0E}"/>
                </a:ext>
              </a:extLst>
            </p:cNvPr>
            <p:cNvSpPr/>
            <p:nvPr/>
          </p:nvSpPr>
          <p:spPr>
            <a:xfrm>
              <a:off x="-1785532" y="3131188"/>
              <a:ext cx="190918" cy="190919"/>
            </a:xfrm>
            <a:custGeom>
              <a:avLst/>
              <a:gdLst>
                <a:gd name="connsiteX0" fmla="*/ 95669 w 190918"/>
                <a:gd name="connsiteY0" fmla="*/ 0 h 190919"/>
                <a:gd name="connsiteX1" fmla="*/ 0 w 190918"/>
                <a:gd name="connsiteY1" fmla="*/ 95249 h 190919"/>
                <a:gd name="connsiteX2" fmla="*/ 95249 w 190918"/>
                <a:gd name="connsiteY2" fmla="*/ 190919 h 190919"/>
                <a:gd name="connsiteX3" fmla="*/ 190918 w 190918"/>
                <a:gd name="connsiteY3" fmla="*/ 95669 h 190919"/>
                <a:gd name="connsiteX4" fmla="*/ 180042 w 190918"/>
                <a:gd name="connsiteY4" fmla="*/ 51207 h 190919"/>
                <a:gd name="connsiteX5" fmla="*/ 142770 w 190918"/>
                <a:gd name="connsiteY5" fmla="*/ 88478 h 190919"/>
                <a:gd name="connsiteX6" fmla="*/ 102444 w 190918"/>
                <a:gd name="connsiteY6" fmla="*/ 142976 h 190919"/>
                <a:gd name="connsiteX7" fmla="*/ 47945 w 190918"/>
                <a:gd name="connsiteY7" fmla="*/ 102649 h 190919"/>
                <a:gd name="connsiteX8" fmla="*/ 88272 w 190918"/>
                <a:gd name="connsiteY8" fmla="*/ 48151 h 190919"/>
                <a:gd name="connsiteX9" fmla="*/ 102432 w 190918"/>
                <a:gd name="connsiteY9" fmla="*/ 48149 h 190919"/>
                <a:gd name="connsiteX10" fmla="*/ 139713 w 190918"/>
                <a:gd name="connsiteY10" fmla="*/ 10868 h 190919"/>
                <a:gd name="connsiteX11" fmla="*/ 95669 w 190918"/>
                <a:gd name="connsiteY11" fmla="*/ 0 h 190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918" h="190919">
                  <a:moveTo>
                    <a:pt x="95669" y="0"/>
                  </a:moveTo>
                  <a:cubicBezTo>
                    <a:pt x="42948" y="-116"/>
                    <a:pt x="115" y="42528"/>
                    <a:pt x="0" y="95249"/>
                  </a:cubicBezTo>
                  <a:cubicBezTo>
                    <a:pt x="-116" y="147970"/>
                    <a:pt x="42528" y="190803"/>
                    <a:pt x="95249" y="190919"/>
                  </a:cubicBezTo>
                  <a:cubicBezTo>
                    <a:pt x="147970" y="191035"/>
                    <a:pt x="190802" y="148390"/>
                    <a:pt x="190918" y="95669"/>
                  </a:cubicBezTo>
                  <a:cubicBezTo>
                    <a:pt x="190953" y="80185"/>
                    <a:pt x="187220" y="64926"/>
                    <a:pt x="180042" y="51207"/>
                  </a:cubicBezTo>
                  <a:lnTo>
                    <a:pt x="142770" y="88478"/>
                  </a:lnTo>
                  <a:cubicBezTo>
                    <a:pt x="146683" y="114663"/>
                    <a:pt x="128629" y="139063"/>
                    <a:pt x="102444" y="142976"/>
                  </a:cubicBezTo>
                  <a:cubicBezTo>
                    <a:pt x="76258" y="146890"/>
                    <a:pt x="51858" y="128834"/>
                    <a:pt x="47945" y="102649"/>
                  </a:cubicBezTo>
                  <a:cubicBezTo>
                    <a:pt x="44031" y="76464"/>
                    <a:pt x="62087" y="52064"/>
                    <a:pt x="88272" y="48151"/>
                  </a:cubicBezTo>
                  <a:cubicBezTo>
                    <a:pt x="92966" y="47449"/>
                    <a:pt x="97738" y="47449"/>
                    <a:pt x="102432" y="48149"/>
                  </a:cubicBezTo>
                  <a:lnTo>
                    <a:pt x="139713" y="10868"/>
                  </a:lnTo>
                  <a:cubicBezTo>
                    <a:pt x="126125" y="3742"/>
                    <a:pt x="111013" y="13"/>
                    <a:pt x="9566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E601DB3-0181-79D8-4234-4C08E9588D20}"/>
                </a:ext>
              </a:extLst>
            </p:cNvPr>
            <p:cNvSpPr/>
            <p:nvPr/>
          </p:nvSpPr>
          <p:spPr>
            <a:xfrm>
              <a:off x="-1928942" y="2988312"/>
              <a:ext cx="372429" cy="476251"/>
            </a:xfrm>
            <a:custGeom>
              <a:avLst/>
              <a:gdLst>
                <a:gd name="connsiteX0" fmla="*/ 237174 w 372429"/>
                <a:gd name="connsiteY0" fmla="*/ 476252 h 476251"/>
                <a:gd name="connsiteX1" fmla="*/ 229554 w 372429"/>
                <a:gd name="connsiteY1" fmla="*/ 428189 h 476251"/>
                <a:gd name="connsiteX2" fmla="*/ 48603 w 372429"/>
                <a:gd name="connsiteY2" fmla="*/ 228852 h 476251"/>
                <a:gd name="connsiteX3" fmla="*/ 247941 w 372429"/>
                <a:gd name="connsiteY3" fmla="*/ 47900 h 476251"/>
                <a:gd name="connsiteX4" fmla="*/ 351951 w 372429"/>
                <a:gd name="connsiteY4" fmla="*/ 84994 h 476251"/>
                <a:gd name="connsiteX5" fmla="*/ 372429 w 372429"/>
                <a:gd name="connsiteY5" fmla="*/ 64448 h 476251"/>
                <a:gd name="connsiteX6" fmla="*/ 372429 w 372429"/>
                <a:gd name="connsiteY6" fmla="*/ 41045 h 476251"/>
                <a:gd name="connsiteX7" fmla="*/ 239079 w 372429"/>
                <a:gd name="connsiteY7" fmla="*/ 2 h 476251"/>
                <a:gd name="connsiteX8" fmla="*/ 2 w 372429"/>
                <a:gd name="connsiteY8" fmla="*/ 237174 h 476251"/>
                <a:gd name="connsiteX9" fmla="*/ 237174 w 372429"/>
                <a:gd name="connsiteY9" fmla="*/ 476252 h 47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429" h="476251">
                  <a:moveTo>
                    <a:pt x="237174" y="476252"/>
                  </a:moveTo>
                  <a:cubicBezTo>
                    <a:pt x="232180" y="460718"/>
                    <a:pt x="229611" y="444506"/>
                    <a:pt x="229554" y="428189"/>
                  </a:cubicBezTo>
                  <a:cubicBezTo>
                    <a:pt x="124540" y="423112"/>
                    <a:pt x="43526" y="333865"/>
                    <a:pt x="48603" y="228852"/>
                  </a:cubicBezTo>
                  <a:cubicBezTo>
                    <a:pt x="53680" y="123837"/>
                    <a:pt x="142926" y="42822"/>
                    <a:pt x="247941" y="47900"/>
                  </a:cubicBezTo>
                  <a:cubicBezTo>
                    <a:pt x="285514" y="49716"/>
                    <a:pt x="321707" y="62624"/>
                    <a:pt x="351951" y="84994"/>
                  </a:cubicBezTo>
                  <a:lnTo>
                    <a:pt x="372429" y="64448"/>
                  </a:lnTo>
                  <a:lnTo>
                    <a:pt x="372429" y="41045"/>
                  </a:lnTo>
                  <a:cubicBezTo>
                    <a:pt x="333147" y="14204"/>
                    <a:pt x="286656" y="-105"/>
                    <a:pt x="239079" y="2"/>
                  </a:cubicBezTo>
                  <a:cubicBezTo>
                    <a:pt x="107567" y="-524"/>
                    <a:pt x="528" y="105662"/>
                    <a:pt x="2" y="237174"/>
                  </a:cubicBezTo>
                  <a:cubicBezTo>
                    <a:pt x="-524" y="368687"/>
                    <a:pt x="105662" y="475726"/>
                    <a:pt x="237174" y="476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16FD9E5-06F0-F7F7-A3AC-1968C1FD7FC9}"/>
                </a:ext>
              </a:extLst>
            </p:cNvPr>
            <p:cNvSpPr/>
            <p:nvPr/>
          </p:nvSpPr>
          <p:spPr>
            <a:xfrm>
              <a:off x="-1861313" y="3054958"/>
              <a:ext cx="342948" cy="342482"/>
            </a:xfrm>
            <a:custGeom>
              <a:avLst/>
              <a:gdLst>
                <a:gd name="connsiteX0" fmla="*/ 0 w 342948"/>
                <a:gd name="connsiteY0" fmla="*/ 171480 h 342482"/>
                <a:gd name="connsiteX1" fmla="*/ 162601 w 342948"/>
                <a:gd name="connsiteY1" fmla="*/ 342483 h 342482"/>
                <a:gd name="connsiteX2" fmla="*/ 166488 w 342948"/>
                <a:gd name="connsiteY2" fmla="*/ 315632 h 342482"/>
                <a:gd name="connsiteX3" fmla="*/ 177299 w 342948"/>
                <a:gd name="connsiteY3" fmla="*/ 305059 h 342482"/>
                <a:gd name="connsiteX4" fmla="*/ 190938 w 342948"/>
                <a:gd name="connsiteY4" fmla="*/ 310717 h 342482"/>
                <a:gd name="connsiteX5" fmla="*/ 217770 w 342948"/>
                <a:gd name="connsiteY5" fmla="*/ 331815 h 342482"/>
                <a:gd name="connsiteX6" fmla="*/ 225028 w 342948"/>
                <a:gd name="connsiteY6" fmla="*/ 334244 h 342482"/>
                <a:gd name="connsiteX7" fmla="*/ 334432 w 342948"/>
                <a:gd name="connsiteY7" fmla="*/ 118526 h 342482"/>
                <a:gd name="connsiteX8" fmla="*/ 311020 w 342948"/>
                <a:gd name="connsiteY8" fmla="*/ 72239 h 342482"/>
                <a:gd name="connsiteX9" fmla="*/ 269863 w 342948"/>
                <a:gd name="connsiteY9" fmla="*/ 113378 h 342482"/>
                <a:gd name="connsiteX10" fmla="*/ 229553 w 342948"/>
                <a:gd name="connsiteY10" fmla="*/ 270013 h 342482"/>
                <a:gd name="connsiteX11" fmla="*/ 72918 w 342948"/>
                <a:gd name="connsiteY11" fmla="*/ 229703 h 342482"/>
                <a:gd name="connsiteX12" fmla="*/ 113228 w 342948"/>
                <a:gd name="connsiteY12" fmla="*/ 73068 h 342482"/>
                <a:gd name="connsiteX13" fmla="*/ 229553 w 342948"/>
                <a:gd name="connsiteY13" fmla="*/ 73068 h 342482"/>
                <a:gd name="connsiteX14" fmla="*/ 270710 w 342948"/>
                <a:gd name="connsiteY14" fmla="*/ 31910 h 342482"/>
                <a:gd name="connsiteX15" fmla="*/ 31898 w 342948"/>
                <a:gd name="connsiteY15" fmla="*/ 71689 h 342482"/>
                <a:gd name="connsiteX16" fmla="*/ 0 w 342948"/>
                <a:gd name="connsiteY16" fmla="*/ 171480 h 342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2948" h="342482">
                  <a:moveTo>
                    <a:pt x="0" y="171480"/>
                  </a:moveTo>
                  <a:cubicBezTo>
                    <a:pt x="155" y="262631"/>
                    <a:pt x="71575" y="337740"/>
                    <a:pt x="162601" y="342483"/>
                  </a:cubicBezTo>
                  <a:cubicBezTo>
                    <a:pt x="163349" y="333462"/>
                    <a:pt x="164647" y="324495"/>
                    <a:pt x="166488" y="315632"/>
                  </a:cubicBezTo>
                  <a:cubicBezTo>
                    <a:pt x="167648" y="310260"/>
                    <a:pt x="171903" y="306099"/>
                    <a:pt x="177299" y="305059"/>
                  </a:cubicBezTo>
                  <a:cubicBezTo>
                    <a:pt x="182570" y="304025"/>
                    <a:pt x="187947" y="306256"/>
                    <a:pt x="190938" y="310717"/>
                  </a:cubicBezTo>
                  <a:cubicBezTo>
                    <a:pt x="197751" y="320104"/>
                    <a:pt x="207041" y="327409"/>
                    <a:pt x="217770" y="331815"/>
                  </a:cubicBezTo>
                  <a:cubicBezTo>
                    <a:pt x="220148" y="332745"/>
                    <a:pt x="222570" y="333556"/>
                    <a:pt x="225028" y="334244"/>
                  </a:cubicBezTo>
                  <a:cubicBezTo>
                    <a:pt x="314808" y="304886"/>
                    <a:pt x="363790" y="208305"/>
                    <a:pt x="334432" y="118526"/>
                  </a:cubicBezTo>
                  <a:cubicBezTo>
                    <a:pt x="329026" y="101996"/>
                    <a:pt x="321132" y="86388"/>
                    <a:pt x="311020" y="72239"/>
                  </a:cubicBezTo>
                  <a:lnTo>
                    <a:pt x="269863" y="113378"/>
                  </a:lnTo>
                  <a:cubicBezTo>
                    <a:pt x="301985" y="167763"/>
                    <a:pt x="283938" y="237890"/>
                    <a:pt x="229553" y="270013"/>
                  </a:cubicBezTo>
                  <a:cubicBezTo>
                    <a:pt x="175168" y="302136"/>
                    <a:pt x="105040" y="284088"/>
                    <a:pt x="72918" y="229703"/>
                  </a:cubicBezTo>
                  <a:cubicBezTo>
                    <a:pt x="40795" y="175318"/>
                    <a:pt x="58843" y="105190"/>
                    <a:pt x="113228" y="73068"/>
                  </a:cubicBezTo>
                  <a:cubicBezTo>
                    <a:pt x="149106" y="51876"/>
                    <a:pt x="193673" y="51876"/>
                    <a:pt x="229553" y="73068"/>
                  </a:cubicBezTo>
                  <a:lnTo>
                    <a:pt x="270710" y="31910"/>
                  </a:lnTo>
                  <a:cubicBezTo>
                    <a:pt x="193780" y="-23051"/>
                    <a:pt x="86860" y="-5242"/>
                    <a:pt x="31898" y="71689"/>
                  </a:cubicBezTo>
                  <a:cubicBezTo>
                    <a:pt x="11098" y="100802"/>
                    <a:pt x="-57" y="135701"/>
                    <a:pt x="0" y="171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B9B4025-3B45-8458-C10F-DAA7F0584A5B}"/>
              </a:ext>
            </a:extLst>
          </p:cNvPr>
          <p:cNvGrpSpPr/>
          <p:nvPr/>
        </p:nvGrpSpPr>
        <p:grpSpPr>
          <a:xfrm>
            <a:off x="4593584" y="3309098"/>
            <a:ext cx="507030" cy="386633"/>
            <a:chOff x="-1762104" y="4690500"/>
            <a:chExt cx="454228" cy="346369"/>
          </a:xfrm>
          <a:solidFill>
            <a:schemeClr val="tx2"/>
          </a:solidFill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85C5774-48CE-F129-871D-F952BB89ABE4}"/>
                </a:ext>
              </a:extLst>
            </p:cNvPr>
            <p:cNvSpPr/>
            <p:nvPr/>
          </p:nvSpPr>
          <p:spPr>
            <a:xfrm>
              <a:off x="-1649900" y="4942867"/>
              <a:ext cx="229076" cy="94002"/>
            </a:xfrm>
            <a:custGeom>
              <a:avLst/>
              <a:gdLst>
                <a:gd name="connsiteX0" fmla="*/ 0 w 229076"/>
                <a:gd name="connsiteY0" fmla="*/ 94002 h 94002"/>
                <a:gd name="connsiteX1" fmla="*/ 229076 w 229076"/>
                <a:gd name="connsiteY1" fmla="*/ 94002 h 94002"/>
                <a:gd name="connsiteX2" fmla="*/ 218065 w 229076"/>
                <a:gd name="connsiteY2" fmla="*/ 39653 h 94002"/>
                <a:gd name="connsiteX3" fmla="*/ 114538 w 229076"/>
                <a:gd name="connsiteY3" fmla="*/ 0 h 94002"/>
                <a:gd name="connsiteX4" fmla="*/ 11182 w 229076"/>
                <a:gd name="connsiteY4" fmla="*/ 39300 h 94002"/>
                <a:gd name="connsiteX5" fmla="*/ 0 w 229076"/>
                <a:gd name="connsiteY5" fmla="*/ 94002 h 94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076" h="94002">
                  <a:moveTo>
                    <a:pt x="0" y="94002"/>
                  </a:moveTo>
                  <a:lnTo>
                    <a:pt x="229076" y="94002"/>
                  </a:lnTo>
                  <a:cubicBezTo>
                    <a:pt x="228857" y="74562"/>
                    <a:pt x="227047" y="54893"/>
                    <a:pt x="218065" y="39653"/>
                  </a:cubicBezTo>
                  <a:cubicBezTo>
                    <a:pt x="203740" y="15450"/>
                    <a:pt x="171802" y="3210"/>
                    <a:pt x="114538" y="0"/>
                  </a:cubicBezTo>
                  <a:cubicBezTo>
                    <a:pt x="57483" y="3134"/>
                    <a:pt x="25594" y="15259"/>
                    <a:pt x="11182" y="39300"/>
                  </a:cubicBezTo>
                  <a:cubicBezTo>
                    <a:pt x="2038" y="54493"/>
                    <a:pt x="219" y="74343"/>
                    <a:pt x="0" y="940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846CDEB-15E6-DF41-4565-CC7D8A556903}"/>
                </a:ext>
              </a:extLst>
            </p:cNvPr>
            <p:cNvSpPr/>
            <p:nvPr/>
          </p:nvSpPr>
          <p:spPr>
            <a:xfrm>
              <a:off x="-1722632" y="4896290"/>
              <a:ext cx="71247" cy="71237"/>
            </a:xfrm>
            <a:custGeom>
              <a:avLst/>
              <a:gdLst>
                <a:gd name="connsiteX0" fmla="*/ 35624 w 71247"/>
                <a:gd name="connsiteY0" fmla="*/ 71237 h 71237"/>
                <a:gd name="connsiteX1" fmla="*/ 71247 w 71247"/>
                <a:gd name="connsiteY1" fmla="*/ 35623 h 71237"/>
                <a:gd name="connsiteX2" fmla="*/ 35624 w 71247"/>
                <a:gd name="connsiteY2" fmla="*/ 0 h 71237"/>
                <a:gd name="connsiteX3" fmla="*/ 0 w 71247"/>
                <a:gd name="connsiteY3" fmla="*/ 35623 h 71237"/>
                <a:gd name="connsiteX4" fmla="*/ 35624 w 71247"/>
                <a:gd name="connsiteY4" fmla="*/ 71237 h 7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247" h="71237">
                  <a:moveTo>
                    <a:pt x="35624" y="71237"/>
                  </a:moveTo>
                  <a:cubicBezTo>
                    <a:pt x="55274" y="71237"/>
                    <a:pt x="71247" y="55255"/>
                    <a:pt x="71247" y="35623"/>
                  </a:cubicBezTo>
                  <a:cubicBezTo>
                    <a:pt x="71247" y="15973"/>
                    <a:pt x="55264" y="0"/>
                    <a:pt x="35624" y="0"/>
                  </a:cubicBezTo>
                  <a:cubicBezTo>
                    <a:pt x="15983" y="0"/>
                    <a:pt x="0" y="15983"/>
                    <a:pt x="0" y="35623"/>
                  </a:cubicBezTo>
                  <a:cubicBezTo>
                    <a:pt x="0" y="55255"/>
                    <a:pt x="15983" y="71237"/>
                    <a:pt x="35624" y="712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09E44C9-EE00-4405-6F12-6DE8DDC1955C}"/>
                </a:ext>
              </a:extLst>
            </p:cNvPr>
            <p:cNvSpPr/>
            <p:nvPr/>
          </p:nvSpPr>
          <p:spPr>
            <a:xfrm>
              <a:off x="-1590997" y="4822176"/>
              <a:ext cx="111156" cy="111156"/>
            </a:xfrm>
            <a:custGeom>
              <a:avLst/>
              <a:gdLst>
                <a:gd name="connsiteX0" fmla="*/ 55626 w 111156"/>
                <a:gd name="connsiteY0" fmla="*/ 111157 h 111156"/>
                <a:gd name="connsiteX1" fmla="*/ 111157 w 111156"/>
                <a:gd name="connsiteY1" fmla="*/ 55531 h 111156"/>
                <a:gd name="connsiteX2" fmla="*/ 55626 w 111156"/>
                <a:gd name="connsiteY2" fmla="*/ 0 h 111156"/>
                <a:gd name="connsiteX3" fmla="*/ 0 w 111156"/>
                <a:gd name="connsiteY3" fmla="*/ 55531 h 111156"/>
                <a:gd name="connsiteX4" fmla="*/ 55626 w 111156"/>
                <a:gd name="connsiteY4" fmla="*/ 111157 h 11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156" h="111156">
                  <a:moveTo>
                    <a:pt x="55626" y="111157"/>
                  </a:moveTo>
                  <a:cubicBezTo>
                    <a:pt x="86249" y="111157"/>
                    <a:pt x="111157" y="86201"/>
                    <a:pt x="111157" y="55531"/>
                  </a:cubicBezTo>
                  <a:cubicBezTo>
                    <a:pt x="111157" y="24908"/>
                    <a:pt x="86249" y="0"/>
                    <a:pt x="55626" y="0"/>
                  </a:cubicBezTo>
                  <a:cubicBezTo>
                    <a:pt x="24955" y="0"/>
                    <a:pt x="0" y="24908"/>
                    <a:pt x="0" y="55531"/>
                  </a:cubicBezTo>
                  <a:cubicBezTo>
                    <a:pt x="0" y="86201"/>
                    <a:pt x="24955" y="111157"/>
                    <a:pt x="55626" y="111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7A5794D-B167-6983-5284-5F2449CE1A9D}"/>
                </a:ext>
              </a:extLst>
            </p:cNvPr>
            <p:cNvSpPr/>
            <p:nvPr/>
          </p:nvSpPr>
          <p:spPr>
            <a:xfrm>
              <a:off x="-1418594" y="4896290"/>
              <a:ext cx="71246" cy="71237"/>
            </a:xfrm>
            <a:custGeom>
              <a:avLst/>
              <a:gdLst>
                <a:gd name="connsiteX0" fmla="*/ 35623 w 71246"/>
                <a:gd name="connsiteY0" fmla="*/ 71237 h 71237"/>
                <a:gd name="connsiteX1" fmla="*/ 71247 w 71246"/>
                <a:gd name="connsiteY1" fmla="*/ 35623 h 71237"/>
                <a:gd name="connsiteX2" fmla="*/ 35623 w 71246"/>
                <a:gd name="connsiteY2" fmla="*/ 0 h 71237"/>
                <a:gd name="connsiteX3" fmla="*/ 0 w 71246"/>
                <a:gd name="connsiteY3" fmla="*/ 35623 h 71237"/>
                <a:gd name="connsiteX4" fmla="*/ 35623 w 71246"/>
                <a:gd name="connsiteY4" fmla="*/ 71237 h 7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246" h="71237">
                  <a:moveTo>
                    <a:pt x="35623" y="71237"/>
                  </a:moveTo>
                  <a:cubicBezTo>
                    <a:pt x="55274" y="71237"/>
                    <a:pt x="71247" y="55255"/>
                    <a:pt x="71247" y="35623"/>
                  </a:cubicBezTo>
                  <a:cubicBezTo>
                    <a:pt x="71247" y="15973"/>
                    <a:pt x="55264" y="0"/>
                    <a:pt x="35623" y="0"/>
                  </a:cubicBezTo>
                  <a:cubicBezTo>
                    <a:pt x="15983" y="0"/>
                    <a:pt x="0" y="15983"/>
                    <a:pt x="0" y="35623"/>
                  </a:cubicBezTo>
                  <a:cubicBezTo>
                    <a:pt x="0" y="55255"/>
                    <a:pt x="15973" y="71237"/>
                    <a:pt x="35623" y="712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03F9612-3588-7CB0-635E-0EB1A0796B19}"/>
                </a:ext>
              </a:extLst>
            </p:cNvPr>
            <p:cNvSpPr/>
            <p:nvPr/>
          </p:nvSpPr>
          <p:spPr>
            <a:xfrm>
              <a:off x="-1420985" y="4977062"/>
              <a:ext cx="113109" cy="59807"/>
            </a:xfrm>
            <a:custGeom>
              <a:avLst/>
              <a:gdLst>
                <a:gd name="connsiteX0" fmla="*/ 38024 w 113109"/>
                <a:gd name="connsiteY0" fmla="*/ 0 h 59807"/>
                <a:gd name="connsiteX1" fmla="*/ 0 w 113109"/>
                <a:gd name="connsiteY1" fmla="*/ 5782 h 59807"/>
                <a:gd name="connsiteX2" fmla="*/ 9687 w 113109"/>
                <a:gd name="connsiteY2" fmla="*/ 59807 h 59807"/>
                <a:gd name="connsiteX3" fmla="*/ 113109 w 113109"/>
                <a:gd name="connsiteY3" fmla="*/ 59807 h 59807"/>
                <a:gd name="connsiteX4" fmla="*/ 38024 w 113109"/>
                <a:gd name="connsiteY4" fmla="*/ 0 h 59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109" h="59807">
                  <a:moveTo>
                    <a:pt x="38024" y="0"/>
                  </a:moveTo>
                  <a:cubicBezTo>
                    <a:pt x="22460" y="895"/>
                    <a:pt x="10049" y="2829"/>
                    <a:pt x="0" y="5782"/>
                  </a:cubicBezTo>
                  <a:cubicBezTo>
                    <a:pt x="7753" y="21936"/>
                    <a:pt x="9468" y="41015"/>
                    <a:pt x="9687" y="59807"/>
                  </a:cubicBezTo>
                  <a:lnTo>
                    <a:pt x="113109" y="59807"/>
                  </a:lnTo>
                  <a:cubicBezTo>
                    <a:pt x="112547" y="26060"/>
                    <a:pt x="104804" y="3781"/>
                    <a:pt x="3802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266660D-067F-D1CA-4A76-F9C600BB6B72}"/>
                </a:ext>
              </a:extLst>
            </p:cNvPr>
            <p:cNvSpPr/>
            <p:nvPr/>
          </p:nvSpPr>
          <p:spPr>
            <a:xfrm>
              <a:off x="-1762104" y="4977062"/>
              <a:ext cx="112404" cy="59807"/>
            </a:xfrm>
            <a:custGeom>
              <a:avLst/>
              <a:gdLst>
                <a:gd name="connsiteX0" fmla="*/ 102680 w 112404"/>
                <a:gd name="connsiteY0" fmla="*/ 59807 h 59807"/>
                <a:gd name="connsiteX1" fmla="*/ 112405 w 112404"/>
                <a:gd name="connsiteY1" fmla="*/ 5582 h 59807"/>
                <a:gd name="connsiteX2" fmla="*/ 75095 w 112404"/>
                <a:gd name="connsiteY2" fmla="*/ 0 h 59807"/>
                <a:gd name="connsiteX3" fmla="*/ 0 w 112404"/>
                <a:gd name="connsiteY3" fmla="*/ 59807 h 59807"/>
                <a:gd name="connsiteX4" fmla="*/ 102680 w 112404"/>
                <a:gd name="connsiteY4" fmla="*/ 59807 h 59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04" h="59807">
                  <a:moveTo>
                    <a:pt x="102680" y="59807"/>
                  </a:moveTo>
                  <a:cubicBezTo>
                    <a:pt x="102889" y="40891"/>
                    <a:pt x="104613" y="21698"/>
                    <a:pt x="112405" y="5582"/>
                  </a:cubicBezTo>
                  <a:cubicBezTo>
                    <a:pt x="102479" y="2734"/>
                    <a:pt x="90297" y="867"/>
                    <a:pt x="75095" y="0"/>
                  </a:cubicBezTo>
                  <a:cubicBezTo>
                    <a:pt x="8306" y="3772"/>
                    <a:pt x="562" y="26051"/>
                    <a:pt x="0" y="59807"/>
                  </a:cubicBezTo>
                  <a:lnTo>
                    <a:pt x="102680" y="598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1A93F45-E5CB-0825-64D9-6B212D50C614}"/>
                </a:ext>
              </a:extLst>
            </p:cNvPr>
            <p:cNvSpPr/>
            <p:nvPr/>
          </p:nvSpPr>
          <p:spPr>
            <a:xfrm>
              <a:off x="-1587997" y="4690500"/>
              <a:ext cx="106013" cy="100822"/>
            </a:xfrm>
            <a:custGeom>
              <a:avLst/>
              <a:gdLst>
                <a:gd name="connsiteX0" fmla="*/ 53007 w 106013"/>
                <a:gd name="connsiteY0" fmla="*/ 84258 h 100822"/>
                <a:gd name="connsiteX1" fmla="*/ 55216 w 106013"/>
                <a:gd name="connsiteY1" fmla="*/ 84811 h 100822"/>
                <a:gd name="connsiteX2" fmla="*/ 85735 w 106013"/>
                <a:gd name="connsiteY2" fmla="*/ 100822 h 100822"/>
                <a:gd name="connsiteX3" fmla="*/ 79934 w 106013"/>
                <a:gd name="connsiteY3" fmla="*/ 66780 h 100822"/>
                <a:gd name="connsiteX4" fmla="*/ 81315 w 106013"/>
                <a:gd name="connsiteY4" fmla="*/ 62570 h 100822"/>
                <a:gd name="connsiteX5" fmla="*/ 106013 w 106013"/>
                <a:gd name="connsiteY5" fmla="*/ 38538 h 100822"/>
                <a:gd name="connsiteX6" fmla="*/ 71847 w 106013"/>
                <a:gd name="connsiteY6" fmla="*/ 33557 h 100822"/>
                <a:gd name="connsiteX7" fmla="*/ 68266 w 106013"/>
                <a:gd name="connsiteY7" fmla="*/ 30956 h 100822"/>
                <a:gd name="connsiteX8" fmla="*/ 53007 w 106013"/>
                <a:gd name="connsiteY8" fmla="*/ 0 h 100822"/>
                <a:gd name="connsiteX9" fmla="*/ 37757 w 106013"/>
                <a:gd name="connsiteY9" fmla="*/ 30956 h 100822"/>
                <a:gd name="connsiteX10" fmla="*/ 34166 w 106013"/>
                <a:gd name="connsiteY10" fmla="*/ 33557 h 100822"/>
                <a:gd name="connsiteX11" fmla="*/ 0 w 106013"/>
                <a:gd name="connsiteY11" fmla="*/ 38538 h 100822"/>
                <a:gd name="connsiteX12" fmla="*/ 24708 w 106013"/>
                <a:gd name="connsiteY12" fmla="*/ 62570 h 100822"/>
                <a:gd name="connsiteX13" fmla="*/ 26079 w 106013"/>
                <a:gd name="connsiteY13" fmla="*/ 66780 h 100822"/>
                <a:gd name="connsiteX14" fmla="*/ 20279 w 106013"/>
                <a:gd name="connsiteY14" fmla="*/ 100822 h 100822"/>
                <a:gd name="connsiteX15" fmla="*/ 50797 w 106013"/>
                <a:gd name="connsiteY15" fmla="*/ 84811 h 100822"/>
                <a:gd name="connsiteX16" fmla="*/ 53007 w 106013"/>
                <a:gd name="connsiteY16" fmla="*/ 84258 h 10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6013" h="100822">
                  <a:moveTo>
                    <a:pt x="53007" y="84258"/>
                  </a:moveTo>
                  <a:cubicBezTo>
                    <a:pt x="53769" y="84258"/>
                    <a:pt x="54531" y="84449"/>
                    <a:pt x="55216" y="84811"/>
                  </a:cubicBezTo>
                  <a:lnTo>
                    <a:pt x="85735" y="100822"/>
                  </a:lnTo>
                  <a:lnTo>
                    <a:pt x="79934" y="66780"/>
                  </a:lnTo>
                  <a:cubicBezTo>
                    <a:pt x="79677" y="65237"/>
                    <a:pt x="80181" y="63665"/>
                    <a:pt x="81315" y="62570"/>
                  </a:cubicBezTo>
                  <a:lnTo>
                    <a:pt x="106013" y="38538"/>
                  </a:lnTo>
                  <a:lnTo>
                    <a:pt x="71847" y="33557"/>
                  </a:lnTo>
                  <a:cubicBezTo>
                    <a:pt x="70294" y="33338"/>
                    <a:pt x="68951" y="32356"/>
                    <a:pt x="68266" y="30956"/>
                  </a:cubicBezTo>
                  <a:lnTo>
                    <a:pt x="53007" y="0"/>
                  </a:lnTo>
                  <a:lnTo>
                    <a:pt x="37757" y="30956"/>
                  </a:lnTo>
                  <a:cubicBezTo>
                    <a:pt x="37062" y="32356"/>
                    <a:pt x="35719" y="33338"/>
                    <a:pt x="34166" y="33557"/>
                  </a:cubicBezTo>
                  <a:lnTo>
                    <a:pt x="0" y="38538"/>
                  </a:lnTo>
                  <a:lnTo>
                    <a:pt x="24708" y="62570"/>
                  </a:lnTo>
                  <a:cubicBezTo>
                    <a:pt x="25832" y="63665"/>
                    <a:pt x="26346" y="65237"/>
                    <a:pt x="26079" y="66780"/>
                  </a:cubicBezTo>
                  <a:lnTo>
                    <a:pt x="20279" y="100822"/>
                  </a:lnTo>
                  <a:lnTo>
                    <a:pt x="50797" y="84811"/>
                  </a:lnTo>
                  <a:cubicBezTo>
                    <a:pt x="51492" y="84449"/>
                    <a:pt x="52254" y="84258"/>
                    <a:pt x="53007" y="84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3DC9A8F9-D116-1454-C901-09DFCDBA9BB8}"/>
                </a:ext>
              </a:extLst>
            </p:cNvPr>
            <p:cNvSpPr/>
            <p:nvPr/>
          </p:nvSpPr>
          <p:spPr>
            <a:xfrm>
              <a:off x="-1691076" y="4764443"/>
              <a:ext cx="52425" cy="49815"/>
            </a:xfrm>
            <a:custGeom>
              <a:avLst/>
              <a:gdLst>
                <a:gd name="connsiteX0" fmla="*/ 52426 w 52425"/>
                <a:gd name="connsiteY0" fmla="*/ 19050 h 49815"/>
                <a:gd name="connsiteX1" fmla="*/ 36795 w 52425"/>
                <a:gd name="connsiteY1" fmla="*/ 16745 h 49815"/>
                <a:gd name="connsiteX2" fmla="*/ 33233 w 52425"/>
                <a:gd name="connsiteY2" fmla="*/ 14154 h 49815"/>
                <a:gd name="connsiteX3" fmla="*/ 26184 w 52425"/>
                <a:gd name="connsiteY3" fmla="*/ 0 h 49815"/>
                <a:gd name="connsiteX4" fmla="*/ 19202 w 52425"/>
                <a:gd name="connsiteY4" fmla="*/ 14145 h 49815"/>
                <a:gd name="connsiteX5" fmla="*/ 15631 w 52425"/>
                <a:gd name="connsiteY5" fmla="*/ 16745 h 49815"/>
                <a:gd name="connsiteX6" fmla="*/ 0 w 52425"/>
                <a:gd name="connsiteY6" fmla="*/ 19050 h 49815"/>
                <a:gd name="connsiteX7" fmla="*/ 11297 w 52425"/>
                <a:gd name="connsiteY7" fmla="*/ 30042 h 49815"/>
                <a:gd name="connsiteX8" fmla="*/ 12678 w 52425"/>
                <a:gd name="connsiteY8" fmla="*/ 34261 h 49815"/>
                <a:gd name="connsiteX9" fmla="*/ 10020 w 52425"/>
                <a:gd name="connsiteY9" fmla="*/ 49806 h 49815"/>
                <a:gd name="connsiteX10" fmla="*/ 23965 w 52425"/>
                <a:gd name="connsiteY10" fmla="*/ 42481 h 49815"/>
                <a:gd name="connsiteX11" fmla="*/ 26175 w 52425"/>
                <a:gd name="connsiteY11" fmla="*/ 41929 h 49815"/>
                <a:gd name="connsiteX12" fmla="*/ 28375 w 52425"/>
                <a:gd name="connsiteY12" fmla="*/ 42472 h 49815"/>
                <a:gd name="connsiteX13" fmla="*/ 42434 w 52425"/>
                <a:gd name="connsiteY13" fmla="*/ 49816 h 49815"/>
                <a:gd name="connsiteX14" fmla="*/ 39767 w 52425"/>
                <a:gd name="connsiteY14" fmla="*/ 34252 h 49815"/>
                <a:gd name="connsiteX15" fmla="*/ 41148 w 52425"/>
                <a:gd name="connsiteY15" fmla="*/ 30032 h 49815"/>
                <a:gd name="connsiteX16" fmla="*/ 52426 w 52425"/>
                <a:gd name="connsiteY16" fmla="*/ 19050 h 4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425" h="49815">
                  <a:moveTo>
                    <a:pt x="52426" y="19050"/>
                  </a:moveTo>
                  <a:lnTo>
                    <a:pt x="36795" y="16745"/>
                  </a:lnTo>
                  <a:cubicBezTo>
                    <a:pt x="35262" y="16516"/>
                    <a:pt x="33928" y="15545"/>
                    <a:pt x="33233" y="14154"/>
                  </a:cubicBezTo>
                  <a:lnTo>
                    <a:pt x="26184" y="0"/>
                  </a:lnTo>
                  <a:lnTo>
                    <a:pt x="19202" y="14145"/>
                  </a:lnTo>
                  <a:cubicBezTo>
                    <a:pt x="18507" y="15545"/>
                    <a:pt x="17174" y="16516"/>
                    <a:pt x="15631" y="16745"/>
                  </a:cubicBezTo>
                  <a:lnTo>
                    <a:pt x="0" y="19050"/>
                  </a:lnTo>
                  <a:lnTo>
                    <a:pt x="11297" y="30042"/>
                  </a:lnTo>
                  <a:cubicBezTo>
                    <a:pt x="12421" y="31137"/>
                    <a:pt x="12935" y="32709"/>
                    <a:pt x="12678" y="34261"/>
                  </a:cubicBezTo>
                  <a:lnTo>
                    <a:pt x="10020" y="49806"/>
                  </a:lnTo>
                  <a:lnTo>
                    <a:pt x="23965" y="42481"/>
                  </a:lnTo>
                  <a:cubicBezTo>
                    <a:pt x="24651" y="42110"/>
                    <a:pt x="25413" y="41929"/>
                    <a:pt x="26175" y="41929"/>
                  </a:cubicBezTo>
                  <a:cubicBezTo>
                    <a:pt x="26927" y="41929"/>
                    <a:pt x="27689" y="42110"/>
                    <a:pt x="28375" y="42472"/>
                  </a:cubicBezTo>
                  <a:lnTo>
                    <a:pt x="42434" y="49816"/>
                  </a:lnTo>
                  <a:lnTo>
                    <a:pt x="39767" y="34252"/>
                  </a:lnTo>
                  <a:cubicBezTo>
                    <a:pt x="39510" y="32699"/>
                    <a:pt x="40015" y="31128"/>
                    <a:pt x="41148" y="30032"/>
                  </a:cubicBezTo>
                  <a:lnTo>
                    <a:pt x="52426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19C9AF4-9A4A-2483-F367-7796B052729B}"/>
                </a:ext>
              </a:extLst>
            </p:cNvPr>
            <p:cNvSpPr/>
            <p:nvPr/>
          </p:nvSpPr>
          <p:spPr>
            <a:xfrm>
              <a:off x="-1431320" y="4764472"/>
              <a:ext cx="52416" cy="49796"/>
            </a:xfrm>
            <a:custGeom>
              <a:avLst/>
              <a:gdLst>
                <a:gd name="connsiteX0" fmla="*/ 52416 w 52416"/>
                <a:gd name="connsiteY0" fmla="*/ 19021 h 49796"/>
                <a:gd name="connsiteX1" fmla="*/ 36795 w 52416"/>
                <a:gd name="connsiteY1" fmla="*/ 16716 h 49796"/>
                <a:gd name="connsiteX2" fmla="*/ 33223 w 52416"/>
                <a:gd name="connsiteY2" fmla="*/ 14116 h 49796"/>
                <a:gd name="connsiteX3" fmla="*/ 26251 w 52416"/>
                <a:gd name="connsiteY3" fmla="*/ 0 h 49796"/>
                <a:gd name="connsiteX4" fmla="*/ 19288 w 52416"/>
                <a:gd name="connsiteY4" fmla="*/ 14116 h 49796"/>
                <a:gd name="connsiteX5" fmla="*/ 15716 w 52416"/>
                <a:gd name="connsiteY5" fmla="*/ 16716 h 49796"/>
                <a:gd name="connsiteX6" fmla="*/ 0 w 52416"/>
                <a:gd name="connsiteY6" fmla="*/ 19021 h 49796"/>
                <a:gd name="connsiteX7" fmla="*/ 11297 w 52416"/>
                <a:gd name="connsiteY7" fmla="*/ 30013 h 49796"/>
                <a:gd name="connsiteX8" fmla="*/ 12678 w 52416"/>
                <a:gd name="connsiteY8" fmla="*/ 34233 h 49796"/>
                <a:gd name="connsiteX9" fmla="*/ 10011 w 52416"/>
                <a:gd name="connsiteY9" fmla="*/ 49797 h 49796"/>
                <a:gd name="connsiteX10" fmla="*/ 24070 w 52416"/>
                <a:gd name="connsiteY10" fmla="*/ 42453 h 49796"/>
                <a:gd name="connsiteX11" fmla="*/ 28489 w 52416"/>
                <a:gd name="connsiteY11" fmla="*/ 42462 h 49796"/>
                <a:gd name="connsiteX12" fmla="*/ 42434 w 52416"/>
                <a:gd name="connsiteY12" fmla="*/ 49787 h 49796"/>
                <a:gd name="connsiteX13" fmla="*/ 39776 w 52416"/>
                <a:gd name="connsiteY13" fmla="*/ 34242 h 49796"/>
                <a:gd name="connsiteX14" fmla="*/ 41158 w 52416"/>
                <a:gd name="connsiteY14" fmla="*/ 30023 h 49796"/>
                <a:gd name="connsiteX15" fmla="*/ 52416 w 52416"/>
                <a:gd name="connsiteY15" fmla="*/ 19021 h 49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16" h="49796">
                  <a:moveTo>
                    <a:pt x="52416" y="19021"/>
                  </a:moveTo>
                  <a:lnTo>
                    <a:pt x="36795" y="16716"/>
                  </a:lnTo>
                  <a:cubicBezTo>
                    <a:pt x="35252" y="16488"/>
                    <a:pt x="33909" y="15516"/>
                    <a:pt x="33223" y="14116"/>
                  </a:cubicBezTo>
                  <a:lnTo>
                    <a:pt x="26251" y="0"/>
                  </a:lnTo>
                  <a:lnTo>
                    <a:pt x="19288" y="14116"/>
                  </a:lnTo>
                  <a:cubicBezTo>
                    <a:pt x="18602" y="15516"/>
                    <a:pt x="17259" y="16488"/>
                    <a:pt x="15716" y="16716"/>
                  </a:cubicBezTo>
                  <a:lnTo>
                    <a:pt x="0" y="19021"/>
                  </a:lnTo>
                  <a:lnTo>
                    <a:pt x="11297" y="30013"/>
                  </a:lnTo>
                  <a:cubicBezTo>
                    <a:pt x="12421" y="31109"/>
                    <a:pt x="12935" y="32680"/>
                    <a:pt x="12678" y="34233"/>
                  </a:cubicBezTo>
                  <a:lnTo>
                    <a:pt x="10011" y="49797"/>
                  </a:lnTo>
                  <a:lnTo>
                    <a:pt x="24070" y="42453"/>
                  </a:lnTo>
                  <a:cubicBezTo>
                    <a:pt x="25451" y="41729"/>
                    <a:pt x="27108" y="41729"/>
                    <a:pt x="28489" y="42462"/>
                  </a:cubicBezTo>
                  <a:lnTo>
                    <a:pt x="42434" y="49787"/>
                  </a:lnTo>
                  <a:lnTo>
                    <a:pt x="39776" y="34242"/>
                  </a:lnTo>
                  <a:cubicBezTo>
                    <a:pt x="39519" y="32690"/>
                    <a:pt x="40024" y="31118"/>
                    <a:pt x="41158" y="30023"/>
                  </a:cubicBezTo>
                  <a:lnTo>
                    <a:pt x="52416" y="190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7A43CF23-F71B-D20E-2DE4-C5151A452110}"/>
              </a:ext>
            </a:extLst>
          </p:cNvPr>
          <p:cNvSpPr/>
          <p:nvPr/>
        </p:nvSpPr>
        <p:spPr>
          <a:xfrm>
            <a:off x="8805931" y="3255223"/>
            <a:ext cx="448136" cy="494382"/>
          </a:xfrm>
          <a:custGeom>
            <a:avLst/>
            <a:gdLst>
              <a:gd name="connsiteX0" fmla="*/ 608862 w 754578"/>
              <a:gd name="connsiteY0" fmla="*/ 626015 h 832445"/>
              <a:gd name="connsiteX1" fmla="*/ 626014 w 754578"/>
              <a:gd name="connsiteY1" fmla="*/ 608862 h 832445"/>
              <a:gd name="connsiteX2" fmla="*/ 653250 w 754578"/>
              <a:gd name="connsiteY2" fmla="*/ 636098 h 832445"/>
              <a:gd name="connsiteX3" fmla="*/ 636097 w 754578"/>
              <a:gd name="connsiteY3" fmla="*/ 653251 h 832445"/>
              <a:gd name="connsiteX4" fmla="*/ 702214 w 754578"/>
              <a:gd name="connsiteY4" fmla="*/ 476891 h 832445"/>
              <a:gd name="connsiteX5" fmla="*/ 708465 w 754578"/>
              <a:gd name="connsiteY5" fmla="*/ 453451 h 832445"/>
              <a:gd name="connsiteX6" fmla="*/ 745671 w 754578"/>
              <a:gd name="connsiteY6" fmla="*/ 463423 h 832445"/>
              <a:gd name="connsiteX7" fmla="*/ 739421 w 754578"/>
              <a:gd name="connsiteY7" fmla="*/ 486863 h 832445"/>
              <a:gd name="connsiteX8" fmla="*/ 708465 w 754578"/>
              <a:gd name="connsiteY8" fmla="*/ 301089 h 832445"/>
              <a:gd name="connsiteX9" fmla="*/ 702214 w 754578"/>
              <a:gd name="connsiteY9" fmla="*/ 277648 h 832445"/>
              <a:gd name="connsiteX10" fmla="*/ 739421 w 754578"/>
              <a:gd name="connsiteY10" fmla="*/ 267677 h 832445"/>
              <a:gd name="connsiteX11" fmla="*/ 745671 w 754578"/>
              <a:gd name="connsiteY11" fmla="*/ 291117 h 832445"/>
              <a:gd name="connsiteX12" fmla="*/ 626014 w 754578"/>
              <a:gd name="connsiteY12" fmla="*/ 145717 h 832445"/>
              <a:gd name="connsiteX13" fmla="*/ 608862 w 754578"/>
              <a:gd name="connsiteY13" fmla="*/ 128564 h 832445"/>
              <a:gd name="connsiteX14" fmla="*/ 636097 w 754578"/>
              <a:gd name="connsiteY14" fmla="*/ 101328 h 832445"/>
              <a:gd name="connsiteX15" fmla="*/ 653251 w 754578"/>
              <a:gd name="connsiteY15" fmla="*/ 118481 h 832445"/>
              <a:gd name="connsiteX16" fmla="*/ 476891 w 754578"/>
              <a:gd name="connsiteY16" fmla="*/ 52364 h 832445"/>
              <a:gd name="connsiteX17" fmla="*/ 453451 w 754578"/>
              <a:gd name="connsiteY17" fmla="*/ 46113 h 832445"/>
              <a:gd name="connsiteX18" fmla="*/ 463423 w 754578"/>
              <a:gd name="connsiteY18" fmla="*/ 8907 h 832445"/>
              <a:gd name="connsiteX19" fmla="*/ 486863 w 754578"/>
              <a:gd name="connsiteY19" fmla="*/ 15158 h 832445"/>
              <a:gd name="connsiteX20" fmla="*/ 301089 w 754578"/>
              <a:gd name="connsiteY20" fmla="*/ 46113 h 832445"/>
              <a:gd name="connsiteX21" fmla="*/ 277649 w 754578"/>
              <a:gd name="connsiteY21" fmla="*/ 52364 h 832445"/>
              <a:gd name="connsiteX22" fmla="*/ 267677 w 754578"/>
              <a:gd name="connsiteY22" fmla="*/ 15158 h 832445"/>
              <a:gd name="connsiteX23" fmla="*/ 291116 w 754578"/>
              <a:gd name="connsiteY23" fmla="*/ 8907 h 832445"/>
              <a:gd name="connsiteX24" fmla="*/ 145717 w 754578"/>
              <a:gd name="connsiteY24" fmla="*/ 128563 h 832445"/>
              <a:gd name="connsiteX25" fmla="*/ 128564 w 754578"/>
              <a:gd name="connsiteY25" fmla="*/ 145716 h 832445"/>
              <a:gd name="connsiteX26" fmla="*/ 101329 w 754578"/>
              <a:gd name="connsiteY26" fmla="*/ 118480 h 832445"/>
              <a:gd name="connsiteX27" fmla="*/ 118480 w 754578"/>
              <a:gd name="connsiteY27" fmla="*/ 101327 h 832445"/>
              <a:gd name="connsiteX28" fmla="*/ 52363 w 754578"/>
              <a:gd name="connsiteY28" fmla="*/ 277688 h 832445"/>
              <a:gd name="connsiteX29" fmla="*/ 46113 w 754578"/>
              <a:gd name="connsiteY29" fmla="*/ 301128 h 832445"/>
              <a:gd name="connsiteX30" fmla="*/ 8907 w 754578"/>
              <a:gd name="connsiteY30" fmla="*/ 291155 h 832445"/>
              <a:gd name="connsiteX31" fmla="*/ 15158 w 754578"/>
              <a:gd name="connsiteY31" fmla="*/ 267715 h 832445"/>
              <a:gd name="connsiteX32" fmla="*/ 46113 w 754578"/>
              <a:gd name="connsiteY32" fmla="*/ 453490 h 832445"/>
              <a:gd name="connsiteX33" fmla="*/ 52363 w 754578"/>
              <a:gd name="connsiteY33" fmla="*/ 476931 h 832445"/>
              <a:gd name="connsiteX34" fmla="*/ 15158 w 754578"/>
              <a:gd name="connsiteY34" fmla="*/ 486901 h 832445"/>
              <a:gd name="connsiteX35" fmla="*/ 8907 w 754578"/>
              <a:gd name="connsiteY35" fmla="*/ 463461 h 832445"/>
              <a:gd name="connsiteX36" fmla="*/ 128563 w 754578"/>
              <a:gd name="connsiteY36" fmla="*/ 608861 h 832445"/>
              <a:gd name="connsiteX37" fmla="*/ 145716 w 754578"/>
              <a:gd name="connsiteY37" fmla="*/ 626015 h 832445"/>
              <a:gd name="connsiteX38" fmla="*/ 118480 w 754578"/>
              <a:gd name="connsiteY38" fmla="*/ 653251 h 832445"/>
              <a:gd name="connsiteX39" fmla="*/ 101328 w 754578"/>
              <a:gd name="connsiteY39" fmla="*/ 636097 h 832445"/>
              <a:gd name="connsiteX40" fmla="*/ 284202 w 754578"/>
              <a:gd name="connsiteY40" fmla="*/ 499210 h 832445"/>
              <a:gd name="connsiteX41" fmla="*/ 270250 w 754578"/>
              <a:gd name="connsiteY41" fmla="*/ 519042 h 832445"/>
              <a:gd name="connsiteX42" fmla="*/ 245432 w 754578"/>
              <a:gd name="connsiteY42" fmla="*/ 234481 h 832445"/>
              <a:gd name="connsiteX43" fmla="*/ 563815 w 754578"/>
              <a:gd name="connsiteY43" fmla="*/ 366345 h 832445"/>
              <a:gd name="connsiteX44" fmla="*/ 484378 w 754578"/>
              <a:gd name="connsiteY44" fmla="*/ 519042 h 832445"/>
              <a:gd name="connsiteX45" fmla="*/ 470426 w 754578"/>
              <a:gd name="connsiteY45" fmla="*/ 499210 h 832445"/>
              <a:gd name="connsiteX46" fmla="*/ 492006 w 754578"/>
              <a:gd name="connsiteY46" fmla="*/ 251637 h 832445"/>
              <a:gd name="connsiteX47" fmla="*/ 215076 w 754578"/>
              <a:gd name="connsiteY47" fmla="*/ 366345 h 832445"/>
              <a:gd name="connsiteX48" fmla="*/ 284170 w 754578"/>
              <a:gd name="connsiteY48" fmla="*/ 499210 h 832445"/>
              <a:gd name="connsiteX49" fmla="*/ 422610 w 754578"/>
              <a:gd name="connsiteY49" fmla="*/ 411811 h 832445"/>
              <a:gd name="connsiteX50" fmla="*/ 462868 w 754578"/>
              <a:gd name="connsiteY50" fmla="*/ 404890 h 832445"/>
              <a:gd name="connsiteX51" fmla="*/ 429494 w 754578"/>
              <a:gd name="connsiteY51" fmla="*/ 371515 h 832445"/>
              <a:gd name="connsiteX52" fmla="*/ 422610 w 754578"/>
              <a:gd name="connsiteY52" fmla="*/ 411811 h 832445"/>
              <a:gd name="connsiteX53" fmla="*/ 331974 w 754578"/>
              <a:gd name="connsiteY53" fmla="*/ 411811 h 832445"/>
              <a:gd name="connsiteX54" fmla="*/ 325053 w 754578"/>
              <a:gd name="connsiteY54" fmla="*/ 371553 h 832445"/>
              <a:gd name="connsiteX55" fmla="*/ 291678 w 754578"/>
              <a:gd name="connsiteY55" fmla="*/ 404926 h 832445"/>
              <a:gd name="connsiteX56" fmla="*/ 331937 w 754578"/>
              <a:gd name="connsiteY56" fmla="*/ 411847 h 832445"/>
              <a:gd name="connsiteX57" fmla="*/ 486460 w 754578"/>
              <a:gd name="connsiteY57" fmla="*/ 723792 h 832445"/>
              <a:gd name="connsiteX58" fmla="*/ 268128 w 754578"/>
              <a:gd name="connsiteY58" fmla="*/ 723792 h 832445"/>
              <a:gd name="connsiteX59" fmla="*/ 312366 w 754578"/>
              <a:gd name="connsiteY59" fmla="*/ 767586 h 832445"/>
              <a:gd name="connsiteX60" fmla="*/ 442183 w 754578"/>
              <a:gd name="connsiteY60" fmla="*/ 767586 h 832445"/>
              <a:gd name="connsiteX61" fmla="*/ 486422 w 754578"/>
              <a:gd name="connsiteY61" fmla="*/ 723792 h 832445"/>
              <a:gd name="connsiteX62" fmla="*/ 356272 w 754578"/>
              <a:gd name="connsiteY62" fmla="*/ 631408 h 832445"/>
              <a:gd name="connsiteX63" fmla="*/ 398316 w 754578"/>
              <a:gd name="connsiteY63" fmla="*/ 631408 h 832445"/>
              <a:gd name="connsiteX64" fmla="*/ 398316 w 754578"/>
              <a:gd name="connsiteY64" fmla="*/ 436068 h 832445"/>
              <a:gd name="connsiteX65" fmla="*/ 356272 w 754578"/>
              <a:gd name="connsiteY65" fmla="*/ 436068 h 832445"/>
              <a:gd name="connsiteX66" fmla="*/ 486460 w 754578"/>
              <a:gd name="connsiteY66" fmla="*/ 655703 h 832445"/>
              <a:gd name="connsiteX67" fmla="*/ 268128 w 754578"/>
              <a:gd name="connsiteY67" fmla="*/ 655703 h 832445"/>
              <a:gd name="connsiteX68" fmla="*/ 268128 w 754578"/>
              <a:gd name="connsiteY68" fmla="*/ 699497 h 832445"/>
              <a:gd name="connsiteX69" fmla="*/ 486460 w 754578"/>
              <a:gd name="connsiteY69" fmla="*/ 699497 h 832445"/>
              <a:gd name="connsiteX70" fmla="*/ 212911 w 754578"/>
              <a:gd name="connsiteY70" fmla="*/ 530764 h 832445"/>
              <a:gd name="connsiteX71" fmla="*/ 267643 w 754578"/>
              <a:gd name="connsiteY71" fmla="*/ 631444 h 832445"/>
              <a:gd name="connsiteX72" fmla="*/ 331974 w 754578"/>
              <a:gd name="connsiteY72" fmla="*/ 631444 h 832445"/>
              <a:gd name="connsiteX73" fmla="*/ 331974 w 754578"/>
              <a:gd name="connsiteY73" fmla="*/ 436104 h 832445"/>
              <a:gd name="connsiteX74" fmla="*/ 274527 w 754578"/>
              <a:gd name="connsiteY74" fmla="*/ 422078 h 832445"/>
              <a:gd name="connsiteX75" fmla="*/ 308385 w 754578"/>
              <a:gd name="connsiteY75" fmla="*/ 340371 h 832445"/>
              <a:gd name="connsiteX76" fmla="*/ 356270 w 754578"/>
              <a:gd name="connsiteY76" fmla="*/ 388257 h 832445"/>
              <a:gd name="connsiteX77" fmla="*/ 356270 w 754578"/>
              <a:gd name="connsiteY77" fmla="*/ 411846 h 832445"/>
              <a:gd name="connsiteX78" fmla="*/ 398314 w 754578"/>
              <a:gd name="connsiteY78" fmla="*/ 411846 h 832445"/>
              <a:gd name="connsiteX79" fmla="*/ 412379 w 754578"/>
              <a:gd name="connsiteY79" fmla="*/ 354399 h 832445"/>
              <a:gd name="connsiteX80" fmla="*/ 494048 w 754578"/>
              <a:gd name="connsiteY80" fmla="*/ 388257 h 832445"/>
              <a:gd name="connsiteX81" fmla="*/ 479984 w 754578"/>
              <a:gd name="connsiteY81" fmla="*/ 422078 h 832445"/>
              <a:gd name="connsiteX82" fmla="*/ 422574 w 754578"/>
              <a:gd name="connsiteY82" fmla="*/ 436144 h 832445"/>
              <a:gd name="connsiteX83" fmla="*/ 422574 w 754578"/>
              <a:gd name="connsiteY83" fmla="*/ 631481 h 832445"/>
              <a:gd name="connsiteX84" fmla="*/ 486904 w 754578"/>
              <a:gd name="connsiteY84" fmla="*/ 631481 h 832445"/>
              <a:gd name="connsiteX85" fmla="*/ 612892 w 754578"/>
              <a:gd name="connsiteY85" fmla="*/ 358828 h 832445"/>
              <a:gd name="connsiteX86" fmla="*/ 377262 w 754578"/>
              <a:gd name="connsiteY86" fmla="*/ 123199 h 832445"/>
              <a:gd name="connsiteX87" fmla="*/ 141633 w 754578"/>
              <a:gd name="connsiteY87" fmla="*/ 358828 h 832445"/>
              <a:gd name="connsiteX88" fmla="*/ 212885 w 754578"/>
              <a:gd name="connsiteY88" fmla="*/ 530803 h 832445"/>
              <a:gd name="connsiteX89" fmla="*/ 442073 w 754578"/>
              <a:gd name="connsiteY89" fmla="*/ 791882 h 832445"/>
              <a:gd name="connsiteX90" fmla="*/ 312552 w 754578"/>
              <a:gd name="connsiteY90" fmla="*/ 791882 h 832445"/>
              <a:gd name="connsiteX91" fmla="*/ 442073 w 754578"/>
              <a:gd name="connsiteY91" fmla="*/ 791882 h 83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754578" h="832445">
                <a:moveTo>
                  <a:pt x="608862" y="626015"/>
                </a:moveTo>
                <a:cubicBezTo>
                  <a:pt x="597551" y="614704"/>
                  <a:pt x="614740" y="597551"/>
                  <a:pt x="626014" y="608862"/>
                </a:cubicBezTo>
                <a:lnTo>
                  <a:pt x="653250" y="636098"/>
                </a:lnTo>
                <a:cubicBezTo>
                  <a:pt x="664561" y="647409"/>
                  <a:pt x="647371" y="664562"/>
                  <a:pt x="636097" y="653251"/>
                </a:cubicBezTo>
                <a:close/>
                <a:moveTo>
                  <a:pt x="702214" y="476891"/>
                </a:moveTo>
                <a:cubicBezTo>
                  <a:pt x="686773" y="472761"/>
                  <a:pt x="693062" y="449321"/>
                  <a:pt x="708465" y="453451"/>
                </a:cubicBezTo>
                <a:lnTo>
                  <a:pt x="745671" y="463423"/>
                </a:lnTo>
                <a:cubicBezTo>
                  <a:pt x="761112" y="467553"/>
                  <a:pt x="754825" y="490993"/>
                  <a:pt x="739421" y="486863"/>
                </a:cubicBezTo>
                <a:close/>
                <a:moveTo>
                  <a:pt x="708465" y="301089"/>
                </a:moveTo>
                <a:cubicBezTo>
                  <a:pt x="693024" y="305219"/>
                  <a:pt x="686774" y="281779"/>
                  <a:pt x="702214" y="277648"/>
                </a:cubicBezTo>
                <a:lnTo>
                  <a:pt x="739421" y="267677"/>
                </a:lnTo>
                <a:cubicBezTo>
                  <a:pt x="754825" y="263547"/>
                  <a:pt x="761112" y="286987"/>
                  <a:pt x="745671" y="291117"/>
                </a:cubicBezTo>
                <a:close/>
                <a:moveTo>
                  <a:pt x="626014" y="145717"/>
                </a:moveTo>
                <a:cubicBezTo>
                  <a:pt x="614703" y="157028"/>
                  <a:pt x="597551" y="139838"/>
                  <a:pt x="608862" y="128564"/>
                </a:cubicBezTo>
                <a:lnTo>
                  <a:pt x="636097" y="101328"/>
                </a:lnTo>
                <a:cubicBezTo>
                  <a:pt x="647408" y="90017"/>
                  <a:pt x="664562" y="107207"/>
                  <a:pt x="653251" y="118481"/>
                </a:cubicBezTo>
                <a:close/>
                <a:moveTo>
                  <a:pt x="476891" y="52364"/>
                </a:moveTo>
                <a:cubicBezTo>
                  <a:pt x="472762" y="67805"/>
                  <a:pt x="449322" y="61517"/>
                  <a:pt x="453451" y="46113"/>
                </a:cubicBezTo>
                <a:lnTo>
                  <a:pt x="463423" y="8907"/>
                </a:lnTo>
                <a:cubicBezTo>
                  <a:pt x="467553" y="-6534"/>
                  <a:pt x="490994" y="-246"/>
                  <a:pt x="486863" y="15158"/>
                </a:cubicBezTo>
                <a:close/>
                <a:moveTo>
                  <a:pt x="301089" y="46113"/>
                </a:moveTo>
                <a:cubicBezTo>
                  <a:pt x="305218" y="61555"/>
                  <a:pt x="281778" y="67805"/>
                  <a:pt x="277649" y="52364"/>
                </a:cubicBezTo>
                <a:lnTo>
                  <a:pt x="267677" y="15158"/>
                </a:lnTo>
                <a:cubicBezTo>
                  <a:pt x="263547" y="-246"/>
                  <a:pt x="286986" y="-6534"/>
                  <a:pt x="291116" y="8907"/>
                </a:cubicBezTo>
                <a:close/>
                <a:moveTo>
                  <a:pt x="145717" y="128563"/>
                </a:moveTo>
                <a:cubicBezTo>
                  <a:pt x="157028" y="139874"/>
                  <a:pt x="139838" y="157027"/>
                  <a:pt x="128564" y="145716"/>
                </a:cubicBezTo>
                <a:lnTo>
                  <a:pt x="101329" y="118480"/>
                </a:lnTo>
                <a:cubicBezTo>
                  <a:pt x="90018" y="107169"/>
                  <a:pt x="107207" y="90017"/>
                  <a:pt x="118480" y="101327"/>
                </a:cubicBezTo>
                <a:close/>
                <a:moveTo>
                  <a:pt x="52363" y="277688"/>
                </a:moveTo>
                <a:cubicBezTo>
                  <a:pt x="67805" y="281817"/>
                  <a:pt x="61517" y="305258"/>
                  <a:pt x="46113" y="301128"/>
                </a:cubicBezTo>
                <a:lnTo>
                  <a:pt x="8907" y="291155"/>
                </a:lnTo>
                <a:cubicBezTo>
                  <a:pt x="-6534" y="287026"/>
                  <a:pt x="-246" y="263586"/>
                  <a:pt x="15158" y="267715"/>
                </a:cubicBezTo>
                <a:close/>
                <a:moveTo>
                  <a:pt x="46113" y="453490"/>
                </a:moveTo>
                <a:cubicBezTo>
                  <a:pt x="61554" y="449360"/>
                  <a:pt x="67804" y="472800"/>
                  <a:pt x="52363" y="476931"/>
                </a:cubicBezTo>
                <a:lnTo>
                  <a:pt x="15158" y="486901"/>
                </a:lnTo>
                <a:cubicBezTo>
                  <a:pt x="-246" y="491031"/>
                  <a:pt x="-6534" y="467592"/>
                  <a:pt x="8907" y="463461"/>
                </a:cubicBezTo>
                <a:close/>
                <a:moveTo>
                  <a:pt x="128563" y="608861"/>
                </a:moveTo>
                <a:cubicBezTo>
                  <a:pt x="139874" y="597550"/>
                  <a:pt x="157027" y="614740"/>
                  <a:pt x="145716" y="626015"/>
                </a:cubicBezTo>
                <a:lnTo>
                  <a:pt x="118480" y="653251"/>
                </a:lnTo>
                <a:cubicBezTo>
                  <a:pt x="107169" y="664562"/>
                  <a:pt x="90017" y="647372"/>
                  <a:pt x="101328" y="636097"/>
                </a:cubicBezTo>
                <a:close/>
                <a:moveTo>
                  <a:pt x="284202" y="499210"/>
                </a:moveTo>
                <a:cubicBezTo>
                  <a:pt x="297187" y="508363"/>
                  <a:pt x="283271" y="528158"/>
                  <a:pt x="270250" y="519042"/>
                </a:cubicBezTo>
                <a:cubicBezTo>
                  <a:pt x="175484" y="452440"/>
                  <a:pt x="163351" y="316558"/>
                  <a:pt x="245432" y="234481"/>
                </a:cubicBezTo>
                <a:cubicBezTo>
                  <a:pt x="362638" y="117276"/>
                  <a:pt x="563815" y="200771"/>
                  <a:pt x="563815" y="366345"/>
                </a:cubicBezTo>
                <a:cubicBezTo>
                  <a:pt x="563815" y="427812"/>
                  <a:pt x="533827" y="484293"/>
                  <a:pt x="484378" y="519042"/>
                </a:cubicBezTo>
                <a:cubicBezTo>
                  <a:pt x="471356" y="528194"/>
                  <a:pt x="457441" y="508363"/>
                  <a:pt x="470426" y="499210"/>
                </a:cubicBezTo>
                <a:cubicBezTo>
                  <a:pt x="552839" y="441279"/>
                  <a:pt x="563444" y="323035"/>
                  <a:pt x="492006" y="251637"/>
                </a:cubicBezTo>
                <a:cubicBezTo>
                  <a:pt x="390098" y="149728"/>
                  <a:pt x="215076" y="222280"/>
                  <a:pt x="215076" y="366345"/>
                </a:cubicBezTo>
                <a:cubicBezTo>
                  <a:pt x="215076" y="419813"/>
                  <a:pt x="241159" y="468997"/>
                  <a:pt x="284170" y="499210"/>
                </a:cubicBezTo>
                <a:close/>
                <a:moveTo>
                  <a:pt x="422610" y="411811"/>
                </a:moveTo>
                <a:cubicBezTo>
                  <a:pt x="436116" y="411811"/>
                  <a:pt x="452040" y="414825"/>
                  <a:pt x="462868" y="404890"/>
                </a:cubicBezTo>
                <a:cubicBezTo>
                  <a:pt x="484858" y="382901"/>
                  <a:pt x="451409" y="349563"/>
                  <a:pt x="429494" y="371515"/>
                </a:cubicBezTo>
                <a:cubicBezTo>
                  <a:pt x="420043" y="380966"/>
                  <a:pt x="422610" y="395738"/>
                  <a:pt x="422610" y="411811"/>
                </a:cubicBezTo>
                <a:close/>
                <a:moveTo>
                  <a:pt x="331974" y="411811"/>
                </a:moveTo>
                <a:cubicBezTo>
                  <a:pt x="331974" y="395662"/>
                  <a:pt x="334541" y="381040"/>
                  <a:pt x="325053" y="371553"/>
                </a:cubicBezTo>
                <a:cubicBezTo>
                  <a:pt x="303063" y="349562"/>
                  <a:pt x="269726" y="382938"/>
                  <a:pt x="291678" y="404926"/>
                </a:cubicBezTo>
                <a:cubicBezTo>
                  <a:pt x="301166" y="414414"/>
                  <a:pt x="315788" y="411847"/>
                  <a:pt x="331937" y="411847"/>
                </a:cubicBezTo>
                <a:close/>
                <a:moveTo>
                  <a:pt x="486460" y="723792"/>
                </a:moveTo>
                <a:lnTo>
                  <a:pt x="268128" y="723792"/>
                </a:lnTo>
                <a:cubicBezTo>
                  <a:pt x="268388" y="747902"/>
                  <a:pt x="288220" y="767586"/>
                  <a:pt x="312366" y="767586"/>
                </a:cubicBezTo>
                <a:lnTo>
                  <a:pt x="442183" y="767586"/>
                </a:lnTo>
                <a:cubicBezTo>
                  <a:pt x="466330" y="767586"/>
                  <a:pt x="486199" y="747941"/>
                  <a:pt x="486422" y="723792"/>
                </a:cubicBezTo>
                <a:close/>
                <a:moveTo>
                  <a:pt x="356272" y="631408"/>
                </a:moveTo>
                <a:lnTo>
                  <a:pt x="398316" y="631408"/>
                </a:lnTo>
                <a:lnTo>
                  <a:pt x="398316" y="436068"/>
                </a:lnTo>
                <a:lnTo>
                  <a:pt x="356272" y="436068"/>
                </a:lnTo>
                <a:close/>
                <a:moveTo>
                  <a:pt x="486460" y="655703"/>
                </a:moveTo>
                <a:lnTo>
                  <a:pt x="268128" y="655703"/>
                </a:lnTo>
                <a:lnTo>
                  <a:pt x="268128" y="699497"/>
                </a:lnTo>
                <a:lnTo>
                  <a:pt x="486460" y="699497"/>
                </a:lnTo>
                <a:close/>
                <a:moveTo>
                  <a:pt x="212911" y="530764"/>
                </a:moveTo>
                <a:cubicBezTo>
                  <a:pt x="239775" y="559787"/>
                  <a:pt x="263997" y="585980"/>
                  <a:pt x="267643" y="631444"/>
                </a:cubicBezTo>
                <a:lnTo>
                  <a:pt x="331974" y="631444"/>
                </a:lnTo>
                <a:lnTo>
                  <a:pt x="331974" y="436104"/>
                </a:lnTo>
                <a:cubicBezTo>
                  <a:pt x="309426" y="436104"/>
                  <a:pt x="291344" y="438858"/>
                  <a:pt x="274527" y="422078"/>
                </a:cubicBezTo>
                <a:cubicBezTo>
                  <a:pt x="244351" y="391903"/>
                  <a:pt x="266044" y="340371"/>
                  <a:pt x="308385" y="340371"/>
                </a:cubicBezTo>
                <a:cubicBezTo>
                  <a:pt x="334802" y="340371"/>
                  <a:pt x="356270" y="361802"/>
                  <a:pt x="356270" y="388257"/>
                </a:cubicBezTo>
                <a:lnTo>
                  <a:pt x="356270" y="411846"/>
                </a:lnTo>
                <a:lnTo>
                  <a:pt x="398314" y="411846"/>
                </a:lnTo>
                <a:cubicBezTo>
                  <a:pt x="398314" y="389224"/>
                  <a:pt x="395524" y="371254"/>
                  <a:pt x="412379" y="354399"/>
                </a:cubicBezTo>
                <a:cubicBezTo>
                  <a:pt x="442517" y="324297"/>
                  <a:pt x="494048" y="345804"/>
                  <a:pt x="494048" y="388257"/>
                </a:cubicBezTo>
                <a:cubicBezTo>
                  <a:pt x="494048" y="400981"/>
                  <a:pt x="488988" y="413074"/>
                  <a:pt x="479984" y="422078"/>
                </a:cubicBezTo>
                <a:cubicBezTo>
                  <a:pt x="463166" y="438895"/>
                  <a:pt x="445120" y="436144"/>
                  <a:pt x="422574" y="436144"/>
                </a:cubicBezTo>
                <a:lnTo>
                  <a:pt x="422574" y="631481"/>
                </a:lnTo>
                <a:lnTo>
                  <a:pt x="486904" y="631481"/>
                </a:lnTo>
                <a:cubicBezTo>
                  <a:pt x="495387" y="526182"/>
                  <a:pt x="612892" y="526040"/>
                  <a:pt x="612892" y="358828"/>
                </a:cubicBezTo>
                <a:cubicBezTo>
                  <a:pt x="612892" y="226516"/>
                  <a:pt x="508269" y="123199"/>
                  <a:pt x="377262" y="123199"/>
                </a:cubicBezTo>
                <a:cubicBezTo>
                  <a:pt x="246217" y="123199"/>
                  <a:pt x="141633" y="226527"/>
                  <a:pt x="141633" y="358828"/>
                </a:cubicBezTo>
                <a:cubicBezTo>
                  <a:pt x="141633" y="453781"/>
                  <a:pt x="179510" y="494751"/>
                  <a:pt x="212885" y="530803"/>
                </a:cubicBezTo>
                <a:close/>
                <a:moveTo>
                  <a:pt x="442073" y="791882"/>
                </a:moveTo>
                <a:lnTo>
                  <a:pt x="312552" y="791882"/>
                </a:lnTo>
                <a:cubicBezTo>
                  <a:pt x="342169" y="846875"/>
                  <a:pt x="413384" y="845051"/>
                  <a:pt x="442073" y="791882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557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839AA-3379-1735-0898-47A7F7EA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1BA628D5-027F-4540-B2E9-BBA0E0533726}"/>
              </a:ext>
            </a:extLst>
          </p:cNvPr>
          <p:cNvSpPr/>
          <p:nvPr/>
        </p:nvSpPr>
        <p:spPr>
          <a:xfrm>
            <a:off x="9474468" y="0"/>
            <a:ext cx="27175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5D8353F3-DC23-E5EE-F678-F09FBB9EF6DB}"/>
              </a:ext>
            </a:extLst>
          </p:cNvPr>
          <p:cNvSpPr/>
          <p:nvPr/>
        </p:nvSpPr>
        <p:spPr>
          <a:xfrm>
            <a:off x="6425800" y="0"/>
            <a:ext cx="4194087" cy="6858000"/>
          </a:xfrm>
          <a:custGeom>
            <a:avLst/>
            <a:gdLst>
              <a:gd name="connsiteX0" fmla="*/ 0 w 4194087"/>
              <a:gd name="connsiteY0" fmla="*/ 0 h 6858000"/>
              <a:gd name="connsiteX1" fmla="*/ 4194087 w 4194087"/>
              <a:gd name="connsiteY1" fmla="*/ 0 h 6858000"/>
              <a:gd name="connsiteX2" fmla="*/ 4194087 w 4194087"/>
              <a:gd name="connsiteY2" fmla="*/ 57 h 6858000"/>
              <a:gd name="connsiteX3" fmla="*/ 4192982 w 4194087"/>
              <a:gd name="connsiteY3" fmla="*/ 1 h 6858000"/>
              <a:gd name="connsiteX4" fmla="*/ 3071916 w 4194087"/>
              <a:gd name="connsiteY4" fmla="*/ 913696 h 6858000"/>
              <a:gd name="connsiteX5" fmla="*/ 3048801 w 4194087"/>
              <a:gd name="connsiteY5" fmla="*/ 1143000 h 6858000"/>
              <a:gd name="connsiteX6" fmla="*/ 3048666 w 4194087"/>
              <a:gd name="connsiteY6" fmla="*/ 1143000 h 6858000"/>
              <a:gd name="connsiteX7" fmla="*/ 3048666 w 4194087"/>
              <a:gd name="connsiteY7" fmla="*/ 6858000 h 6858000"/>
              <a:gd name="connsiteX8" fmla="*/ 331134 w 4194087"/>
              <a:gd name="connsiteY8" fmla="*/ 6858000 h 6858000"/>
              <a:gd name="connsiteX9" fmla="*/ 331134 w 4194087"/>
              <a:gd name="connsiteY9" fmla="*/ 1143000 h 6858000"/>
              <a:gd name="connsiteX10" fmla="*/ 0 w 4194087"/>
              <a:gd name="connsiteY10" fmla="*/ 1143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94087" h="6858000">
                <a:moveTo>
                  <a:pt x="0" y="0"/>
                </a:moveTo>
                <a:lnTo>
                  <a:pt x="4194087" y="0"/>
                </a:lnTo>
                <a:lnTo>
                  <a:pt x="4194087" y="57"/>
                </a:lnTo>
                <a:lnTo>
                  <a:pt x="4192982" y="1"/>
                </a:lnTo>
                <a:cubicBezTo>
                  <a:pt x="3639993" y="1"/>
                  <a:pt x="3178619" y="392251"/>
                  <a:pt x="3071916" y="913696"/>
                </a:cubicBezTo>
                <a:lnTo>
                  <a:pt x="3048801" y="1143000"/>
                </a:lnTo>
                <a:lnTo>
                  <a:pt x="3048666" y="1143000"/>
                </a:lnTo>
                <a:lnTo>
                  <a:pt x="3048666" y="6858000"/>
                </a:lnTo>
                <a:lnTo>
                  <a:pt x="331134" y="6858000"/>
                </a:lnTo>
                <a:lnTo>
                  <a:pt x="331134" y="1143000"/>
                </a:lnTo>
                <a:lnTo>
                  <a:pt x="0" y="1143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C9F8A32-3D01-653F-C056-1EC992BFB6F9}"/>
              </a:ext>
            </a:extLst>
          </p:cNvPr>
          <p:cNvSpPr/>
          <p:nvPr/>
        </p:nvSpPr>
        <p:spPr>
          <a:xfrm>
            <a:off x="0" y="0"/>
            <a:ext cx="7908926" cy="6858000"/>
          </a:xfrm>
          <a:custGeom>
            <a:avLst/>
            <a:gdLst>
              <a:gd name="connsiteX0" fmla="*/ 1 w 7908926"/>
              <a:gd name="connsiteY0" fmla="*/ 0 h 6858000"/>
              <a:gd name="connsiteX1" fmla="*/ 7908926 w 7908926"/>
              <a:gd name="connsiteY1" fmla="*/ 0 h 6858000"/>
              <a:gd name="connsiteX2" fmla="*/ 7908926 w 7908926"/>
              <a:gd name="connsiteY2" fmla="*/ 389 h 6858000"/>
              <a:gd name="connsiteX3" fmla="*/ 7901250 w 7908926"/>
              <a:gd name="connsiteY3" fmla="*/ 1 h 6858000"/>
              <a:gd name="connsiteX4" fmla="*/ 6780185 w 7908926"/>
              <a:gd name="connsiteY4" fmla="*/ 913696 h 6858000"/>
              <a:gd name="connsiteX5" fmla="*/ 6757069 w 7908926"/>
              <a:gd name="connsiteY5" fmla="*/ 1143000 h 6858000"/>
              <a:gd name="connsiteX6" fmla="*/ 6756931 w 7908926"/>
              <a:gd name="connsiteY6" fmla="*/ 1143000 h 6858000"/>
              <a:gd name="connsiteX7" fmla="*/ 6756931 w 7908926"/>
              <a:gd name="connsiteY7" fmla="*/ 6858000 h 6858000"/>
              <a:gd name="connsiteX8" fmla="*/ 0 w 7908926"/>
              <a:gd name="connsiteY8" fmla="*/ 6858000 h 6858000"/>
              <a:gd name="connsiteX9" fmla="*/ 0 w 7908926"/>
              <a:gd name="connsiteY9" fmla="*/ 1143000 h 6858000"/>
              <a:gd name="connsiteX10" fmla="*/ 1 w 7908926"/>
              <a:gd name="connsiteY10" fmla="*/ 1143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08926" h="6858000">
                <a:moveTo>
                  <a:pt x="1" y="0"/>
                </a:moveTo>
                <a:lnTo>
                  <a:pt x="7908926" y="0"/>
                </a:lnTo>
                <a:lnTo>
                  <a:pt x="7908926" y="389"/>
                </a:lnTo>
                <a:lnTo>
                  <a:pt x="7901250" y="1"/>
                </a:lnTo>
                <a:cubicBezTo>
                  <a:pt x="7348262" y="1"/>
                  <a:pt x="6886888" y="392251"/>
                  <a:pt x="6780185" y="913696"/>
                </a:cubicBezTo>
                <a:lnTo>
                  <a:pt x="6757069" y="1143000"/>
                </a:lnTo>
                <a:lnTo>
                  <a:pt x="6756931" y="1143000"/>
                </a:lnTo>
                <a:lnTo>
                  <a:pt x="6756931" y="6858000"/>
                </a:lnTo>
                <a:lnTo>
                  <a:pt x="0" y="6858000"/>
                </a:lnTo>
                <a:lnTo>
                  <a:pt x="0" y="1143000"/>
                </a:lnTo>
                <a:lnTo>
                  <a:pt x="1" y="1143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603065-3721-08AC-F839-6474C5CF74C8}"/>
              </a:ext>
            </a:extLst>
          </p:cNvPr>
          <p:cNvSpPr txBox="1"/>
          <p:nvPr/>
        </p:nvSpPr>
        <p:spPr>
          <a:xfrm>
            <a:off x="368955" y="2105902"/>
            <a:ext cx="6043275" cy="4083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</a:rPr>
              <a:t>Lorem Ipsum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74FC20-485B-C991-DD7A-B9D6519EFFB4}"/>
              </a:ext>
            </a:extLst>
          </p:cNvPr>
          <p:cNvSpPr txBox="1"/>
          <p:nvPr/>
        </p:nvSpPr>
        <p:spPr>
          <a:xfrm>
            <a:off x="6905756" y="2105902"/>
            <a:ext cx="2479403" cy="45653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chemeClr val="tx2"/>
                </a:solidFill>
              </a:rPr>
              <a:t>Lorem Ipsum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CB1891-DC70-6D57-FB35-89977624B0A1}"/>
              </a:ext>
            </a:extLst>
          </p:cNvPr>
          <p:cNvSpPr txBox="1"/>
          <p:nvPr/>
        </p:nvSpPr>
        <p:spPr>
          <a:xfrm>
            <a:off x="9623288" y="2105902"/>
            <a:ext cx="2559596" cy="45653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chemeClr val="tx2"/>
                </a:solidFill>
              </a:rPr>
              <a:t>Lorem Ipsum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Lorem Ipsum is simply dummy text of the printing and typesetting industry. Lorem Ipsum has been the industry's standard dummy text ever since the 1500s.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7E55C-0285-E112-9DF0-3852CAEA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6FFCF0B-C1B8-EEE0-D49C-C082F871657D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76B21F2-AE64-648C-1B86-85824DE20B29}"/>
              </a:ext>
            </a:extLst>
          </p:cNvPr>
          <p:cNvSpPr/>
          <p:nvPr/>
        </p:nvSpPr>
        <p:spPr>
          <a:xfrm>
            <a:off x="0" y="6241022"/>
            <a:ext cx="573026" cy="616978"/>
          </a:xfrm>
          <a:custGeom>
            <a:avLst/>
            <a:gdLst>
              <a:gd name="connsiteX0" fmla="*/ 19548 w 573026"/>
              <a:gd name="connsiteY0" fmla="*/ 0 h 616978"/>
              <a:gd name="connsiteX1" fmla="*/ 573026 w 573026"/>
              <a:gd name="connsiteY1" fmla="*/ 553478 h 616978"/>
              <a:gd name="connsiteX2" fmla="*/ 566625 w 573026"/>
              <a:gd name="connsiteY2" fmla="*/ 616978 h 616978"/>
              <a:gd name="connsiteX3" fmla="*/ 0 w 573026"/>
              <a:gd name="connsiteY3" fmla="*/ 616978 h 616978"/>
              <a:gd name="connsiteX4" fmla="*/ 0 w 573026"/>
              <a:gd name="connsiteY4" fmla="*/ 1971 h 61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026" h="616978">
                <a:moveTo>
                  <a:pt x="19548" y="0"/>
                </a:moveTo>
                <a:cubicBezTo>
                  <a:pt x="325225" y="0"/>
                  <a:pt x="573026" y="247801"/>
                  <a:pt x="573026" y="553478"/>
                </a:cubicBezTo>
                <a:lnTo>
                  <a:pt x="566625" y="616978"/>
                </a:lnTo>
                <a:lnTo>
                  <a:pt x="0" y="616978"/>
                </a:lnTo>
                <a:lnTo>
                  <a:pt x="0" y="1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A3E55-6BAB-BDB2-729C-9AC7F8CB3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15</a:t>
            </a:fld>
            <a:endParaRPr lang="en-IN" sz="1200" dirty="0">
              <a:solidFill>
                <a:schemeClr val="tx2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B9CEA4B-007B-7645-084D-E9EBB808876D}"/>
              </a:ext>
            </a:extLst>
          </p:cNvPr>
          <p:cNvGrpSpPr/>
          <p:nvPr/>
        </p:nvGrpSpPr>
        <p:grpSpPr>
          <a:xfrm>
            <a:off x="365125" y="1321374"/>
            <a:ext cx="650890" cy="650931"/>
            <a:chOff x="-2146300" y="3305175"/>
            <a:chExt cx="533544" cy="533578"/>
          </a:xfrm>
          <a:solidFill>
            <a:schemeClr val="bg1"/>
          </a:solidFill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0E2C885-8E52-F002-1284-A5F7A49046AC}"/>
                </a:ext>
              </a:extLst>
            </p:cNvPr>
            <p:cNvSpPr/>
            <p:nvPr/>
          </p:nvSpPr>
          <p:spPr>
            <a:xfrm>
              <a:off x="-1889125" y="3363086"/>
              <a:ext cx="56387" cy="56388"/>
            </a:xfrm>
            <a:custGeom>
              <a:avLst/>
              <a:gdLst>
                <a:gd name="connsiteX0" fmla="*/ 0 w 56387"/>
                <a:gd name="connsiteY0" fmla="*/ 0 h 56388"/>
                <a:gd name="connsiteX1" fmla="*/ 0 w 56387"/>
                <a:gd name="connsiteY1" fmla="*/ 56388 h 56388"/>
                <a:gd name="connsiteX2" fmla="*/ 56388 w 56387"/>
                <a:gd name="connsiteY2" fmla="*/ 56388 h 56388"/>
                <a:gd name="connsiteX3" fmla="*/ 0 w 56387"/>
                <a:gd name="connsiteY3" fmla="*/ 0 h 5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7" h="56388">
                  <a:moveTo>
                    <a:pt x="0" y="0"/>
                  </a:moveTo>
                  <a:lnTo>
                    <a:pt x="0" y="56388"/>
                  </a:lnTo>
                  <a:lnTo>
                    <a:pt x="56388" y="56388"/>
                  </a:lnTo>
                  <a:cubicBezTo>
                    <a:pt x="52142" y="27184"/>
                    <a:pt x="29204" y="4246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0D4D397-BFAF-0F8E-FDA4-B2C6D24E1185}"/>
                </a:ext>
              </a:extLst>
            </p:cNvPr>
            <p:cNvSpPr/>
            <p:nvPr/>
          </p:nvSpPr>
          <p:spPr>
            <a:xfrm>
              <a:off x="-1965321" y="3363086"/>
              <a:ext cx="57146" cy="105727"/>
            </a:xfrm>
            <a:custGeom>
              <a:avLst/>
              <a:gdLst>
                <a:gd name="connsiteX0" fmla="*/ 57146 w 57146"/>
                <a:gd name="connsiteY0" fmla="*/ 61970 h 105727"/>
                <a:gd name="connsiteX1" fmla="*/ 57146 w 57146"/>
                <a:gd name="connsiteY1" fmla="*/ 0 h 105727"/>
                <a:gd name="connsiteX2" fmla="*/ 666 w 57146"/>
                <a:gd name="connsiteY2" fmla="*/ 75135 h 105727"/>
                <a:gd name="connsiteX3" fmla="*/ 13331 w 57146"/>
                <a:gd name="connsiteY3" fmla="*/ 105728 h 105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6" h="105727">
                  <a:moveTo>
                    <a:pt x="57146" y="61970"/>
                  </a:moveTo>
                  <a:lnTo>
                    <a:pt x="57146" y="0"/>
                  </a:lnTo>
                  <a:cubicBezTo>
                    <a:pt x="20802" y="5151"/>
                    <a:pt x="-4485" y="38791"/>
                    <a:pt x="666" y="75135"/>
                  </a:cubicBezTo>
                  <a:cubicBezTo>
                    <a:pt x="2240" y="86237"/>
                    <a:pt x="6596" y="96762"/>
                    <a:pt x="13331" y="1057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5A36DE6-CD59-EE67-F51A-11427D8CBC83}"/>
                </a:ext>
              </a:extLst>
            </p:cNvPr>
            <p:cNvSpPr/>
            <p:nvPr/>
          </p:nvSpPr>
          <p:spPr>
            <a:xfrm>
              <a:off x="-1938521" y="3438525"/>
              <a:ext cx="105784" cy="57150"/>
            </a:xfrm>
            <a:custGeom>
              <a:avLst/>
              <a:gdLst>
                <a:gd name="connsiteX0" fmla="*/ 39872 w 105784"/>
                <a:gd name="connsiteY0" fmla="*/ 57150 h 57150"/>
                <a:gd name="connsiteX1" fmla="*/ 105785 w 105784"/>
                <a:gd name="connsiteY1" fmla="*/ 0 h 57150"/>
                <a:gd name="connsiteX2" fmla="*/ 43815 w 105784"/>
                <a:gd name="connsiteY2" fmla="*/ 0 h 57150"/>
                <a:gd name="connsiteX3" fmla="*/ 0 w 105784"/>
                <a:gd name="connsiteY3" fmla="*/ 43815 h 57150"/>
                <a:gd name="connsiteX4" fmla="*/ 39872 w 105784"/>
                <a:gd name="connsiteY4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84" h="57150">
                  <a:moveTo>
                    <a:pt x="39872" y="57150"/>
                  </a:moveTo>
                  <a:cubicBezTo>
                    <a:pt x="72977" y="57087"/>
                    <a:pt x="101031" y="32762"/>
                    <a:pt x="105785" y="0"/>
                  </a:cubicBezTo>
                  <a:lnTo>
                    <a:pt x="43815" y="0"/>
                  </a:lnTo>
                  <a:lnTo>
                    <a:pt x="0" y="43815"/>
                  </a:lnTo>
                  <a:cubicBezTo>
                    <a:pt x="11489" y="52472"/>
                    <a:pt x="25485" y="57154"/>
                    <a:pt x="39872" y="571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2D486E2-3392-1835-B0F1-496C7F7495C3}"/>
                </a:ext>
              </a:extLst>
            </p:cNvPr>
            <p:cNvSpPr/>
            <p:nvPr/>
          </p:nvSpPr>
          <p:spPr>
            <a:xfrm>
              <a:off x="-2146300" y="3305175"/>
              <a:ext cx="361950" cy="476250"/>
            </a:xfrm>
            <a:custGeom>
              <a:avLst/>
              <a:gdLst>
                <a:gd name="connsiteX0" fmla="*/ 187509 w 361950"/>
                <a:gd name="connsiteY0" fmla="*/ 354073 h 476250"/>
                <a:gd name="connsiteX1" fmla="*/ 201797 w 361950"/>
                <a:gd name="connsiteY1" fmla="*/ 359540 h 476250"/>
                <a:gd name="connsiteX2" fmla="*/ 232677 w 361950"/>
                <a:gd name="connsiteY2" fmla="*/ 383572 h 476250"/>
                <a:gd name="connsiteX3" fmla="*/ 270701 w 361950"/>
                <a:gd name="connsiteY3" fmla="*/ 390363 h 476250"/>
                <a:gd name="connsiteX4" fmla="*/ 319792 w 361950"/>
                <a:gd name="connsiteY4" fmla="*/ 402041 h 476250"/>
                <a:gd name="connsiteX5" fmla="*/ 342652 w 361950"/>
                <a:gd name="connsiteY5" fmla="*/ 420662 h 476250"/>
                <a:gd name="connsiteX6" fmla="*/ 361950 w 361950"/>
                <a:gd name="connsiteY6" fmla="*/ 394259 h 476250"/>
                <a:gd name="connsiteX7" fmla="*/ 361950 w 361950"/>
                <a:gd name="connsiteY7" fmla="*/ 0 h 476250"/>
                <a:gd name="connsiteX8" fmla="*/ 76200 w 361950"/>
                <a:gd name="connsiteY8" fmla="*/ 0 h 476250"/>
                <a:gd name="connsiteX9" fmla="*/ 76200 w 361950"/>
                <a:gd name="connsiteY9" fmla="*/ 47625 h 476250"/>
                <a:gd name="connsiteX10" fmla="*/ 47625 w 361950"/>
                <a:gd name="connsiteY10" fmla="*/ 76200 h 476250"/>
                <a:gd name="connsiteX11" fmla="*/ 0 w 361950"/>
                <a:gd name="connsiteY11" fmla="*/ 76200 h 476250"/>
                <a:gd name="connsiteX12" fmla="*/ 0 w 361950"/>
                <a:gd name="connsiteY12" fmla="*/ 476250 h 476250"/>
                <a:gd name="connsiteX13" fmla="*/ 183099 w 361950"/>
                <a:gd name="connsiteY13" fmla="*/ 476250 h 476250"/>
                <a:gd name="connsiteX14" fmla="*/ 176594 w 361950"/>
                <a:gd name="connsiteY14" fmla="*/ 364903 h 476250"/>
                <a:gd name="connsiteX15" fmla="*/ 187509 w 361950"/>
                <a:gd name="connsiteY15" fmla="*/ 354073 h 476250"/>
                <a:gd name="connsiteX16" fmla="*/ 323850 w 361950"/>
                <a:gd name="connsiteY16" fmla="*/ 342900 h 476250"/>
                <a:gd name="connsiteX17" fmla="*/ 200025 w 361950"/>
                <a:gd name="connsiteY17" fmla="*/ 342900 h 476250"/>
                <a:gd name="connsiteX18" fmla="*/ 190500 w 361950"/>
                <a:gd name="connsiteY18" fmla="*/ 333375 h 476250"/>
                <a:gd name="connsiteX19" fmla="*/ 200025 w 361950"/>
                <a:gd name="connsiteY19" fmla="*/ 323850 h 476250"/>
                <a:gd name="connsiteX20" fmla="*/ 323850 w 361950"/>
                <a:gd name="connsiteY20" fmla="*/ 323850 h 476250"/>
                <a:gd name="connsiteX21" fmla="*/ 333375 w 361950"/>
                <a:gd name="connsiteY21" fmla="*/ 333375 h 476250"/>
                <a:gd name="connsiteX22" fmla="*/ 323850 w 361950"/>
                <a:gd name="connsiteY22" fmla="*/ 342900 h 476250"/>
                <a:gd name="connsiteX23" fmla="*/ 323850 w 361950"/>
                <a:gd name="connsiteY23" fmla="*/ 295275 h 476250"/>
                <a:gd name="connsiteX24" fmla="*/ 200025 w 361950"/>
                <a:gd name="connsiteY24" fmla="*/ 295275 h 476250"/>
                <a:gd name="connsiteX25" fmla="*/ 190500 w 361950"/>
                <a:gd name="connsiteY25" fmla="*/ 285750 h 476250"/>
                <a:gd name="connsiteX26" fmla="*/ 200025 w 361950"/>
                <a:gd name="connsiteY26" fmla="*/ 276225 h 476250"/>
                <a:gd name="connsiteX27" fmla="*/ 323850 w 361950"/>
                <a:gd name="connsiteY27" fmla="*/ 276225 h 476250"/>
                <a:gd name="connsiteX28" fmla="*/ 333375 w 361950"/>
                <a:gd name="connsiteY28" fmla="*/ 285750 h 476250"/>
                <a:gd name="connsiteX29" fmla="*/ 323850 w 361950"/>
                <a:gd name="connsiteY29" fmla="*/ 295275 h 476250"/>
                <a:gd name="connsiteX30" fmla="*/ 323850 w 361950"/>
                <a:gd name="connsiteY30" fmla="*/ 247650 h 476250"/>
                <a:gd name="connsiteX31" fmla="*/ 200025 w 361950"/>
                <a:gd name="connsiteY31" fmla="*/ 247650 h 476250"/>
                <a:gd name="connsiteX32" fmla="*/ 190500 w 361950"/>
                <a:gd name="connsiteY32" fmla="*/ 238125 h 476250"/>
                <a:gd name="connsiteX33" fmla="*/ 200025 w 361950"/>
                <a:gd name="connsiteY33" fmla="*/ 228600 h 476250"/>
                <a:gd name="connsiteX34" fmla="*/ 323850 w 361950"/>
                <a:gd name="connsiteY34" fmla="*/ 228600 h 476250"/>
                <a:gd name="connsiteX35" fmla="*/ 333375 w 361950"/>
                <a:gd name="connsiteY35" fmla="*/ 238125 h 476250"/>
                <a:gd name="connsiteX36" fmla="*/ 323850 w 361950"/>
                <a:gd name="connsiteY36" fmla="*/ 247650 h 476250"/>
                <a:gd name="connsiteX37" fmla="*/ 147780 w 361950"/>
                <a:gd name="connsiteY37" fmla="*/ 325212 h 476250"/>
                <a:gd name="connsiteX38" fmla="*/ 151038 w 361950"/>
                <a:gd name="connsiteY38" fmla="*/ 338280 h 476250"/>
                <a:gd name="connsiteX39" fmla="*/ 122463 w 361950"/>
                <a:gd name="connsiteY39" fmla="*/ 385905 h 476250"/>
                <a:gd name="connsiteX40" fmla="*/ 109392 w 361950"/>
                <a:gd name="connsiteY40" fmla="*/ 389161 h 476250"/>
                <a:gd name="connsiteX41" fmla="*/ 107566 w 361950"/>
                <a:gd name="connsiteY41" fmla="*/ 387734 h 476250"/>
                <a:gd name="connsiteX42" fmla="*/ 95250 w 361950"/>
                <a:gd name="connsiteY42" fmla="*/ 375418 h 476250"/>
                <a:gd name="connsiteX43" fmla="*/ 82934 w 361950"/>
                <a:gd name="connsiteY43" fmla="*/ 387734 h 476250"/>
                <a:gd name="connsiteX44" fmla="*/ 69466 w 361950"/>
                <a:gd name="connsiteY44" fmla="*/ 387500 h 476250"/>
                <a:gd name="connsiteX45" fmla="*/ 69466 w 361950"/>
                <a:gd name="connsiteY45" fmla="*/ 374266 h 476250"/>
                <a:gd name="connsiteX46" fmla="*/ 88516 w 361950"/>
                <a:gd name="connsiteY46" fmla="*/ 355216 h 476250"/>
                <a:gd name="connsiteX47" fmla="*/ 101984 w 361950"/>
                <a:gd name="connsiteY47" fmla="*/ 355216 h 476250"/>
                <a:gd name="connsiteX48" fmla="*/ 112395 w 361950"/>
                <a:gd name="connsiteY48" fmla="*/ 365646 h 476250"/>
                <a:gd name="connsiteX49" fmla="*/ 134693 w 361950"/>
                <a:gd name="connsiteY49" fmla="*/ 328498 h 476250"/>
                <a:gd name="connsiteX50" fmla="*/ 147752 w 361950"/>
                <a:gd name="connsiteY50" fmla="*/ 325195 h 476250"/>
                <a:gd name="connsiteX51" fmla="*/ 147780 w 361950"/>
                <a:gd name="connsiteY51" fmla="*/ 325212 h 476250"/>
                <a:gd name="connsiteX52" fmla="*/ 38100 w 361950"/>
                <a:gd name="connsiteY52" fmla="*/ 95250 h 476250"/>
                <a:gd name="connsiteX53" fmla="*/ 133350 w 361950"/>
                <a:gd name="connsiteY53" fmla="*/ 95250 h 476250"/>
                <a:gd name="connsiteX54" fmla="*/ 142875 w 361950"/>
                <a:gd name="connsiteY54" fmla="*/ 104775 h 476250"/>
                <a:gd name="connsiteX55" fmla="*/ 133350 w 361950"/>
                <a:gd name="connsiteY55" fmla="*/ 114300 h 476250"/>
                <a:gd name="connsiteX56" fmla="*/ 38100 w 361950"/>
                <a:gd name="connsiteY56" fmla="*/ 114300 h 476250"/>
                <a:gd name="connsiteX57" fmla="*/ 28575 w 361950"/>
                <a:gd name="connsiteY57" fmla="*/ 104775 h 476250"/>
                <a:gd name="connsiteX58" fmla="*/ 38100 w 361950"/>
                <a:gd name="connsiteY58" fmla="*/ 95250 h 476250"/>
                <a:gd name="connsiteX59" fmla="*/ 38100 w 361950"/>
                <a:gd name="connsiteY59" fmla="*/ 142875 h 476250"/>
                <a:gd name="connsiteX60" fmla="*/ 133350 w 361950"/>
                <a:gd name="connsiteY60" fmla="*/ 142875 h 476250"/>
                <a:gd name="connsiteX61" fmla="*/ 142875 w 361950"/>
                <a:gd name="connsiteY61" fmla="*/ 152400 h 476250"/>
                <a:gd name="connsiteX62" fmla="*/ 133350 w 361950"/>
                <a:gd name="connsiteY62" fmla="*/ 161925 h 476250"/>
                <a:gd name="connsiteX63" fmla="*/ 38100 w 361950"/>
                <a:gd name="connsiteY63" fmla="*/ 161925 h 476250"/>
                <a:gd name="connsiteX64" fmla="*/ 28575 w 361950"/>
                <a:gd name="connsiteY64" fmla="*/ 152400 h 476250"/>
                <a:gd name="connsiteX65" fmla="*/ 38100 w 361950"/>
                <a:gd name="connsiteY65" fmla="*/ 142875 h 476250"/>
                <a:gd name="connsiteX66" fmla="*/ 38100 w 361950"/>
                <a:gd name="connsiteY66" fmla="*/ 190500 h 476250"/>
                <a:gd name="connsiteX67" fmla="*/ 133350 w 361950"/>
                <a:gd name="connsiteY67" fmla="*/ 190500 h 476250"/>
                <a:gd name="connsiteX68" fmla="*/ 142875 w 361950"/>
                <a:gd name="connsiteY68" fmla="*/ 200025 h 476250"/>
                <a:gd name="connsiteX69" fmla="*/ 133350 w 361950"/>
                <a:gd name="connsiteY69" fmla="*/ 209550 h 476250"/>
                <a:gd name="connsiteX70" fmla="*/ 38100 w 361950"/>
                <a:gd name="connsiteY70" fmla="*/ 209550 h 476250"/>
                <a:gd name="connsiteX71" fmla="*/ 28575 w 361950"/>
                <a:gd name="connsiteY71" fmla="*/ 200025 h 476250"/>
                <a:gd name="connsiteX72" fmla="*/ 38100 w 361950"/>
                <a:gd name="connsiteY72" fmla="*/ 190500 h 476250"/>
                <a:gd name="connsiteX73" fmla="*/ 38100 w 361950"/>
                <a:gd name="connsiteY73" fmla="*/ 238125 h 476250"/>
                <a:gd name="connsiteX74" fmla="*/ 133350 w 361950"/>
                <a:gd name="connsiteY74" fmla="*/ 238125 h 476250"/>
                <a:gd name="connsiteX75" fmla="*/ 142875 w 361950"/>
                <a:gd name="connsiteY75" fmla="*/ 247650 h 476250"/>
                <a:gd name="connsiteX76" fmla="*/ 133350 w 361950"/>
                <a:gd name="connsiteY76" fmla="*/ 257175 h 476250"/>
                <a:gd name="connsiteX77" fmla="*/ 38100 w 361950"/>
                <a:gd name="connsiteY77" fmla="*/ 257175 h 476250"/>
                <a:gd name="connsiteX78" fmla="*/ 28575 w 361950"/>
                <a:gd name="connsiteY78" fmla="*/ 247650 h 476250"/>
                <a:gd name="connsiteX79" fmla="*/ 38100 w 361950"/>
                <a:gd name="connsiteY79" fmla="*/ 238125 h 476250"/>
                <a:gd name="connsiteX80" fmla="*/ 142875 w 361950"/>
                <a:gd name="connsiteY80" fmla="*/ 428625 h 476250"/>
                <a:gd name="connsiteX81" fmla="*/ 38100 w 361950"/>
                <a:gd name="connsiteY81" fmla="*/ 428625 h 476250"/>
                <a:gd name="connsiteX82" fmla="*/ 28575 w 361950"/>
                <a:gd name="connsiteY82" fmla="*/ 419100 h 476250"/>
                <a:gd name="connsiteX83" fmla="*/ 28575 w 361950"/>
                <a:gd name="connsiteY83" fmla="*/ 304800 h 476250"/>
                <a:gd name="connsiteX84" fmla="*/ 38100 w 361950"/>
                <a:gd name="connsiteY84" fmla="*/ 295275 h 476250"/>
                <a:gd name="connsiteX85" fmla="*/ 47625 w 361950"/>
                <a:gd name="connsiteY85" fmla="*/ 304800 h 476250"/>
                <a:gd name="connsiteX86" fmla="*/ 47625 w 361950"/>
                <a:gd name="connsiteY86" fmla="*/ 409575 h 476250"/>
                <a:gd name="connsiteX87" fmla="*/ 142875 w 361950"/>
                <a:gd name="connsiteY87" fmla="*/ 409575 h 476250"/>
                <a:gd name="connsiteX88" fmla="*/ 152400 w 361950"/>
                <a:gd name="connsiteY88" fmla="*/ 419100 h 476250"/>
                <a:gd name="connsiteX89" fmla="*/ 142875 w 361950"/>
                <a:gd name="connsiteY89" fmla="*/ 428625 h 476250"/>
                <a:gd name="connsiteX90" fmla="*/ 161925 w 361950"/>
                <a:gd name="connsiteY90" fmla="*/ 123825 h 476250"/>
                <a:gd name="connsiteX91" fmla="*/ 247650 w 361950"/>
                <a:gd name="connsiteY91" fmla="*/ 38100 h 476250"/>
                <a:gd name="connsiteX92" fmla="*/ 333375 w 361950"/>
                <a:gd name="connsiteY92" fmla="*/ 123825 h 476250"/>
                <a:gd name="connsiteX93" fmla="*/ 247650 w 361950"/>
                <a:gd name="connsiteY93" fmla="*/ 209550 h 476250"/>
                <a:gd name="connsiteX94" fmla="*/ 161925 w 361950"/>
                <a:gd name="connsiteY94" fmla="*/ 123825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61950" h="476250">
                  <a:moveTo>
                    <a:pt x="187509" y="354073"/>
                  </a:moveTo>
                  <a:cubicBezTo>
                    <a:pt x="192935" y="352895"/>
                    <a:pt x="198543" y="355042"/>
                    <a:pt x="201797" y="359540"/>
                  </a:cubicBezTo>
                  <a:cubicBezTo>
                    <a:pt x="209568" y="370351"/>
                    <a:pt x="220288" y="378694"/>
                    <a:pt x="232677" y="383572"/>
                  </a:cubicBezTo>
                  <a:cubicBezTo>
                    <a:pt x="244780" y="388317"/>
                    <a:pt x="257703" y="390625"/>
                    <a:pt x="270701" y="390363"/>
                  </a:cubicBezTo>
                  <a:cubicBezTo>
                    <a:pt x="287806" y="389882"/>
                    <a:pt x="304736" y="393909"/>
                    <a:pt x="319792" y="402041"/>
                  </a:cubicBezTo>
                  <a:cubicBezTo>
                    <a:pt x="328529" y="406736"/>
                    <a:pt x="336288" y="413056"/>
                    <a:pt x="342652" y="420662"/>
                  </a:cubicBezTo>
                  <a:cubicBezTo>
                    <a:pt x="347422" y="410758"/>
                    <a:pt x="353961" y="401810"/>
                    <a:pt x="361950" y="394259"/>
                  </a:cubicBezTo>
                  <a:lnTo>
                    <a:pt x="361950" y="0"/>
                  </a:lnTo>
                  <a:lnTo>
                    <a:pt x="76200" y="0"/>
                  </a:lnTo>
                  <a:lnTo>
                    <a:pt x="76200" y="47625"/>
                  </a:lnTo>
                  <a:cubicBezTo>
                    <a:pt x="76200" y="63406"/>
                    <a:pt x="63406" y="76200"/>
                    <a:pt x="47625" y="76200"/>
                  </a:cubicBezTo>
                  <a:lnTo>
                    <a:pt x="0" y="76200"/>
                  </a:lnTo>
                  <a:lnTo>
                    <a:pt x="0" y="476250"/>
                  </a:lnTo>
                  <a:lnTo>
                    <a:pt x="183099" y="476250"/>
                  </a:lnTo>
                  <a:cubicBezTo>
                    <a:pt x="170517" y="440482"/>
                    <a:pt x="168262" y="401893"/>
                    <a:pt x="176594" y="364903"/>
                  </a:cubicBezTo>
                  <a:cubicBezTo>
                    <a:pt x="177792" y="359464"/>
                    <a:pt x="182061" y="355228"/>
                    <a:pt x="187509" y="354073"/>
                  </a:cubicBezTo>
                  <a:close/>
                  <a:moveTo>
                    <a:pt x="323850" y="342900"/>
                  </a:moveTo>
                  <a:lnTo>
                    <a:pt x="200025" y="342900"/>
                  </a:lnTo>
                  <a:cubicBezTo>
                    <a:pt x="194764" y="342900"/>
                    <a:pt x="190500" y="338636"/>
                    <a:pt x="190500" y="333375"/>
                  </a:cubicBezTo>
                  <a:cubicBezTo>
                    <a:pt x="190500" y="328114"/>
                    <a:pt x="194764" y="323850"/>
                    <a:pt x="200025" y="323850"/>
                  </a:cubicBezTo>
                  <a:lnTo>
                    <a:pt x="323850" y="323850"/>
                  </a:lnTo>
                  <a:cubicBezTo>
                    <a:pt x="329111" y="323850"/>
                    <a:pt x="333375" y="328114"/>
                    <a:pt x="333375" y="333375"/>
                  </a:cubicBezTo>
                  <a:cubicBezTo>
                    <a:pt x="333375" y="338636"/>
                    <a:pt x="329111" y="342900"/>
                    <a:pt x="323850" y="342900"/>
                  </a:cubicBezTo>
                  <a:close/>
                  <a:moveTo>
                    <a:pt x="323850" y="295275"/>
                  </a:moveTo>
                  <a:lnTo>
                    <a:pt x="200025" y="295275"/>
                  </a:lnTo>
                  <a:cubicBezTo>
                    <a:pt x="194764" y="295275"/>
                    <a:pt x="190500" y="291011"/>
                    <a:pt x="190500" y="285750"/>
                  </a:cubicBezTo>
                  <a:cubicBezTo>
                    <a:pt x="190500" y="280489"/>
                    <a:pt x="194764" y="276225"/>
                    <a:pt x="200025" y="276225"/>
                  </a:cubicBezTo>
                  <a:lnTo>
                    <a:pt x="323850" y="276225"/>
                  </a:lnTo>
                  <a:cubicBezTo>
                    <a:pt x="329111" y="276225"/>
                    <a:pt x="333375" y="280489"/>
                    <a:pt x="333375" y="285750"/>
                  </a:cubicBezTo>
                  <a:cubicBezTo>
                    <a:pt x="333375" y="291011"/>
                    <a:pt x="329111" y="295275"/>
                    <a:pt x="323850" y="295275"/>
                  </a:cubicBezTo>
                  <a:close/>
                  <a:moveTo>
                    <a:pt x="323850" y="247650"/>
                  </a:moveTo>
                  <a:lnTo>
                    <a:pt x="200025" y="247650"/>
                  </a:lnTo>
                  <a:cubicBezTo>
                    <a:pt x="194764" y="247650"/>
                    <a:pt x="190500" y="243386"/>
                    <a:pt x="190500" y="238125"/>
                  </a:cubicBezTo>
                  <a:cubicBezTo>
                    <a:pt x="190500" y="232864"/>
                    <a:pt x="194764" y="228600"/>
                    <a:pt x="200025" y="228600"/>
                  </a:cubicBezTo>
                  <a:lnTo>
                    <a:pt x="323850" y="228600"/>
                  </a:lnTo>
                  <a:cubicBezTo>
                    <a:pt x="329111" y="228600"/>
                    <a:pt x="333375" y="232864"/>
                    <a:pt x="333375" y="238125"/>
                  </a:cubicBezTo>
                  <a:cubicBezTo>
                    <a:pt x="333375" y="243386"/>
                    <a:pt x="329111" y="247650"/>
                    <a:pt x="323850" y="247650"/>
                  </a:cubicBezTo>
                  <a:close/>
                  <a:moveTo>
                    <a:pt x="147780" y="325212"/>
                  </a:moveTo>
                  <a:cubicBezTo>
                    <a:pt x="152288" y="327922"/>
                    <a:pt x="153746" y="333772"/>
                    <a:pt x="151038" y="338280"/>
                  </a:cubicBezTo>
                  <a:lnTo>
                    <a:pt x="122463" y="385905"/>
                  </a:lnTo>
                  <a:cubicBezTo>
                    <a:pt x="119752" y="390414"/>
                    <a:pt x="113900" y="391872"/>
                    <a:pt x="109392" y="389161"/>
                  </a:cubicBezTo>
                  <a:cubicBezTo>
                    <a:pt x="108727" y="388761"/>
                    <a:pt x="108114" y="388282"/>
                    <a:pt x="107566" y="387734"/>
                  </a:cubicBezTo>
                  <a:lnTo>
                    <a:pt x="95250" y="375418"/>
                  </a:lnTo>
                  <a:lnTo>
                    <a:pt x="82934" y="387734"/>
                  </a:lnTo>
                  <a:cubicBezTo>
                    <a:pt x="79150" y="391389"/>
                    <a:pt x="73120" y="391284"/>
                    <a:pt x="69466" y="387500"/>
                  </a:cubicBezTo>
                  <a:cubicBezTo>
                    <a:pt x="65901" y="383809"/>
                    <a:pt x="65901" y="377957"/>
                    <a:pt x="69466" y="374266"/>
                  </a:cubicBezTo>
                  <a:lnTo>
                    <a:pt x="88516" y="355216"/>
                  </a:lnTo>
                  <a:cubicBezTo>
                    <a:pt x="92235" y="351497"/>
                    <a:pt x="98265" y="351497"/>
                    <a:pt x="101984" y="355216"/>
                  </a:cubicBezTo>
                  <a:lnTo>
                    <a:pt x="112395" y="365646"/>
                  </a:lnTo>
                  <a:lnTo>
                    <a:pt x="134693" y="328498"/>
                  </a:lnTo>
                  <a:cubicBezTo>
                    <a:pt x="137387" y="323980"/>
                    <a:pt x="143234" y="322501"/>
                    <a:pt x="147752" y="325195"/>
                  </a:cubicBezTo>
                  <a:cubicBezTo>
                    <a:pt x="147761" y="325201"/>
                    <a:pt x="147771" y="325206"/>
                    <a:pt x="147780" y="325212"/>
                  </a:cubicBezTo>
                  <a:close/>
                  <a:moveTo>
                    <a:pt x="38100" y="95250"/>
                  </a:moveTo>
                  <a:lnTo>
                    <a:pt x="133350" y="95250"/>
                  </a:lnTo>
                  <a:cubicBezTo>
                    <a:pt x="138611" y="95250"/>
                    <a:pt x="142875" y="99514"/>
                    <a:pt x="142875" y="104775"/>
                  </a:cubicBezTo>
                  <a:cubicBezTo>
                    <a:pt x="142875" y="110036"/>
                    <a:pt x="138611" y="114300"/>
                    <a:pt x="133350" y="114300"/>
                  </a:cubicBezTo>
                  <a:lnTo>
                    <a:pt x="38100" y="114300"/>
                  </a:lnTo>
                  <a:cubicBezTo>
                    <a:pt x="32840" y="114300"/>
                    <a:pt x="28575" y="110036"/>
                    <a:pt x="28575" y="104775"/>
                  </a:cubicBezTo>
                  <a:cubicBezTo>
                    <a:pt x="28575" y="99514"/>
                    <a:pt x="32840" y="95250"/>
                    <a:pt x="38100" y="95250"/>
                  </a:cubicBezTo>
                  <a:close/>
                  <a:moveTo>
                    <a:pt x="38100" y="142875"/>
                  </a:moveTo>
                  <a:lnTo>
                    <a:pt x="133350" y="142875"/>
                  </a:lnTo>
                  <a:cubicBezTo>
                    <a:pt x="138611" y="142875"/>
                    <a:pt x="142875" y="147139"/>
                    <a:pt x="142875" y="152400"/>
                  </a:cubicBezTo>
                  <a:cubicBezTo>
                    <a:pt x="142875" y="157661"/>
                    <a:pt x="138611" y="161925"/>
                    <a:pt x="133350" y="161925"/>
                  </a:cubicBezTo>
                  <a:lnTo>
                    <a:pt x="38100" y="161925"/>
                  </a:lnTo>
                  <a:cubicBezTo>
                    <a:pt x="32840" y="161925"/>
                    <a:pt x="28575" y="157661"/>
                    <a:pt x="28575" y="152400"/>
                  </a:cubicBezTo>
                  <a:cubicBezTo>
                    <a:pt x="28575" y="147139"/>
                    <a:pt x="32840" y="142875"/>
                    <a:pt x="38100" y="142875"/>
                  </a:cubicBezTo>
                  <a:close/>
                  <a:moveTo>
                    <a:pt x="38100" y="190500"/>
                  </a:moveTo>
                  <a:lnTo>
                    <a:pt x="133350" y="190500"/>
                  </a:lnTo>
                  <a:cubicBezTo>
                    <a:pt x="138611" y="190500"/>
                    <a:pt x="142875" y="194764"/>
                    <a:pt x="142875" y="200025"/>
                  </a:cubicBezTo>
                  <a:cubicBezTo>
                    <a:pt x="142875" y="205286"/>
                    <a:pt x="138611" y="209550"/>
                    <a:pt x="133350" y="209550"/>
                  </a:cubicBezTo>
                  <a:lnTo>
                    <a:pt x="38100" y="209550"/>
                  </a:lnTo>
                  <a:cubicBezTo>
                    <a:pt x="32840" y="209550"/>
                    <a:pt x="28575" y="205286"/>
                    <a:pt x="28575" y="200025"/>
                  </a:cubicBezTo>
                  <a:cubicBezTo>
                    <a:pt x="28575" y="194764"/>
                    <a:pt x="32840" y="190500"/>
                    <a:pt x="38100" y="190500"/>
                  </a:cubicBezTo>
                  <a:close/>
                  <a:moveTo>
                    <a:pt x="38100" y="238125"/>
                  </a:moveTo>
                  <a:lnTo>
                    <a:pt x="133350" y="238125"/>
                  </a:lnTo>
                  <a:cubicBezTo>
                    <a:pt x="138611" y="238125"/>
                    <a:pt x="142875" y="242389"/>
                    <a:pt x="142875" y="247650"/>
                  </a:cubicBezTo>
                  <a:cubicBezTo>
                    <a:pt x="142875" y="252911"/>
                    <a:pt x="138611" y="257175"/>
                    <a:pt x="133350" y="257175"/>
                  </a:cubicBezTo>
                  <a:lnTo>
                    <a:pt x="38100" y="257175"/>
                  </a:lnTo>
                  <a:cubicBezTo>
                    <a:pt x="32840" y="257175"/>
                    <a:pt x="28575" y="252911"/>
                    <a:pt x="28575" y="247650"/>
                  </a:cubicBezTo>
                  <a:cubicBezTo>
                    <a:pt x="28575" y="242389"/>
                    <a:pt x="32840" y="238125"/>
                    <a:pt x="38100" y="238125"/>
                  </a:cubicBezTo>
                  <a:close/>
                  <a:moveTo>
                    <a:pt x="142875" y="428625"/>
                  </a:moveTo>
                  <a:lnTo>
                    <a:pt x="38100" y="428625"/>
                  </a:lnTo>
                  <a:cubicBezTo>
                    <a:pt x="32840" y="428625"/>
                    <a:pt x="28575" y="424361"/>
                    <a:pt x="28575" y="419100"/>
                  </a:cubicBezTo>
                  <a:lnTo>
                    <a:pt x="28575" y="304800"/>
                  </a:lnTo>
                  <a:cubicBezTo>
                    <a:pt x="28575" y="299539"/>
                    <a:pt x="32840" y="295275"/>
                    <a:pt x="38100" y="295275"/>
                  </a:cubicBezTo>
                  <a:cubicBezTo>
                    <a:pt x="43360" y="295275"/>
                    <a:pt x="47625" y="299539"/>
                    <a:pt x="47625" y="304800"/>
                  </a:cubicBezTo>
                  <a:lnTo>
                    <a:pt x="47625" y="409575"/>
                  </a:lnTo>
                  <a:lnTo>
                    <a:pt x="142875" y="409575"/>
                  </a:lnTo>
                  <a:cubicBezTo>
                    <a:pt x="148136" y="409575"/>
                    <a:pt x="152400" y="413839"/>
                    <a:pt x="152400" y="419100"/>
                  </a:cubicBezTo>
                  <a:cubicBezTo>
                    <a:pt x="152400" y="424361"/>
                    <a:pt x="148136" y="428625"/>
                    <a:pt x="142875" y="428625"/>
                  </a:cubicBezTo>
                  <a:close/>
                  <a:moveTo>
                    <a:pt x="161925" y="123825"/>
                  </a:moveTo>
                  <a:cubicBezTo>
                    <a:pt x="161925" y="76480"/>
                    <a:pt x="200305" y="38100"/>
                    <a:pt x="247650" y="38100"/>
                  </a:cubicBezTo>
                  <a:cubicBezTo>
                    <a:pt x="294995" y="38100"/>
                    <a:pt x="333375" y="76480"/>
                    <a:pt x="333375" y="123825"/>
                  </a:cubicBezTo>
                  <a:cubicBezTo>
                    <a:pt x="333375" y="171170"/>
                    <a:pt x="294995" y="209550"/>
                    <a:pt x="247650" y="209550"/>
                  </a:cubicBezTo>
                  <a:cubicBezTo>
                    <a:pt x="200327" y="209498"/>
                    <a:pt x="161977" y="171148"/>
                    <a:pt x="161925" y="123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04AEE3D-4FC1-3A35-A9C6-1EC9B06D4D8F}"/>
                </a:ext>
              </a:extLst>
            </p:cNvPr>
            <p:cNvSpPr/>
            <p:nvPr/>
          </p:nvSpPr>
          <p:spPr>
            <a:xfrm>
              <a:off x="-1793902" y="3653589"/>
              <a:ext cx="181146" cy="185164"/>
            </a:xfrm>
            <a:custGeom>
              <a:avLst/>
              <a:gdLst>
                <a:gd name="connsiteX0" fmla="*/ 177192 w 181146"/>
                <a:gd name="connsiteY0" fmla="*/ 0 h 185164"/>
                <a:gd name="connsiteX1" fmla="*/ 137873 w 181146"/>
                <a:gd name="connsiteY1" fmla="*/ 27823 h 185164"/>
                <a:gd name="connsiteX2" fmla="*/ 86524 w 181146"/>
                <a:gd name="connsiteY2" fmla="*/ 37157 h 185164"/>
                <a:gd name="connsiteX3" fmla="*/ 38346 w 181146"/>
                <a:gd name="connsiteY3" fmla="*/ 48292 h 185164"/>
                <a:gd name="connsiteX4" fmla="*/ 2723 w 181146"/>
                <a:gd name="connsiteY4" fmla="*/ 92802 h 185164"/>
                <a:gd name="connsiteX5" fmla="*/ 7304 w 181146"/>
                <a:gd name="connsiteY5" fmla="*/ 144304 h 185164"/>
                <a:gd name="connsiteX6" fmla="*/ 127129 w 181146"/>
                <a:gd name="connsiteY6" fmla="*/ 67799 h 185164"/>
                <a:gd name="connsiteX7" fmla="*/ 140262 w 181146"/>
                <a:gd name="connsiteY7" fmla="*/ 64801 h 185164"/>
                <a:gd name="connsiteX8" fmla="*/ 143258 w 181146"/>
                <a:gd name="connsiteY8" fmla="*/ 77935 h 185164"/>
                <a:gd name="connsiteX9" fmla="*/ 142807 w 181146"/>
                <a:gd name="connsiteY9" fmla="*/ 78591 h 185164"/>
                <a:gd name="connsiteX10" fmla="*/ 18658 w 181146"/>
                <a:gd name="connsiteY10" fmla="*/ 161306 h 185164"/>
                <a:gd name="connsiteX11" fmla="*/ 112422 w 181146"/>
                <a:gd name="connsiteY11" fmla="*/ 174412 h 185164"/>
                <a:gd name="connsiteX12" fmla="*/ 177192 w 181146"/>
                <a:gd name="connsiteY12" fmla="*/ 0 h 18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146" h="185164">
                  <a:moveTo>
                    <a:pt x="177192" y="0"/>
                  </a:moveTo>
                  <a:cubicBezTo>
                    <a:pt x="166494" y="12279"/>
                    <a:pt x="153012" y="21819"/>
                    <a:pt x="137873" y="27823"/>
                  </a:cubicBezTo>
                  <a:cubicBezTo>
                    <a:pt x="121516" y="34207"/>
                    <a:pt x="104081" y="37376"/>
                    <a:pt x="86524" y="37157"/>
                  </a:cubicBezTo>
                  <a:cubicBezTo>
                    <a:pt x="69759" y="36506"/>
                    <a:pt x="53125" y="40351"/>
                    <a:pt x="38346" y="48292"/>
                  </a:cubicBezTo>
                  <a:cubicBezTo>
                    <a:pt x="20847" y="57587"/>
                    <a:pt x="7958" y="73691"/>
                    <a:pt x="2723" y="92802"/>
                  </a:cubicBezTo>
                  <a:cubicBezTo>
                    <a:pt x="-2105" y="109952"/>
                    <a:pt x="-474" y="128276"/>
                    <a:pt x="7304" y="144304"/>
                  </a:cubicBezTo>
                  <a:cubicBezTo>
                    <a:pt x="85647" y="127664"/>
                    <a:pt x="111565" y="90373"/>
                    <a:pt x="127129" y="67799"/>
                  </a:cubicBezTo>
                  <a:cubicBezTo>
                    <a:pt x="129927" y="63345"/>
                    <a:pt x="135807" y="62003"/>
                    <a:pt x="140262" y="64801"/>
                  </a:cubicBezTo>
                  <a:cubicBezTo>
                    <a:pt x="144716" y="67601"/>
                    <a:pt x="146058" y="73481"/>
                    <a:pt x="143258" y="77935"/>
                  </a:cubicBezTo>
                  <a:cubicBezTo>
                    <a:pt x="143117" y="78159"/>
                    <a:pt x="142967" y="78378"/>
                    <a:pt x="142807" y="78591"/>
                  </a:cubicBezTo>
                  <a:cubicBezTo>
                    <a:pt x="127205" y="101222"/>
                    <a:pt x="98839" y="142237"/>
                    <a:pt x="18658" y="161306"/>
                  </a:cubicBezTo>
                  <a:cubicBezTo>
                    <a:pt x="42915" y="187232"/>
                    <a:pt x="81986" y="192694"/>
                    <a:pt x="112422" y="174412"/>
                  </a:cubicBezTo>
                  <a:cubicBezTo>
                    <a:pt x="189032" y="129521"/>
                    <a:pt x="184926" y="43158"/>
                    <a:pt x="17719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0E89184-F630-22EE-3E7D-5A289223E521}"/>
                </a:ext>
              </a:extLst>
            </p:cNvPr>
            <p:cNvSpPr/>
            <p:nvPr/>
          </p:nvSpPr>
          <p:spPr>
            <a:xfrm>
              <a:off x="-2132831" y="3318643"/>
              <a:ext cx="43681" cy="43681"/>
            </a:xfrm>
            <a:custGeom>
              <a:avLst/>
              <a:gdLst>
                <a:gd name="connsiteX0" fmla="*/ 43682 w 43681"/>
                <a:gd name="connsiteY0" fmla="*/ 34157 h 43681"/>
                <a:gd name="connsiteX1" fmla="*/ 43682 w 43681"/>
                <a:gd name="connsiteY1" fmla="*/ 0 h 43681"/>
                <a:gd name="connsiteX2" fmla="*/ 0 w 43681"/>
                <a:gd name="connsiteY2" fmla="*/ 43682 h 43681"/>
                <a:gd name="connsiteX3" fmla="*/ 34157 w 43681"/>
                <a:gd name="connsiteY3" fmla="*/ 43682 h 43681"/>
                <a:gd name="connsiteX4" fmla="*/ 43682 w 43681"/>
                <a:gd name="connsiteY4" fmla="*/ 34157 h 4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81" h="43681">
                  <a:moveTo>
                    <a:pt x="43682" y="34157"/>
                  </a:moveTo>
                  <a:lnTo>
                    <a:pt x="43682" y="0"/>
                  </a:lnTo>
                  <a:lnTo>
                    <a:pt x="0" y="43682"/>
                  </a:lnTo>
                  <a:lnTo>
                    <a:pt x="34157" y="43682"/>
                  </a:lnTo>
                  <a:cubicBezTo>
                    <a:pt x="39417" y="43682"/>
                    <a:pt x="43682" y="39417"/>
                    <a:pt x="43682" y="341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C658382-57FC-9F77-34F2-C8FA74E8B829}"/>
                </a:ext>
              </a:extLst>
            </p:cNvPr>
            <p:cNvSpPr/>
            <p:nvPr/>
          </p:nvSpPr>
          <p:spPr>
            <a:xfrm>
              <a:off x="-1955904" y="3684355"/>
              <a:ext cx="148818" cy="154335"/>
            </a:xfrm>
            <a:custGeom>
              <a:avLst/>
              <a:gdLst>
                <a:gd name="connsiteX0" fmla="*/ 58207 w 148818"/>
                <a:gd name="connsiteY0" fmla="*/ 145323 h 154335"/>
                <a:gd name="connsiteX1" fmla="*/ 135169 w 148818"/>
                <a:gd name="connsiteY1" fmla="*/ 136065 h 154335"/>
                <a:gd name="connsiteX2" fmla="*/ 30346 w 148818"/>
                <a:gd name="connsiteY2" fmla="*/ 65161 h 154335"/>
                <a:gd name="connsiteX3" fmla="*/ 33240 w 148818"/>
                <a:gd name="connsiteY3" fmla="*/ 52005 h 154335"/>
                <a:gd name="connsiteX4" fmla="*/ 46024 w 148818"/>
                <a:gd name="connsiteY4" fmla="*/ 54359 h 154335"/>
                <a:gd name="connsiteX5" fmla="*/ 146761 w 148818"/>
                <a:gd name="connsiteY5" fmla="*/ 119129 h 154335"/>
                <a:gd name="connsiteX6" fmla="*/ 148818 w 148818"/>
                <a:gd name="connsiteY6" fmla="*/ 113910 h 154335"/>
                <a:gd name="connsiteX7" fmla="*/ 144799 w 148818"/>
                <a:gd name="connsiteY7" fmla="*/ 63903 h 154335"/>
                <a:gd name="connsiteX8" fmla="*/ 120424 w 148818"/>
                <a:gd name="connsiteY8" fmla="*/ 39672 h 154335"/>
                <a:gd name="connsiteX9" fmla="*/ 79695 w 148818"/>
                <a:gd name="connsiteY9" fmla="*/ 30223 h 154335"/>
                <a:gd name="connsiteX10" fmla="*/ 35213 w 148818"/>
                <a:gd name="connsiteY10" fmla="*/ 22098 h 154335"/>
                <a:gd name="connsiteX11" fmla="*/ 2828 w 148818"/>
                <a:gd name="connsiteY11" fmla="*/ 0 h 154335"/>
                <a:gd name="connsiteX12" fmla="*/ 58207 w 148818"/>
                <a:gd name="connsiteY12" fmla="*/ 145323 h 15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818" h="154335">
                  <a:moveTo>
                    <a:pt x="58207" y="145323"/>
                  </a:moveTo>
                  <a:cubicBezTo>
                    <a:pt x="82963" y="160183"/>
                    <a:pt x="114643" y="156372"/>
                    <a:pt x="135169" y="136065"/>
                  </a:cubicBezTo>
                  <a:cubicBezTo>
                    <a:pt x="67732" y="119358"/>
                    <a:pt x="43681" y="84496"/>
                    <a:pt x="30346" y="65161"/>
                  </a:cubicBezTo>
                  <a:cubicBezTo>
                    <a:pt x="27512" y="60729"/>
                    <a:pt x="28808" y="54838"/>
                    <a:pt x="33240" y="52005"/>
                  </a:cubicBezTo>
                  <a:cubicBezTo>
                    <a:pt x="37457" y="49308"/>
                    <a:pt x="43044" y="50337"/>
                    <a:pt x="46024" y="54359"/>
                  </a:cubicBezTo>
                  <a:cubicBezTo>
                    <a:pt x="59188" y="73409"/>
                    <a:pt x="81038" y="104842"/>
                    <a:pt x="146761" y="119129"/>
                  </a:cubicBezTo>
                  <a:cubicBezTo>
                    <a:pt x="147561" y="117396"/>
                    <a:pt x="148208" y="115653"/>
                    <a:pt x="148818" y="113910"/>
                  </a:cubicBezTo>
                  <a:cubicBezTo>
                    <a:pt x="142836" y="97943"/>
                    <a:pt x="141444" y="80621"/>
                    <a:pt x="144799" y="63903"/>
                  </a:cubicBezTo>
                  <a:cubicBezTo>
                    <a:pt x="139229" y="53608"/>
                    <a:pt x="130752" y="45181"/>
                    <a:pt x="120424" y="39672"/>
                  </a:cubicBezTo>
                  <a:cubicBezTo>
                    <a:pt x="107931" y="32952"/>
                    <a:pt x="93870" y="29689"/>
                    <a:pt x="79695" y="30223"/>
                  </a:cubicBezTo>
                  <a:cubicBezTo>
                    <a:pt x="64482" y="30420"/>
                    <a:pt x="49375" y="27661"/>
                    <a:pt x="35213" y="22098"/>
                  </a:cubicBezTo>
                  <a:cubicBezTo>
                    <a:pt x="22896" y="17257"/>
                    <a:pt x="11828" y="9704"/>
                    <a:pt x="2828" y="0"/>
                  </a:cubicBezTo>
                  <a:cubicBezTo>
                    <a:pt x="-3306" y="37452"/>
                    <a:pt x="-5030" y="108261"/>
                    <a:pt x="58207" y="1453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FA130E12-1394-8F0B-C6C6-213123B91EDD}"/>
              </a:ext>
            </a:extLst>
          </p:cNvPr>
          <p:cNvSpPr/>
          <p:nvPr/>
        </p:nvSpPr>
        <p:spPr>
          <a:xfrm>
            <a:off x="6905757" y="1308619"/>
            <a:ext cx="653745" cy="654523"/>
          </a:xfrm>
          <a:custGeom>
            <a:avLst/>
            <a:gdLst>
              <a:gd name="connsiteX0" fmla="*/ 1833097 w 4126036"/>
              <a:gd name="connsiteY0" fmla="*/ 4097512 h 4130945"/>
              <a:gd name="connsiteX1" fmla="*/ 1799569 w 4126036"/>
              <a:gd name="connsiteY1" fmla="*/ 4130945 h 4130945"/>
              <a:gd name="connsiteX2" fmla="*/ 1001945 w 4126036"/>
              <a:gd name="connsiteY2" fmla="*/ 4130945 h 4130945"/>
              <a:gd name="connsiteX3" fmla="*/ 968417 w 4126036"/>
              <a:gd name="connsiteY3" fmla="*/ 4097512 h 4130945"/>
              <a:gd name="connsiteX4" fmla="*/ 968417 w 4126036"/>
              <a:gd name="connsiteY4" fmla="*/ 3873675 h 4130945"/>
              <a:gd name="connsiteX5" fmla="*/ 1001945 w 4126036"/>
              <a:gd name="connsiteY5" fmla="*/ 3840433 h 4130945"/>
              <a:gd name="connsiteX6" fmla="*/ 1799569 w 4126036"/>
              <a:gd name="connsiteY6" fmla="*/ 3840433 h 4130945"/>
              <a:gd name="connsiteX7" fmla="*/ 1833097 w 4126036"/>
              <a:gd name="connsiteY7" fmla="*/ 3873675 h 4130945"/>
              <a:gd name="connsiteX8" fmla="*/ 1833097 w 4126036"/>
              <a:gd name="connsiteY8" fmla="*/ 4097512 h 4130945"/>
              <a:gd name="connsiteX9" fmla="*/ 2293155 w 4126036"/>
              <a:gd name="connsiteY9" fmla="*/ 4097512 h 4130945"/>
              <a:gd name="connsiteX10" fmla="*/ 2293155 w 4126036"/>
              <a:gd name="connsiteY10" fmla="*/ 3873675 h 4130945"/>
              <a:gd name="connsiteX11" fmla="*/ 2326397 w 4126036"/>
              <a:gd name="connsiteY11" fmla="*/ 3840433 h 4130945"/>
              <a:gd name="connsiteX12" fmla="*/ 3124211 w 4126036"/>
              <a:gd name="connsiteY12" fmla="*/ 3840433 h 4130945"/>
              <a:gd name="connsiteX13" fmla="*/ 3157453 w 4126036"/>
              <a:gd name="connsiteY13" fmla="*/ 3873675 h 4130945"/>
              <a:gd name="connsiteX14" fmla="*/ 3157453 w 4126036"/>
              <a:gd name="connsiteY14" fmla="*/ 4097512 h 4130945"/>
              <a:gd name="connsiteX15" fmla="*/ 3124211 w 4126036"/>
              <a:gd name="connsiteY15" fmla="*/ 4130945 h 4130945"/>
              <a:gd name="connsiteX16" fmla="*/ 2326397 w 4126036"/>
              <a:gd name="connsiteY16" fmla="*/ 4130945 h 4130945"/>
              <a:gd name="connsiteX17" fmla="*/ 2293155 w 4126036"/>
              <a:gd name="connsiteY17" fmla="*/ 4097512 h 4130945"/>
              <a:gd name="connsiteX18" fmla="*/ 2293155 w 4126036"/>
              <a:gd name="connsiteY18" fmla="*/ 4097512 h 4130945"/>
              <a:gd name="connsiteX19" fmla="*/ 3192791 w 4126036"/>
              <a:gd name="connsiteY19" fmla="*/ 2490740 h 4130945"/>
              <a:gd name="connsiteX20" fmla="*/ 2979526 w 4126036"/>
              <a:gd name="connsiteY20" fmla="*/ 2439400 h 4130945"/>
              <a:gd name="connsiteX21" fmla="*/ 2795122 w 4126036"/>
              <a:gd name="connsiteY21" fmla="*/ 2672953 h 4130945"/>
              <a:gd name="connsiteX22" fmla="*/ 2424981 w 4126036"/>
              <a:gd name="connsiteY22" fmla="*/ 3248358 h 4130945"/>
              <a:gd name="connsiteX23" fmla="*/ 2420123 w 4126036"/>
              <a:gd name="connsiteY23" fmla="*/ 3266456 h 4130945"/>
              <a:gd name="connsiteX24" fmla="*/ 2102845 w 4126036"/>
              <a:gd name="connsiteY24" fmla="*/ 3424381 h 4130945"/>
              <a:gd name="connsiteX25" fmla="*/ 2023216 w 4126036"/>
              <a:gd name="connsiteY25" fmla="*/ 3424381 h 4130945"/>
              <a:gd name="connsiteX26" fmla="*/ 1706224 w 4126036"/>
              <a:gd name="connsiteY26" fmla="*/ 3266456 h 4130945"/>
              <a:gd name="connsiteX27" fmla="*/ 1701366 w 4126036"/>
              <a:gd name="connsiteY27" fmla="*/ 3248358 h 4130945"/>
              <a:gd name="connsiteX28" fmla="*/ 1330939 w 4126036"/>
              <a:gd name="connsiteY28" fmla="*/ 2672953 h 4130945"/>
              <a:gd name="connsiteX29" fmla="*/ 1146535 w 4126036"/>
              <a:gd name="connsiteY29" fmla="*/ 2439400 h 4130945"/>
              <a:gd name="connsiteX30" fmla="*/ 933270 w 4126036"/>
              <a:gd name="connsiteY30" fmla="*/ 2490740 h 4130945"/>
              <a:gd name="connsiteX31" fmla="*/ 577988 w 4126036"/>
              <a:gd name="connsiteY31" fmla="*/ 738140 h 4130945"/>
              <a:gd name="connsiteX32" fmla="*/ 962988 w 4126036"/>
              <a:gd name="connsiteY32" fmla="*/ 454390 h 4130945"/>
              <a:gd name="connsiteX33" fmla="*/ 990516 w 4126036"/>
              <a:gd name="connsiteY33" fmla="*/ 442770 h 4130945"/>
              <a:gd name="connsiteX34" fmla="*/ 3135927 w 4126036"/>
              <a:gd name="connsiteY34" fmla="*/ 442770 h 4130945"/>
              <a:gd name="connsiteX35" fmla="*/ 3135927 w 4126036"/>
              <a:gd name="connsiteY35" fmla="*/ 442770 h 4130945"/>
              <a:gd name="connsiteX36" fmla="*/ 3162120 w 4126036"/>
              <a:gd name="connsiteY36" fmla="*/ 454390 h 4130945"/>
              <a:gd name="connsiteX37" fmla="*/ 3548264 w 4126036"/>
              <a:gd name="connsiteY37" fmla="*/ 738140 h 4130945"/>
              <a:gd name="connsiteX38" fmla="*/ 3192791 w 4126036"/>
              <a:gd name="connsiteY38" fmla="*/ 2490740 h 4130945"/>
              <a:gd name="connsiteX39" fmla="*/ 3192791 w 4126036"/>
              <a:gd name="connsiteY39" fmla="*/ 2490740 h 4130945"/>
              <a:gd name="connsiteX40" fmla="*/ 2453841 w 4126036"/>
              <a:gd name="connsiteY40" fmla="*/ 3764137 h 4130945"/>
              <a:gd name="connsiteX41" fmla="*/ 2498132 w 4126036"/>
              <a:gd name="connsiteY41" fmla="*/ 3268171 h 4130945"/>
              <a:gd name="connsiteX42" fmla="*/ 2855891 w 4126036"/>
              <a:gd name="connsiteY42" fmla="*/ 2718673 h 4130945"/>
              <a:gd name="connsiteX43" fmla="*/ 3037343 w 4126036"/>
              <a:gd name="connsiteY43" fmla="*/ 2488930 h 4130945"/>
              <a:gd name="connsiteX44" fmla="*/ 3153167 w 4126036"/>
              <a:gd name="connsiteY44" fmla="*/ 2570179 h 4130945"/>
              <a:gd name="connsiteX45" fmla="*/ 3106685 w 4126036"/>
              <a:gd name="connsiteY45" fmla="*/ 2794016 h 4130945"/>
              <a:gd name="connsiteX46" fmla="*/ 2967620 w 4126036"/>
              <a:gd name="connsiteY46" fmla="*/ 2990326 h 4130945"/>
              <a:gd name="connsiteX47" fmla="*/ 2990289 w 4126036"/>
              <a:gd name="connsiteY47" fmla="*/ 3049476 h 4130945"/>
              <a:gd name="connsiteX48" fmla="*/ 3812392 w 4126036"/>
              <a:gd name="connsiteY48" fmla="*/ 2150412 h 4130945"/>
              <a:gd name="connsiteX49" fmla="*/ 3909071 w 4126036"/>
              <a:gd name="connsiteY49" fmla="*/ 1968198 h 4130945"/>
              <a:gd name="connsiteX50" fmla="*/ 4100523 w 4126036"/>
              <a:gd name="connsiteY50" fmla="*/ 2065639 h 4130945"/>
              <a:gd name="connsiteX51" fmla="*/ 3581030 w 4126036"/>
              <a:gd name="connsiteY51" fmla="*/ 3261217 h 4130945"/>
              <a:gd name="connsiteX52" fmla="*/ 3282993 w 4126036"/>
              <a:gd name="connsiteY52" fmla="*/ 3503724 h 4130945"/>
              <a:gd name="connsiteX53" fmla="*/ 3031342 w 4126036"/>
              <a:gd name="connsiteY53" fmla="*/ 3764233 h 4130945"/>
              <a:gd name="connsiteX54" fmla="*/ 2453841 w 4126036"/>
              <a:gd name="connsiteY54" fmla="*/ 3764233 h 4130945"/>
              <a:gd name="connsiteX55" fmla="*/ 1672125 w 4126036"/>
              <a:gd name="connsiteY55" fmla="*/ 3764137 h 4130945"/>
              <a:gd name="connsiteX56" fmla="*/ 1094624 w 4126036"/>
              <a:gd name="connsiteY56" fmla="*/ 3764137 h 4130945"/>
              <a:gd name="connsiteX57" fmla="*/ 843259 w 4126036"/>
              <a:gd name="connsiteY57" fmla="*/ 3503629 h 4130945"/>
              <a:gd name="connsiteX58" fmla="*/ 544936 w 4126036"/>
              <a:gd name="connsiteY58" fmla="*/ 3261122 h 4130945"/>
              <a:gd name="connsiteX59" fmla="*/ 25442 w 4126036"/>
              <a:gd name="connsiteY59" fmla="*/ 2065544 h 4130945"/>
              <a:gd name="connsiteX60" fmla="*/ 216895 w 4126036"/>
              <a:gd name="connsiteY60" fmla="*/ 1968103 h 4130945"/>
              <a:gd name="connsiteX61" fmla="*/ 313859 w 4126036"/>
              <a:gd name="connsiteY61" fmla="*/ 2150316 h 4130945"/>
              <a:gd name="connsiteX62" fmla="*/ 1135772 w 4126036"/>
              <a:gd name="connsiteY62" fmla="*/ 3049381 h 4130945"/>
              <a:gd name="connsiteX63" fmla="*/ 1158727 w 4126036"/>
              <a:gd name="connsiteY63" fmla="*/ 2990231 h 4130945"/>
              <a:gd name="connsiteX64" fmla="*/ 1019376 w 4126036"/>
              <a:gd name="connsiteY64" fmla="*/ 2793921 h 4130945"/>
              <a:gd name="connsiteX65" fmla="*/ 973180 w 4126036"/>
              <a:gd name="connsiteY65" fmla="*/ 2570083 h 4130945"/>
              <a:gd name="connsiteX66" fmla="*/ 1088718 w 4126036"/>
              <a:gd name="connsiteY66" fmla="*/ 2488835 h 4130945"/>
              <a:gd name="connsiteX67" fmla="*/ 1270170 w 4126036"/>
              <a:gd name="connsiteY67" fmla="*/ 2718578 h 4130945"/>
              <a:gd name="connsiteX68" fmla="*/ 1628214 w 4126036"/>
              <a:gd name="connsiteY68" fmla="*/ 3268075 h 4130945"/>
              <a:gd name="connsiteX69" fmla="*/ 1672125 w 4126036"/>
              <a:gd name="connsiteY69" fmla="*/ 3764137 h 4130945"/>
              <a:gd name="connsiteX70" fmla="*/ 1672125 w 4126036"/>
              <a:gd name="connsiteY70" fmla="*/ 3764137 h 4130945"/>
              <a:gd name="connsiteX71" fmla="*/ 1944063 w 4126036"/>
              <a:gd name="connsiteY71" fmla="*/ 1627013 h 4130945"/>
              <a:gd name="connsiteX72" fmla="*/ 1696699 w 4126036"/>
              <a:gd name="connsiteY72" fmla="*/ 1378887 h 4130945"/>
              <a:gd name="connsiteX73" fmla="*/ 1447525 w 4126036"/>
              <a:gd name="connsiteY73" fmla="*/ 1627584 h 4130945"/>
              <a:gd name="connsiteX74" fmla="*/ 1819000 w 4126036"/>
              <a:gd name="connsiteY74" fmla="*/ 2000202 h 4130945"/>
              <a:gd name="connsiteX75" fmla="*/ 2067984 w 4126036"/>
              <a:gd name="connsiteY75" fmla="*/ 2000774 h 4130945"/>
              <a:gd name="connsiteX76" fmla="*/ 2678441 w 4126036"/>
              <a:gd name="connsiteY76" fmla="*/ 1391936 h 4130945"/>
              <a:gd name="connsiteX77" fmla="*/ 2430029 w 4126036"/>
              <a:gd name="connsiteY77" fmla="*/ 1142476 h 4130945"/>
              <a:gd name="connsiteX78" fmla="*/ 1944063 w 4126036"/>
              <a:gd name="connsiteY78" fmla="*/ 1627013 h 4130945"/>
              <a:gd name="connsiteX79" fmla="*/ 2483464 w 4126036"/>
              <a:gd name="connsiteY79" fmla="*/ 1196388 h 4130945"/>
              <a:gd name="connsiteX80" fmla="*/ 2624910 w 4126036"/>
              <a:gd name="connsiteY80" fmla="*/ 1337834 h 4130945"/>
              <a:gd name="connsiteX81" fmla="*/ 2014167 w 4126036"/>
              <a:gd name="connsiteY81" fmla="*/ 1946672 h 4130945"/>
              <a:gd name="connsiteX82" fmla="*/ 1872721 w 4126036"/>
              <a:gd name="connsiteY82" fmla="*/ 1946672 h 4130945"/>
              <a:gd name="connsiteX83" fmla="*/ 1501246 w 4126036"/>
              <a:gd name="connsiteY83" fmla="*/ 1574054 h 4130945"/>
              <a:gd name="connsiteX84" fmla="*/ 1642978 w 4126036"/>
              <a:gd name="connsiteY84" fmla="*/ 1432608 h 4130945"/>
              <a:gd name="connsiteX85" fmla="*/ 1917012 w 4126036"/>
              <a:gd name="connsiteY85" fmla="*/ 1707499 h 4130945"/>
              <a:gd name="connsiteX86" fmla="*/ 1970733 w 4126036"/>
              <a:gd name="connsiteY86" fmla="*/ 1707499 h 4130945"/>
              <a:gd name="connsiteX87" fmla="*/ 2483464 w 4126036"/>
              <a:gd name="connsiteY87" fmla="*/ 1196388 h 4130945"/>
              <a:gd name="connsiteX88" fmla="*/ 2063126 w 4126036"/>
              <a:gd name="connsiteY88" fmla="*/ 3030236 h 4130945"/>
              <a:gd name="connsiteX89" fmla="*/ 1494197 w 4126036"/>
              <a:gd name="connsiteY89" fmla="*/ 2619613 h 4130945"/>
              <a:gd name="connsiteX90" fmla="*/ 947177 w 4126036"/>
              <a:gd name="connsiteY90" fmla="*/ 873014 h 4130945"/>
              <a:gd name="connsiteX91" fmla="*/ 986896 w 4126036"/>
              <a:gd name="connsiteY91" fmla="*/ 827675 h 4130945"/>
              <a:gd name="connsiteX92" fmla="*/ 1126533 w 4126036"/>
              <a:gd name="connsiteY92" fmla="*/ 826056 h 4130945"/>
              <a:gd name="connsiteX93" fmla="*/ 1155108 w 4126036"/>
              <a:gd name="connsiteY93" fmla="*/ 814435 h 4130945"/>
              <a:gd name="connsiteX94" fmla="*/ 1261502 w 4126036"/>
              <a:gd name="connsiteY94" fmla="*/ 704231 h 4130945"/>
              <a:gd name="connsiteX95" fmla="*/ 2864750 w 4126036"/>
              <a:gd name="connsiteY95" fmla="*/ 704231 h 4130945"/>
              <a:gd name="connsiteX96" fmla="*/ 2970858 w 4126036"/>
              <a:gd name="connsiteY96" fmla="*/ 814435 h 4130945"/>
              <a:gd name="connsiteX97" fmla="*/ 2998100 w 4126036"/>
              <a:gd name="connsiteY97" fmla="*/ 826056 h 4130945"/>
              <a:gd name="connsiteX98" fmla="*/ 3139070 w 4126036"/>
              <a:gd name="connsiteY98" fmla="*/ 827675 h 4130945"/>
              <a:gd name="connsiteX99" fmla="*/ 3178789 w 4126036"/>
              <a:gd name="connsiteY99" fmla="*/ 873014 h 4130945"/>
              <a:gd name="connsiteX100" fmla="*/ 3147738 w 4126036"/>
              <a:gd name="connsiteY100" fmla="*/ 1467564 h 4130945"/>
              <a:gd name="connsiteX101" fmla="*/ 2063126 w 4126036"/>
              <a:gd name="connsiteY101" fmla="*/ 3030236 h 4130945"/>
              <a:gd name="connsiteX102" fmla="*/ 2063126 w 4126036"/>
              <a:gd name="connsiteY102" fmla="*/ 3030236 h 4130945"/>
              <a:gd name="connsiteX103" fmla="*/ 2079032 w 4126036"/>
              <a:gd name="connsiteY103" fmla="*/ 3106912 h 4130945"/>
              <a:gd name="connsiteX104" fmla="*/ 2687299 w 4126036"/>
              <a:gd name="connsiteY104" fmla="*/ 2671429 h 4130945"/>
              <a:gd name="connsiteX105" fmla="*/ 3223080 w 4126036"/>
              <a:gd name="connsiteY105" fmla="*/ 1478232 h 4130945"/>
              <a:gd name="connsiteX106" fmla="*/ 3254703 w 4126036"/>
              <a:gd name="connsiteY106" fmla="*/ 869966 h 4130945"/>
              <a:gd name="connsiteX107" fmla="*/ 3145071 w 4126036"/>
              <a:gd name="connsiteY107" fmla="*/ 751665 h 4130945"/>
              <a:gd name="connsiteX108" fmla="*/ 3014673 w 4126036"/>
              <a:gd name="connsiteY108" fmla="*/ 750332 h 4130945"/>
              <a:gd name="connsiteX109" fmla="*/ 2919614 w 4126036"/>
              <a:gd name="connsiteY109" fmla="*/ 651558 h 4130945"/>
              <a:gd name="connsiteX110" fmla="*/ 1206733 w 4126036"/>
              <a:gd name="connsiteY110" fmla="*/ 651558 h 4130945"/>
              <a:gd name="connsiteX111" fmla="*/ 1111388 w 4126036"/>
              <a:gd name="connsiteY111" fmla="*/ 750332 h 4130945"/>
              <a:gd name="connsiteX112" fmla="*/ 980991 w 4126036"/>
              <a:gd name="connsiteY112" fmla="*/ 751665 h 4130945"/>
              <a:gd name="connsiteX113" fmla="*/ 871358 w 4126036"/>
              <a:gd name="connsiteY113" fmla="*/ 869966 h 4130945"/>
              <a:gd name="connsiteX114" fmla="*/ 902981 w 4126036"/>
              <a:gd name="connsiteY114" fmla="*/ 1478232 h 4130945"/>
              <a:gd name="connsiteX115" fmla="*/ 2047219 w 4126036"/>
              <a:gd name="connsiteY115" fmla="*/ 3106912 h 4130945"/>
              <a:gd name="connsiteX116" fmla="*/ 2079032 w 4126036"/>
              <a:gd name="connsiteY116" fmla="*/ 3106912 h 4130945"/>
              <a:gd name="connsiteX117" fmla="*/ 2079032 w 4126036"/>
              <a:gd name="connsiteY117" fmla="*/ 3106912 h 4130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4126036" h="4130945">
                <a:moveTo>
                  <a:pt x="1833097" y="4097512"/>
                </a:moveTo>
                <a:cubicBezTo>
                  <a:pt x="1833097" y="4115896"/>
                  <a:pt x="1817952" y="4130945"/>
                  <a:pt x="1799569" y="4130945"/>
                </a:cubicBezTo>
                <a:lnTo>
                  <a:pt x="1001945" y="4130945"/>
                </a:lnTo>
                <a:cubicBezTo>
                  <a:pt x="983562" y="4130945"/>
                  <a:pt x="968417" y="4115800"/>
                  <a:pt x="968417" y="4097512"/>
                </a:cubicBezTo>
                <a:lnTo>
                  <a:pt x="968417" y="3873675"/>
                </a:lnTo>
                <a:cubicBezTo>
                  <a:pt x="968417" y="3855291"/>
                  <a:pt x="983562" y="3840433"/>
                  <a:pt x="1001945" y="3840433"/>
                </a:cubicBezTo>
                <a:lnTo>
                  <a:pt x="1799569" y="3840433"/>
                </a:lnTo>
                <a:cubicBezTo>
                  <a:pt x="1817952" y="3840433"/>
                  <a:pt x="1833097" y="3855291"/>
                  <a:pt x="1833097" y="3873675"/>
                </a:cubicBezTo>
                <a:lnTo>
                  <a:pt x="1833097" y="4097512"/>
                </a:lnTo>
                <a:close/>
                <a:moveTo>
                  <a:pt x="2293155" y="4097512"/>
                </a:moveTo>
                <a:lnTo>
                  <a:pt x="2293155" y="3873675"/>
                </a:lnTo>
                <a:cubicBezTo>
                  <a:pt x="2293155" y="3855291"/>
                  <a:pt x="2308299" y="3840433"/>
                  <a:pt x="2326397" y="3840433"/>
                </a:cubicBezTo>
                <a:lnTo>
                  <a:pt x="3124211" y="3840433"/>
                </a:lnTo>
                <a:cubicBezTo>
                  <a:pt x="3142308" y="3840433"/>
                  <a:pt x="3157453" y="3855291"/>
                  <a:pt x="3157453" y="3873675"/>
                </a:cubicBezTo>
                <a:lnTo>
                  <a:pt x="3157453" y="4097512"/>
                </a:lnTo>
                <a:cubicBezTo>
                  <a:pt x="3157453" y="4115896"/>
                  <a:pt x="3142308" y="4130945"/>
                  <a:pt x="3124211" y="4130945"/>
                </a:cubicBezTo>
                <a:lnTo>
                  <a:pt x="2326397" y="4130945"/>
                </a:lnTo>
                <a:cubicBezTo>
                  <a:pt x="2308299" y="4131040"/>
                  <a:pt x="2293155" y="4115896"/>
                  <a:pt x="2293155" y="4097512"/>
                </a:cubicBezTo>
                <a:lnTo>
                  <a:pt x="2293155" y="4097512"/>
                </a:lnTo>
                <a:close/>
                <a:moveTo>
                  <a:pt x="3192791" y="2490740"/>
                </a:moveTo>
                <a:cubicBezTo>
                  <a:pt x="3130116" y="2411873"/>
                  <a:pt x="3024865" y="2385965"/>
                  <a:pt x="2979526" y="2439400"/>
                </a:cubicBezTo>
                <a:cubicBezTo>
                  <a:pt x="2929806" y="2493693"/>
                  <a:pt x="2862654" y="2583323"/>
                  <a:pt x="2795122" y="2672953"/>
                </a:cubicBezTo>
                <a:cubicBezTo>
                  <a:pt x="2657390" y="2856595"/>
                  <a:pt x="2487369" y="3020997"/>
                  <a:pt x="2424981" y="3248358"/>
                </a:cubicBezTo>
                <a:cubicBezTo>
                  <a:pt x="2423076" y="3254264"/>
                  <a:pt x="2421742" y="3260265"/>
                  <a:pt x="2420123" y="3266456"/>
                </a:cubicBezTo>
                <a:cubicBezTo>
                  <a:pt x="2322682" y="3324273"/>
                  <a:pt x="2217050" y="3377136"/>
                  <a:pt x="2102845" y="3424381"/>
                </a:cubicBezTo>
                <a:cubicBezTo>
                  <a:pt x="2076651" y="3435144"/>
                  <a:pt x="2049410" y="3435144"/>
                  <a:pt x="2023216" y="3424381"/>
                </a:cubicBezTo>
                <a:cubicBezTo>
                  <a:pt x="1909011" y="3377136"/>
                  <a:pt x="1803665" y="3324177"/>
                  <a:pt x="1706224" y="3266456"/>
                </a:cubicBezTo>
                <a:cubicBezTo>
                  <a:pt x="1704605" y="3260265"/>
                  <a:pt x="1702986" y="3254264"/>
                  <a:pt x="1701366" y="3248358"/>
                </a:cubicBezTo>
                <a:cubicBezTo>
                  <a:pt x="1638692" y="3020997"/>
                  <a:pt x="1468861" y="2856595"/>
                  <a:pt x="1330939" y="2672953"/>
                </a:cubicBezTo>
                <a:cubicBezTo>
                  <a:pt x="1263692" y="2583323"/>
                  <a:pt x="1196160" y="2493693"/>
                  <a:pt x="1146535" y="2439400"/>
                </a:cubicBezTo>
                <a:cubicBezTo>
                  <a:pt x="1101196" y="2385965"/>
                  <a:pt x="996135" y="2411873"/>
                  <a:pt x="933270" y="2490740"/>
                </a:cubicBezTo>
                <a:cubicBezTo>
                  <a:pt x="584655" y="1893523"/>
                  <a:pt x="544745" y="1197150"/>
                  <a:pt x="577988" y="738140"/>
                </a:cubicBezTo>
                <a:cubicBezTo>
                  <a:pt x="591799" y="551069"/>
                  <a:pt x="774584" y="457629"/>
                  <a:pt x="962988" y="454390"/>
                </a:cubicBezTo>
                <a:cubicBezTo>
                  <a:pt x="972989" y="454390"/>
                  <a:pt x="982991" y="450580"/>
                  <a:pt x="990516" y="442770"/>
                </a:cubicBezTo>
                <a:cubicBezTo>
                  <a:pt x="1558587" y="-147495"/>
                  <a:pt x="2566808" y="-147685"/>
                  <a:pt x="3135927" y="442770"/>
                </a:cubicBezTo>
                <a:lnTo>
                  <a:pt x="3135927" y="442770"/>
                </a:lnTo>
                <a:cubicBezTo>
                  <a:pt x="3142404" y="449818"/>
                  <a:pt x="3151833" y="454104"/>
                  <a:pt x="3162120" y="454390"/>
                </a:cubicBezTo>
                <a:cubicBezTo>
                  <a:pt x="3354621" y="460581"/>
                  <a:pt x="3534453" y="549450"/>
                  <a:pt x="3548264" y="738140"/>
                </a:cubicBezTo>
                <a:cubicBezTo>
                  <a:pt x="3581601" y="1197245"/>
                  <a:pt x="3541406" y="1893523"/>
                  <a:pt x="3192791" y="2490740"/>
                </a:cubicBezTo>
                <a:lnTo>
                  <a:pt x="3192791" y="2490740"/>
                </a:lnTo>
                <a:close/>
                <a:moveTo>
                  <a:pt x="2453841" y="3764137"/>
                </a:moveTo>
                <a:cubicBezTo>
                  <a:pt x="2449269" y="3539538"/>
                  <a:pt x="2466033" y="3384757"/>
                  <a:pt x="2498132" y="3268171"/>
                </a:cubicBezTo>
                <a:cubicBezTo>
                  <a:pt x="2556711" y="3054906"/>
                  <a:pt x="2724161" y="2893933"/>
                  <a:pt x="2855891" y="2718673"/>
                </a:cubicBezTo>
                <a:cubicBezTo>
                  <a:pt x="2924186" y="2627709"/>
                  <a:pt x="2988194" y="2542080"/>
                  <a:pt x="3037343" y="2488930"/>
                </a:cubicBezTo>
                <a:cubicBezTo>
                  <a:pt x="3047630" y="2477881"/>
                  <a:pt x="3121830" y="2501599"/>
                  <a:pt x="3153167" y="2570179"/>
                </a:cubicBezTo>
                <a:cubicBezTo>
                  <a:pt x="3176884" y="2622852"/>
                  <a:pt x="3174503" y="2698671"/>
                  <a:pt x="3106685" y="2794016"/>
                </a:cubicBezTo>
                <a:lnTo>
                  <a:pt x="2967620" y="2990326"/>
                </a:lnTo>
                <a:cubicBezTo>
                  <a:pt x="2951999" y="3012234"/>
                  <a:pt x="2963334" y="3043476"/>
                  <a:pt x="2990289" y="3049476"/>
                </a:cubicBezTo>
                <a:cubicBezTo>
                  <a:pt x="3314044" y="3121295"/>
                  <a:pt x="3625893" y="2513505"/>
                  <a:pt x="3812392" y="2150412"/>
                </a:cubicBezTo>
                <a:lnTo>
                  <a:pt x="3909071" y="1968198"/>
                </a:lnTo>
                <a:cubicBezTo>
                  <a:pt x="3998987" y="1807798"/>
                  <a:pt x="4196059" y="1853136"/>
                  <a:pt x="4100523" y="2065639"/>
                </a:cubicBezTo>
                <a:cubicBezTo>
                  <a:pt x="3985271" y="2322433"/>
                  <a:pt x="3731715" y="3098625"/>
                  <a:pt x="3581030" y="3261217"/>
                </a:cubicBezTo>
                <a:cubicBezTo>
                  <a:pt x="3468159" y="3383518"/>
                  <a:pt x="3367479" y="3448860"/>
                  <a:pt x="3282993" y="3503724"/>
                </a:cubicBezTo>
                <a:cubicBezTo>
                  <a:pt x="3170979" y="3576590"/>
                  <a:pt x="3085349" y="3632216"/>
                  <a:pt x="3031342" y="3764233"/>
                </a:cubicBezTo>
                <a:lnTo>
                  <a:pt x="2453841" y="3764233"/>
                </a:lnTo>
                <a:close/>
                <a:moveTo>
                  <a:pt x="1672125" y="3764137"/>
                </a:moveTo>
                <a:lnTo>
                  <a:pt x="1094624" y="3764137"/>
                </a:lnTo>
                <a:cubicBezTo>
                  <a:pt x="1040903" y="3632121"/>
                  <a:pt x="955082" y="3576495"/>
                  <a:pt x="843259" y="3503629"/>
                </a:cubicBezTo>
                <a:cubicBezTo>
                  <a:pt x="758772" y="3448860"/>
                  <a:pt x="657807" y="3383518"/>
                  <a:pt x="544936" y="3261122"/>
                </a:cubicBezTo>
                <a:cubicBezTo>
                  <a:pt x="394250" y="3098625"/>
                  <a:pt x="140981" y="2322338"/>
                  <a:pt x="25442" y="2065544"/>
                </a:cubicBezTo>
                <a:cubicBezTo>
                  <a:pt x="-69903" y="1853041"/>
                  <a:pt x="126979" y="1807702"/>
                  <a:pt x="216895" y="1968103"/>
                </a:cubicBezTo>
                <a:lnTo>
                  <a:pt x="313859" y="2150316"/>
                </a:lnTo>
                <a:cubicBezTo>
                  <a:pt x="500168" y="2513505"/>
                  <a:pt x="812303" y="3121200"/>
                  <a:pt x="1135772" y="3049381"/>
                </a:cubicBezTo>
                <a:cubicBezTo>
                  <a:pt x="1162728" y="3043476"/>
                  <a:pt x="1174158" y="3012139"/>
                  <a:pt x="1158727" y="2990231"/>
                </a:cubicBezTo>
                <a:lnTo>
                  <a:pt x="1019376" y="2793921"/>
                </a:lnTo>
                <a:cubicBezTo>
                  <a:pt x="951844" y="2698575"/>
                  <a:pt x="949177" y="2622757"/>
                  <a:pt x="973180" y="2570083"/>
                </a:cubicBezTo>
                <a:cubicBezTo>
                  <a:pt x="1004232" y="2501503"/>
                  <a:pt x="1078526" y="2477786"/>
                  <a:pt x="1088718" y="2488835"/>
                </a:cubicBezTo>
                <a:cubicBezTo>
                  <a:pt x="1137867" y="2541984"/>
                  <a:pt x="1201875" y="2627614"/>
                  <a:pt x="1270170" y="2718578"/>
                </a:cubicBezTo>
                <a:cubicBezTo>
                  <a:pt x="1401900" y="2893838"/>
                  <a:pt x="1569350" y="3054715"/>
                  <a:pt x="1628214" y="3268075"/>
                </a:cubicBezTo>
                <a:cubicBezTo>
                  <a:pt x="1660028" y="3384757"/>
                  <a:pt x="1676982" y="3539442"/>
                  <a:pt x="1672125" y="3764137"/>
                </a:cubicBezTo>
                <a:lnTo>
                  <a:pt x="1672125" y="3764137"/>
                </a:lnTo>
                <a:close/>
                <a:moveTo>
                  <a:pt x="1944063" y="1627013"/>
                </a:moveTo>
                <a:lnTo>
                  <a:pt x="1696699" y="1378887"/>
                </a:lnTo>
                <a:cubicBezTo>
                  <a:pt x="1534679" y="1216581"/>
                  <a:pt x="1281980" y="1461754"/>
                  <a:pt x="1447525" y="1627584"/>
                </a:cubicBezTo>
                <a:lnTo>
                  <a:pt x="1819000" y="2000202"/>
                </a:lnTo>
                <a:cubicBezTo>
                  <a:pt x="1887580" y="2069068"/>
                  <a:pt x="1999118" y="2069354"/>
                  <a:pt x="2067984" y="2000774"/>
                </a:cubicBezTo>
                <a:lnTo>
                  <a:pt x="2678441" y="1391936"/>
                </a:lnTo>
                <a:cubicBezTo>
                  <a:pt x="2840937" y="1229916"/>
                  <a:pt x="2595859" y="976932"/>
                  <a:pt x="2430029" y="1142476"/>
                </a:cubicBezTo>
                <a:lnTo>
                  <a:pt x="1944063" y="1627013"/>
                </a:lnTo>
                <a:close/>
                <a:moveTo>
                  <a:pt x="2483464" y="1196388"/>
                </a:moveTo>
                <a:cubicBezTo>
                  <a:pt x="2577952" y="1101900"/>
                  <a:pt x="2716731" y="1246584"/>
                  <a:pt x="2624910" y="1337834"/>
                </a:cubicBezTo>
                <a:lnTo>
                  <a:pt x="2014167" y="1946672"/>
                </a:lnTo>
                <a:cubicBezTo>
                  <a:pt x="1975020" y="1985820"/>
                  <a:pt x="1911869" y="1985820"/>
                  <a:pt x="1872721" y="1946672"/>
                </a:cubicBezTo>
                <a:lnTo>
                  <a:pt x="1501246" y="1574054"/>
                </a:lnTo>
                <a:cubicBezTo>
                  <a:pt x="1407044" y="1479280"/>
                  <a:pt x="1551443" y="1340787"/>
                  <a:pt x="1642978" y="1432608"/>
                </a:cubicBezTo>
                <a:lnTo>
                  <a:pt x="1917012" y="1707499"/>
                </a:lnTo>
                <a:cubicBezTo>
                  <a:pt x="1931871" y="1722358"/>
                  <a:pt x="1955874" y="1722358"/>
                  <a:pt x="1970733" y="1707499"/>
                </a:cubicBezTo>
                <a:lnTo>
                  <a:pt x="2483464" y="1196388"/>
                </a:lnTo>
                <a:close/>
                <a:moveTo>
                  <a:pt x="2063126" y="3030236"/>
                </a:moveTo>
                <a:cubicBezTo>
                  <a:pt x="1840908" y="2924699"/>
                  <a:pt x="1651074" y="2788015"/>
                  <a:pt x="1494197" y="2619613"/>
                </a:cubicBezTo>
                <a:cubicBezTo>
                  <a:pt x="1065191" y="2158984"/>
                  <a:pt x="922602" y="1491567"/>
                  <a:pt x="947177" y="873014"/>
                </a:cubicBezTo>
                <a:cubicBezTo>
                  <a:pt x="946891" y="873014"/>
                  <a:pt x="946415" y="830056"/>
                  <a:pt x="986896" y="827675"/>
                </a:cubicBezTo>
                <a:lnTo>
                  <a:pt x="1126533" y="826056"/>
                </a:lnTo>
                <a:cubicBezTo>
                  <a:pt x="1136820" y="826341"/>
                  <a:pt x="1147297" y="822531"/>
                  <a:pt x="1155108" y="814435"/>
                </a:cubicBezTo>
                <a:lnTo>
                  <a:pt x="1261502" y="704231"/>
                </a:lnTo>
                <a:cubicBezTo>
                  <a:pt x="1682126" y="267414"/>
                  <a:pt x="2443840" y="267414"/>
                  <a:pt x="2864750" y="704231"/>
                </a:cubicBezTo>
                <a:lnTo>
                  <a:pt x="2970858" y="814435"/>
                </a:lnTo>
                <a:cubicBezTo>
                  <a:pt x="2980860" y="826056"/>
                  <a:pt x="2995433" y="826056"/>
                  <a:pt x="2998100" y="826056"/>
                </a:cubicBezTo>
                <a:lnTo>
                  <a:pt x="3139070" y="827675"/>
                </a:lnTo>
                <a:cubicBezTo>
                  <a:pt x="3164216" y="829008"/>
                  <a:pt x="3177646" y="846344"/>
                  <a:pt x="3178789" y="873014"/>
                </a:cubicBezTo>
                <a:cubicBezTo>
                  <a:pt x="3186599" y="1068467"/>
                  <a:pt x="3177170" y="1269921"/>
                  <a:pt x="3147738" y="1467564"/>
                </a:cubicBezTo>
                <a:cubicBezTo>
                  <a:pt x="3043724" y="2165175"/>
                  <a:pt x="2709778" y="2722959"/>
                  <a:pt x="2063126" y="3030236"/>
                </a:cubicBezTo>
                <a:lnTo>
                  <a:pt x="2063126" y="3030236"/>
                </a:lnTo>
                <a:close/>
                <a:moveTo>
                  <a:pt x="2079032" y="3106912"/>
                </a:moveTo>
                <a:cubicBezTo>
                  <a:pt x="2317157" y="2996232"/>
                  <a:pt x="2519945" y="2851261"/>
                  <a:pt x="2687299" y="2671429"/>
                </a:cubicBezTo>
                <a:cubicBezTo>
                  <a:pt x="2991337" y="2345198"/>
                  <a:pt x="3156310" y="1925907"/>
                  <a:pt x="3223080" y="1478232"/>
                </a:cubicBezTo>
                <a:cubicBezTo>
                  <a:pt x="3253274" y="1276588"/>
                  <a:pt x="3262799" y="1070562"/>
                  <a:pt x="3254703" y="869966"/>
                </a:cubicBezTo>
                <a:cubicBezTo>
                  <a:pt x="3251465" y="801672"/>
                  <a:pt x="3208793" y="757666"/>
                  <a:pt x="3145071" y="751665"/>
                </a:cubicBezTo>
                <a:lnTo>
                  <a:pt x="3014673" y="750332"/>
                </a:lnTo>
                <a:lnTo>
                  <a:pt x="2919614" y="651558"/>
                </a:lnTo>
                <a:cubicBezTo>
                  <a:pt x="2468700" y="183690"/>
                  <a:pt x="1657646" y="183690"/>
                  <a:pt x="1206733" y="651558"/>
                </a:cubicBezTo>
                <a:lnTo>
                  <a:pt x="1111388" y="750332"/>
                </a:lnTo>
                <a:lnTo>
                  <a:pt x="980991" y="751665"/>
                </a:lnTo>
                <a:cubicBezTo>
                  <a:pt x="935937" y="755761"/>
                  <a:pt x="885931" y="764048"/>
                  <a:pt x="871358" y="869966"/>
                </a:cubicBezTo>
                <a:cubicBezTo>
                  <a:pt x="863261" y="1070562"/>
                  <a:pt x="872977" y="1276588"/>
                  <a:pt x="902981" y="1478232"/>
                </a:cubicBezTo>
                <a:cubicBezTo>
                  <a:pt x="1011756" y="2207276"/>
                  <a:pt x="1367420" y="2792016"/>
                  <a:pt x="2047219" y="3106912"/>
                </a:cubicBezTo>
                <a:cubicBezTo>
                  <a:pt x="2050172" y="3108246"/>
                  <a:pt x="2062554" y="3114247"/>
                  <a:pt x="2079032" y="3106912"/>
                </a:cubicBezTo>
                <a:lnTo>
                  <a:pt x="2079032" y="3106912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9F393944-61D3-FBFC-2F73-153900F6078D}"/>
              </a:ext>
            </a:extLst>
          </p:cNvPr>
          <p:cNvSpPr/>
          <p:nvPr/>
        </p:nvSpPr>
        <p:spPr>
          <a:xfrm>
            <a:off x="9642859" y="1337804"/>
            <a:ext cx="653745" cy="621174"/>
          </a:xfrm>
          <a:custGeom>
            <a:avLst/>
            <a:gdLst>
              <a:gd name="connsiteX0" fmla="*/ 409831 w 845436"/>
              <a:gd name="connsiteY0" fmla="*/ 477384 h 803315"/>
              <a:gd name="connsiteX1" fmla="*/ 409831 w 845436"/>
              <a:gd name="connsiteY1" fmla="*/ 417183 h 803315"/>
              <a:gd name="connsiteX2" fmla="*/ 408455 w 845436"/>
              <a:gd name="connsiteY2" fmla="*/ 415509 h 803315"/>
              <a:gd name="connsiteX3" fmla="*/ 350524 w 845436"/>
              <a:gd name="connsiteY3" fmla="*/ 315125 h 803315"/>
              <a:gd name="connsiteX4" fmla="*/ 349779 w 845436"/>
              <a:gd name="connsiteY4" fmla="*/ 313079 h 803315"/>
              <a:gd name="connsiteX5" fmla="*/ 297651 w 845436"/>
              <a:gd name="connsiteY5" fmla="*/ 282978 h 803315"/>
              <a:gd name="connsiteX6" fmla="*/ 295420 w 845436"/>
              <a:gd name="connsiteY6" fmla="*/ 283462 h 803315"/>
              <a:gd name="connsiteX7" fmla="*/ 47579 w 845436"/>
              <a:gd name="connsiteY7" fmla="*/ 305005 h 803315"/>
              <a:gd name="connsiteX8" fmla="*/ 47579 w 845436"/>
              <a:gd name="connsiteY8" fmla="*/ 75290 h 803315"/>
              <a:gd name="connsiteX9" fmla="*/ 265273 w 845436"/>
              <a:gd name="connsiteY9" fmla="*/ 64426 h 803315"/>
              <a:gd name="connsiteX10" fmla="*/ 267208 w 845436"/>
              <a:gd name="connsiteY10" fmla="*/ 64612 h 803315"/>
              <a:gd name="connsiteX11" fmla="*/ 454993 w 845436"/>
              <a:gd name="connsiteY11" fmla="*/ 25470 h 803315"/>
              <a:gd name="connsiteX12" fmla="*/ 456667 w 845436"/>
              <a:gd name="connsiteY12" fmla="*/ 24576 h 803315"/>
              <a:gd name="connsiteX13" fmla="*/ 521334 w 845436"/>
              <a:gd name="connsiteY13" fmla="*/ 6308 h 803315"/>
              <a:gd name="connsiteX14" fmla="*/ 510023 w 845436"/>
              <a:gd name="connsiteY14" fmla="*/ 92181 h 803315"/>
              <a:gd name="connsiteX15" fmla="*/ 451310 w 845436"/>
              <a:gd name="connsiteY15" fmla="*/ 52146 h 803315"/>
              <a:gd name="connsiteX16" fmla="*/ 449784 w 845436"/>
              <a:gd name="connsiteY16" fmla="*/ 50621 h 803315"/>
              <a:gd name="connsiteX17" fmla="*/ 287154 w 845436"/>
              <a:gd name="connsiteY17" fmla="*/ 82805 h 803315"/>
              <a:gd name="connsiteX18" fmla="*/ 286633 w 845436"/>
              <a:gd name="connsiteY18" fmla="*/ 85409 h 803315"/>
              <a:gd name="connsiteX19" fmla="*/ 309776 w 845436"/>
              <a:gd name="connsiteY19" fmla="*/ 258650 h 803315"/>
              <a:gd name="connsiteX20" fmla="*/ 310482 w 845436"/>
              <a:gd name="connsiteY20" fmla="*/ 260846 h 803315"/>
              <a:gd name="connsiteX21" fmla="*/ 362610 w 845436"/>
              <a:gd name="connsiteY21" fmla="*/ 290947 h 803315"/>
              <a:gd name="connsiteX22" fmla="*/ 364768 w 845436"/>
              <a:gd name="connsiteY22" fmla="*/ 290574 h 803315"/>
              <a:gd name="connsiteX23" fmla="*/ 480668 w 845436"/>
              <a:gd name="connsiteY23" fmla="*/ 290574 h 803315"/>
              <a:gd name="connsiteX24" fmla="*/ 482827 w 845436"/>
              <a:gd name="connsiteY24" fmla="*/ 290947 h 803315"/>
              <a:gd name="connsiteX25" fmla="*/ 534954 w 845436"/>
              <a:gd name="connsiteY25" fmla="*/ 260846 h 803315"/>
              <a:gd name="connsiteX26" fmla="*/ 535661 w 845436"/>
              <a:gd name="connsiteY26" fmla="*/ 258650 h 803315"/>
              <a:gd name="connsiteX27" fmla="*/ 568143 w 845436"/>
              <a:gd name="connsiteY27" fmla="*/ 75294 h 803315"/>
              <a:gd name="connsiteX28" fmla="*/ 797858 w 845436"/>
              <a:gd name="connsiteY28" fmla="*/ 75294 h 803315"/>
              <a:gd name="connsiteX29" fmla="*/ 797858 w 845436"/>
              <a:gd name="connsiteY29" fmla="*/ 305008 h 803315"/>
              <a:gd name="connsiteX30" fmla="*/ 740448 w 845436"/>
              <a:gd name="connsiteY30" fmla="*/ 342141 h 803315"/>
              <a:gd name="connsiteX31" fmla="*/ 739331 w 845436"/>
              <a:gd name="connsiteY31" fmla="*/ 343704 h 803315"/>
              <a:gd name="connsiteX32" fmla="*/ 679316 w 845436"/>
              <a:gd name="connsiteY32" fmla="*/ 525793 h 803315"/>
              <a:gd name="connsiteX33" fmla="*/ 679242 w 845436"/>
              <a:gd name="connsiteY33" fmla="*/ 527690 h 803315"/>
              <a:gd name="connsiteX34" fmla="*/ 662796 w 845436"/>
              <a:gd name="connsiteY34" fmla="*/ 592840 h 803315"/>
              <a:gd name="connsiteX35" fmla="*/ 594037 w 845436"/>
              <a:gd name="connsiteY35" fmla="*/ 540117 h 803315"/>
              <a:gd name="connsiteX36" fmla="*/ 658071 w 845436"/>
              <a:gd name="connsiteY36" fmla="*/ 509272 h 803315"/>
              <a:gd name="connsiteX37" fmla="*/ 660154 w 845436"/>
              <a:gd name="connsiteY37" fmla="*/ 508714 h 803315"/>
              <a:gd name="connsiteX38" fmla="*/ 713509 w 845436"/>
              <a:gd name="connsiteY38" fmla="*/ 351809 h 803315"/>
              <a:gd name="connsiteX39" fmla="*/ 711500 w 845436"/>
              <a:gd name="connsiteY39" fmla="*/ 350060 h 803315"/>
              <a:gd name="connsiteX40" fmla="*/ 550023 w 845436"/>
              <a:gd name="connsiteY40" fmla="*/ 283422 h 803315"/>
              <a:gd name="connsiteX41" fmla="*/ 547790 w 845436"/>
              <a:gd name="connsiteY41" fmla="*/ 282938 h 803315"/>
              <a:gd name="connsiteX42" fmla="*/ 495663 w 845436"/>
              <a:gd name="connsiteY42" fmla="*/ 313039 h 803315"/>
              <a:gd name="connsiteX43" fmla="*/ 494919 w 845436"/>
              <a:gd name="connsiteY43" fmla="*/ 315086 h 803315"/>
              <a:gd name="connsiteX44" fmla="*/ 436988 w 845436"/>
              <a:gd name="connsiteY44" fmla="*/ 415470 h 803315"/>
              <a:gd name="connsiteX45" fmla="*/ 435610 w 845436"/>
              <a:gd name="connsiteY45" fmla="*/ 417144 h 803315"/>
              <a:gd name="connsiteX46" fmla="*/ 435610 w 845436"/>
              <a:gd name="connsiteY46" fmla="*/ 477345 h 803315"/>
              <a:gd name="connsiteX47" fmla="*/ 437174 w 845436"/>
              <a:gd name="connsiteY47" fmla="*/ 479056 h 803315"/>
              <a:gd name="connsiteX48" fmla="*/ 585259 w 845436"/>
              <a:gd name="connsiteY48" fmla="*/ 640867 h 803315"/>
              <a:gd name="connsiteX49" fmla="*/ 422810 w 845436"/>
              <a:gd name="connsiteY49" fmla="*/ 803315 h 803315"/>
              <a:gd name="connsiteX50" fmla="*/ 262485 w 845436"/>
              <a:gd name="connsiteY50" fmla="*/ 614673 h 803315"/>
              <a:gd name="connsiteX51" fmla="*/ 261667 w 845436"/>
              <a:gd name="connsiteY51" fmla="*/ 612925 h 803315"/>
              <a:gd name="connsiteX52" fmla="*/ 133860 w 845436"/>
              <a:gd name="connsiteY52" fmla="*/ 469898 h 803315"/>
              <a:gd name="connsiteX53" fmla="*/ 132260 w 845436"/>
              <a:gd name="connsiteY53" fmla="*/ 468893 h 803315"/>
              <a:gd name="connsiteX54" fmla="*/ 84114 w 845436"/>
              <a:gd name="connsiteY54" fmla="*/ 422012 h 803315"/>
              <a:gd name="connsiteX55" fmla="*/ 164183 w 845436"/>
              <a:gd name="connsiteY55" fmla="*/ 388860 h 803315"/>
              <a:gd name="connsiteX56" fmla="*/ 158863 w 845436"/>
              <a:gd name="connsiteY56" fmla="*/ 459776 h 803315"/>
              <a:gd name="connsiteX57" fmla="*/ 158342 w 845436"/>
              <a:gd name="connsiteY57" fmla="*/ 461859 h 803315"/>
              <a:gd name="connsiteX58" fmla="*/ 267508 w 845436"/>
              <a:gd name="connsiteY58" fmla="*/ 586504 h 803315"/>
              <a:gd name="connsiteX59" fmla="*/ 270037 w 845436"/>
              <a:gd name="connsiteY59" fmla="*/ 585648 h 803315"/>
              <a:gd name="connsiteX60" fmla="*/ 408483 w 845436"/>
              <a:gd name="connsiteY60" fmla="*/ 479083 h 803315"/>
              <a:gd name="connsiteX61" fmla="*/ 409823 w 845436"/>
              <a:gd name="connsiteY61" fmla="*/ 477371 h 803315"/>
              <a:gd name="connsiteX62" fmla="*/ 682856 w 845436"/>
              <a:gd name="connsiteY62" fmla="*/ 180252 h 803315"/>
              <a:gd name="connsiteX63" fmla="*/ 708305 w 845436"/>
              <a:gd name="connsiteY63" fmla="*/ 118823 h 803315"/>
              <a:gd name="connsiteX64" fmla="*/ 646877 w 845436"/>
              <a:gd name="connsiteY64" fmla="*/ 144273 h 803315"/>
              <a:gd name="connsiteX65" fmla="*/ 682856 w 845436"/>
              <a:gd name="connsiteY65" fmla="*/ 180252 h 803315"/>
              <a:gd name="connsiteX66" fmla="*/ 753549 w 845436"/>
              <a:gd name="connsiteY66" fmla="*/ 306382 h 803315"/>
              <a:gd name="connsiteX67" fmla="*/ 753549 w 845436"/>
              <a:gd name="connsiteY67" fmla="*/ 271444 h 803315"/>
              <a:gd name="connsiteX68" fmla="*/ 682893 w 845436"/>
              <a:gd name="connsiteY68" fmla="*/ 200788 h 803315"/>
              <a:gd name="connsiteX69" fmla="*/ 612236 w 845436"/>
              <a:gd name="connsiteY69" fmla="*/ 271444 h 803315"/>
              <a:gd name="connsiteX70" fmla="*/ 612236 w 845436"/>
              <a:gd name="connsiteY70" fmla="*/ 306382 h 803315"/>
              <a:gd name="connsiteX71" fmla="*/ 613055 w 845436"/>
              <a:gd name="connsiteY71" fmla="*/ 307833 h 803315"/>
              <a:gd name="connsiteX72" fmla="*/ 752729 w 845436"/>
              <a:gd name="connsiteY72" fmla="*/ 307833 h 803315"/>
              <a:gd name="connsiteX73" fmla="*/ 753548 w 845436"/>
              <a:gd name="connsiteY73" fmla="*/ 306382 h 803315"/>
              <a:gd name="connsiteX74" fmla="*/ 162409 w 845436"/>
              <a:gd name="connsiteY74" fmla="*/ 180252 h 803315"/>
              <a:gd name="connsiteX75" fmla="*/ 187859 w 845436"/>
              <a:gd name="connsiteY75" fmla="*/ 118823 h 803315"/>
              <a:gd name="connsiteX76" fmla="*/ 126430 w 845436"/>
              <a:gd name="connsiteY76" fmla="*/ 144273 h 803315"/>
              <a:gd name="connsiteX77" fmla="*/ 162409 w 845436"/>
              <a:gd name="connsiteY77" fmla="*/ 180252 h 803315"/>
              <a:gd name="connsiteX78" fmla="*/ 233065 w 845436"/>
              <a:gd name="connsiteY78" fmla="*/ 306382 h 803315"/>
              <a:gd name="connsiteX79" fmla="*/ 233065 w 845436"/>
              <a:gd name="connsiteY79" fmla="*/ 271444 h 803315"/>
              <a:gd name="connsiteX80" fmla="*/ 162409 w 845436"/>
              <a:gd name="connsiteY80" fmla="*/ 200788 h 803315"/>
              <a:gd name="connsiteX81" fmla="*/ 91752 w 845436"/>
              <a:gd name="connsiteY81" fmla="*/ 271444 h 803315"/>
              <a:gd name="connsiteX82" fmla="*/ 91752 w 845436"/>
              <a:gd name="connsiteY82" fmla="*/ 306382 h 803315"/>
              <a:gd name="connsiteX83" fmla="*/ 92570 w 845436"/>
              <a:gd name="connsiteY83" fmla="*/ 307833 h 803315"/>
              <a:gd name="connsiteX84" fmla="*/ 232245 w 845436"/>
              <a:gd name="connsiteY84" fmla="*/ 307833 h 803315"/>
              <a:gd name="connsiteX85" fmla="*/ 233064 w 845436"/>
              <a:gd name="connsiteY85" fmla="*/ 306382 h 803315"/>
              <a:gd name="connsiteX86" fmla="*/ 422632 w 845436"/>
              <a:gd name="connsiteY86" fmla="*/ 631013 h 803315"/>
              <a:gd name="connsiteX87" fmla="*/ 448082 w 845436"/>
              <a:gd name="connsiteY87" fmla="*/ 569584 h 803315"/>
              <a:gd name="connsiteX88" fmla="*/ 386653 w 845436"/>
              <a:gd name="connsiteY88" fmla="*/ 595034 h 803315"/>
              <a:gd name="connsiteX89" fmla="*/ 422632 w 845436"/>
              <a:gd name="connsiteY89" fmla="*/ 631013 h 803315"/>
              <a:gd name="connsiteX90" fmla="*/ 493288 w 845436"/>
              <a:gd name="connsiteY90" fmla="*/ 757105 h 803315"/>
              <a:gd name="connsiteX91" fmla="*/ 493288 w 845436"/>
              <a:gd name="connsiteY91" fmla="*/ 722167 h 803315"/>
              <a:gd name="connsiteX92" fmla="*/ 422632 w 845436"/>
              <a:gd name="connsiteY92" fmla="*/ 651511 h 803315"/>
              <a:gd name="connsiteX93" fmla="*/ 351975 w 845436"/>
              <a:gd name="connsiteY93" fmla="*/ 722167 h 803315"/>
              <a:gd name="connsiteX94" fmla="*/ 351975 w 845436"/>
              <a:gd name="connsiteY94" fmla="*/ 757105 h 803315"/>
              <a:gd name="connsiteX95" fmla="*/ 352793 w 845436"/>
              <a:gd name="connsiteY95" fmla="*/ 758556 h 803315"/>
              <a:gd name="connsiteX96" fmla="*/ 492468 w 845436"/>
              <a:gd name="connsiteY96" fmla="*/ 758556 h 803315"/>
              <a:gd name="connsiteX97" fmla="*/ 493287 w 845436"/>
              <a:gd name="connsiteY97" fmla="*/ 757105 h 803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45436" h="803315">
                <a:moveTo>
                  <a:pt x="409831" y="477384"/>
                </a:moveTo>
                <a:lnTo>
                  <a:pt x="409831" y="417183"/>
                </a:lnTo>
                <a:cubicBezTo>
                  <a:pt x="409831" y="416365"/>
                  <a:pt x="409236" y="415657"/>
                  <a:pt x="408455" y="415509"/>
                </a:cubicBezTo>
                <a:cubicBezTo>
                  <a:pt x="362727" y="406914"/>
                  <a:pt x="335008" y="359214"/>
                  <a:pt x="350524" y="315125"/>
                </a:cubicBezTo>
                <a:cubicBezTo>
                  <a:pt x="350784" y="314344"/>
                  <a:pt x="350486" y="313488"/>
                  <a:pt x="349779" y="313079"/>
                </a:cubicBezTo>
                <a:lnTo>
                  <a:pt x="297651" y="282978"/>
                </a:lnTo>
                <a:cubicBezTo>
                  <a:pt x="296870" y="282531"/>
                  <a:pt x="295903" y="282754"/>
                  <a:pt x="295420" y="283462"/>
                </a:cubicBezTo>
                <a:cubicBezTo>
                  <a:pt x="237563" y="365801"/>
                  <a:pt x="119131" y="376591"/>
                  <a:pt x="47579" y="305005"/>
                </a:cubicBezTo>
                <a:cubicBezTo>
                  <a:pt x="-15860" y="241566"/>
                  <a:pt x="-15860" y="138727"/>
                  <a:pt x="47579" y="75290"/>
                </a:cubicBezTo>
                <a:cubicBezTo>
                  <a:pt x="106626" y="16242"/>
                  <a:pt x="200760" y="11591"/>
                  <a:pt x="265273" y="64426"/>
                </a:cubicBezTo>
                <a:cubicBezTo>
                  <a:pt x="265831" y="64872"/>
                  <a:pt x="266575" y="64946"/>
                  <a:pt x="267208" y="64612"/>
                </a:cubicBezTo>
                <a:cubicBezTo>
                  <a:pt x="324022" y="32502"/>
                  <a:pt x="389432" y="18772"/>
                  <a:pt x="454993" y="25470"/>
                </a:cubicBezTo>
                <a:cubicBezTo>
                  <a:pt x="455700" y="25544"/>
                  <a:pt x="456332" y="25209"/>
                  <a:pt x="456667" y="24576"/>
                </a:cubicBezTo>
                <a:cubicBezTo>
                  <a:pt x="469243" y="1397"/>
                  <a:pt x="498414" y="-6938"/>
                  <a:pt x="521334" y="6308"/>
                </a:cubicBezTo>
                <a:cubicBezTo>
                  <a:pt x="557425" y="27143"/>
                  <a:pt x="550206" y="81428"/>
                  <a:pt x="510023" y="92181"/>
                </a:cubicBezTo>
                <a:cubicBezTo>
                  <a:pt x="482266" y="99623"/>
                  <a:pt x="454473" y="80460"/>
                  <a:pt x="451310" y="52146"/>
                </a:cubicBezTo>
                <a:cubicBezTo>
                  <a:pt x="451234" y="51328"/>
                  <a:pt x="450602" y="50696"/>
                  <a:pt x="449784" y="50621"/>
                </a:cubicBezTo>
                <a:cubicBezTo>
                  <a:pt x="393266" y="45412"/>
                  <a:pt x="336865" y="56612"/>
                  <a:pt x="287154" y="82805"/>
                </a:cubicBezTo>
                <a:cubicBezTo>
                  <a:pt x="286186" y="83326"/>
                  <a:pt x="285926" y="84591"/>
                  <a:pt x="286633" y="85409"/>
                </a:cubicBezTo>
                <a:cubicBezTo>
                  <a:pt x="327188" y="133444"/>
                  <a:pt x="336565" y="201157"/>
                  <a:pt x="309776" y="258650"/>
                </a:cubicBezTo>
                <a:cubicBezTo>
                  <a:pt x="309404" y="259469"/>
                  <a:pt x="309701" y="260399"/>
                  <a:pt x="310482" y="260846"/>
                </a:cubicBezTo>
                <a:lnTo>
                  <a:pt x="362610" y="290947"/>
                </a:lnTo>
                <a:cubicBezTo>
                  <a:pt x="363318" y="291356"/>
                  <a:pt x="364210" y="291207"/>
                  <a:pt x="364768" y="290574"/>
                </a:cubicBezTo>
                <a:cubicBezTo>
                  <a:pt x="395241" y="255115"/>
                  <a:pt x="450196" y="255115"/>
                  <a:pt x="480668" y="290574"/>
                </a:cubicBezTo>
                <a:cubicBezTo>
                  <a:pt x="481227" y="291207"/>
                  <a:pt x="482082" y="291356"/>
                  <a:pt x="482827" y="290947"/>
                </a:cubicBezTo>
                <a:lnTo>
                  <a:pt x="534954" y="260846"/>
                </a:lnTo>
                <a:cubicBezTo>
                  <a:pt x="535735" y="260399"/>
                  <a:pt x="536033" y="259469"/>
                  <a:pt x="535661" y="258650"/>
                </a:cubicBezTo>
                <a:cubicBezTo>
                  <a:pt x="506751" y="196626"/>
                  <a:pt x="520109" y="123329"/>
                  <a:pt x="568143" y="75294"/>
                </a:cubicBezTo>
                <a:cubicBezTo>
                  <a:pt x="631582" y="11856"/>
                  <a:pt x="734421" y="11856"/>
                  <a:pt x="797858" y="75294"/>
                </a:cubicBezTo>
                <a:cubicBezTo>
                  <a:pt x="861296" y="138732"/>
                  <a:pt x="861296" y="241572"/>
                  <a:pt x="797858" y="305008"/>
                </a:cubicBezTo>
                <a:cubicBezTo>
                  <a:pt x="781710" y="321156"/>
                  <a:pt x="762213" y="333919"/>
                  <a:pt x="740448" y="342141"/>
                </a:cubicBezTo>
                <a:cubicBezTo>
                  <a:pt x="739778" y="342402"/>
                  <a:pt x="739368" y="342997"/>
                  <a:pt x="739331" y="343704"/>
                </a:cubicBezTo>
                <a:cubicBezTo>
                  <a:pt x="738662" y="409932"/>
                  <a:pt x="717565" y="472996"/>
                  <a:pt x="679316" y="525793"/>
                </a:cubicBezTo>
                <a:cubicBezTo>
                  <a:pt x="678907" y="526351"/>
                  <a:pt x="678869" y="527095"/>
                  <a:pt x="679242" y="527690"/>
                </a:cubicBezTo>
                <a:cubicBezTo>
                  <a:pt x="693083" y="550164"/>
                  <a:pt x="685678" y="579631"/>
                  <a:pt x="662796" y="592840"/>
                </a:cubicBezTo>
                <a:cubicBezTo>
                  <a:pt x="626631" y="613713"/>
                  <a:pt x="583284" y="580227"/>
                  <a:pt x="594037" y="540117"/>
                </a:cubicBezTo>
                <a:cubicBezTo>
                  <a:pt x="601478" y="512286"/>
                  <a:pt x="631951" y="497850"/>
                  <a:pt x="658071" y="509272"/>
                </a:cubicBezTo>
                <a:cubicBezTo>
                  <a:pt x="658815" y="509607"/>
                  <a:pt x="659670" y="509346"/>
                  <a:pt x="660154" y="508714"/>
                </a:cubicBezTo>
                <a:cubicBezTo>
                  <a:pt x="692636" y="462986"/>
                  <a:pt x="711314" y="408739"/>
                  <a:pt x="713509" y="351809"/>
                </a:cubicBezTo>
                <a:cubicBezTo>
                  <a:pt x="713546" y="350729"/>
                  <a:pt x="712579" y="349874"/>
                  <a:pt x="711500" y="350060"/>
                </a:cubicBezTo>
                <a:cubicBezTo>
                  <a:pt x="648286" y="361296"/>
                  <a:pt x="585818" y="334396"/>
                  <a:pt x="550023" y="283422"/>
                </a:cubicBezTo>
                <a:cubicBezTo>
                  <a:pt x="549502" y="282678"/>
                  <a:pt x="548534" y="282492"/>
                  <a:pt x="547790" y="282938"/>
                </a:cubicBezTo>
                <a:lnTo>
                  <a:pt x="495663" y="313039"/>
                </a:lnTo>
                <a:cubicBezTo>
                  <a:pt x="494956" y="313448"/>
                  <a:pt x="494621" y="314304"/>
                  <a:pt x="494919" y="315086"/>
                </a:cubicBezTo>
                <a:cubicBezTo>
                  <a:pt x="510397" y="359176"/>
                  <a:pt x="482715" y="406875"/>
                  <a:pt x="436988" y="415470"/>
                </a:cubicBezTo>
                <a:cubicBezTo>
                  <a:pt x="436169" y="415618"/>
                  <a:pt x="435610" y="416325"/>
                  <a:pt x="435610" y="417144"/>
                </a:cubicBezTo>
                <a:lnTo>
                  <a:pt x="435610" y="477345"/>
                </a:lnTo>
                <a:cubicBezTo>
                  <a:pt x="435610" y="478238"/>
                  <a:pt x="436281" y="478982"/>
                  <a:pt x="437174" y="479056"/>
                </a:cubicBezTo>
                <a:cubicBezTo>
                  <a:pt x="520443" y="486349"/>
                  <a:pt x="585259" y="556298"/>
                  <a:pt x="585259" y="640867"/>
                </a:cubicBezTo>
                <a:cubicBezTo>
                  <a:pt x="585259" y="730573"/>
                  <a:pt x="512519" y="803315"/>
                  <a:pt x="422810" y="803315"/>
                </a:cubicBezTo>
                <a:cubicBezTo>
                  <a:pt x="322540" y="803315"/>
                  <a:pt x="246407" y="713423"/>
                  <a:pt x="262485" y="614673"/>
                </a:cubicBezTo>
                <a:cubicBezTo>
                  <a:pt x="262596" y="613966"/>
                  <a:pt x="262299" y="613296"/>
                  <a:pt x="261667" y="612925"/>
                </a:cubicBezTo>
                <a:cubicBezTo>
                  <a:pt x="205485" y="579625"/>
                  <a:pt x="160654" y="529581"/>
                  <a:pt x="133860" y="469898"/>
                </a:cubicBezTo>
                <a:cubicBezTo>
                  <a:pt x="133562" y="469264"/>
                  <a:pt x="132967" y="468856"/>
                  <a:pt x="132260" y="468893"/>
                </a:cubicBezTo>
                <a:cubicBezTo>
                  <a:pt x="105918" y="469599"/>
                  <a:pt x="84114" y="448429"/>
                  <a:pt x="84114" y="422012"/>
                </a:cubicBezTo>
                <a:cubicBezTo>
                  <a:pt x="84114" y="380377"/>
                  <a:pt x="134716" y="359355"/>
                  <a:pt x="164183" y="388860"/>
                </a:cubicBezTo>
                <a:cubicBezTo>
                  <a:pt x="184572" y="409249"/>
                  <a:pt x="181820" y="442848"/>
                  <a:pt x="158863" y="459776"/>
                </a:cubicBezTo>
                <a:cubicBezTo>
                  <a:pt x="158193" y="460260"/>
                  <a:pt x="157970" y="461116"/>
                  <a:pt x="158342" y="461859"/>
                </a:cubicBezTo>
                <a:cubicBezTo>
                  <a:pt x="181894" y="513056"/>
                  <a:pt x="219994" y="556440"/>
                  <a:pt x="267508" y="586504"/>
                </a:cubicBezTo>
                <a:cubicBezTo>
                  <a:pt x="268438" y="587099"/>
                  <a:pt x="269666" y="586690"/>
                  <a:pt x="270037" y="585648"/>
                </a:cubicBezTo>
                <a:cubicBezTo>
                  <a:pt x="291283" y="526898"/>
                  <a:pt x="345010" y="484636"/>
                  <a:pt x="408483" y="479083"/>
                </a:cubicBezTo>
                <a:cubicBezTo>
                  <a:pt x="409154" y="479008"/>
                  <a:pt x="409823" y="478264"/>
                  <a:pt x="409823" y="477371"/>
                </a:cubicBezTo>
                <a:close/>
                <a:moveTo>
                  <a:pt x="682856" y="180252"/>
                </a:moveTo>
                <a:cubicBezTo>
                  <a:pt x="714817" y="180252"/>
                  <a:pt x="730927" y="141408"/>
                  <a:pt x="708305" y="118823"/>
                </a:cubicBezTo>
                <a:cubicBezTo>
                  <a:pt x="685684" y="96201"/>
                  <a:pt x="646877" y="112312"/>
                  <a:pt x="646877" y="144273"/>
                </a:cubicBezTo>
                <a:cubicBezTo>
                  <a:pt x="646877" y="164141"/>
                  <a:pt x="662987" y="180252"/>
                  <a:pt x="682856" y="180252"/>
                </a:cubicBezTo>
                <a:close/>
                <a:moveTo>
                  <a:pt x="753549" y="306382"/>
                </a:moveTo>
                <a:lnTo>
                  <a:pt x="753549" y="271444"/>
                </a:lnTo>
                <a:cubicBezTo>
                  <a:pt x="753549" y="232600"/>
                  <a:pt x="721738" y="200788"/>
                  <a:pt x="682893" y="200788"/>
                </a:cubicBezTo>
                <a:cubicBezTo>
                  <a:pt x="644048" y="200788"/>
                  <a:pt x="612236" y="232599"/>
                  <a:pt x="612236" y="271444"/>
                </a:cubicBezTo>
                <a:lnTo>
                  <a:pt x="612236" y="306382"/>
                </a:lnTo>
                <a:cubicBezTo>
                  <a:pt x="612236" y="307014"/>
                  <a:pt x="612534" y="307535"/>
                  <a:pt x="613055" y="307833"/>
                </a:cubicBezTo>
                <a:cubicBezTo>
                  <a:pt x="655991" y="333357"/>
                  <a:pt x="709790" y="333357"/>
                  <a:pt x="752729" y="307833"/>
                </a:cubicBezTo>
                <a:cubicBezTo>
                  <a:pt x="753213" y="307535"/>
                  <a:pt x="753548" y="306977"/>
                  <a:pt x="753548" y="306382"/>
                </a:cubicBezTo>
                <a:close/>
                <a:moveTo>
                  <a:pt x="162409" y="180252"/>
                </a:moveTo>
                <a:cubicBezTo>
                  <a:pt x="194370" y="180252"/>
                  <a:pt x="210480" y="141408"/>
                  <a:pt x="187859" y="118823"/>
                </a:cubicBezTo>
                <a:cubicBezTo>
                  <a:pt x="165237" y="96201"/>
                  <a:pt x="126430" y="112312"/>
                  <a:pt x="126430" y="144273"/>
                </a:cubicBezTo>
                <a:cubicBezTo>
                  <a:pt x="126393" y="164141"/>
                  <a:pt x="142503" y="180252"/>
                  <a:pt x="162409" y="180252"/>
                </a:cubicBezTo>
                <a:close/>
                <a:moveTo>
                  <a:pt x="233065" y="306382"/>
                </a:moveTo>
                <a:lnTo>
                  <a:pt x="233065" y="271444"/>
                </a:lnTo>
                <a:cubicBezTo>
                  <a:pt x="233065" y="232600"/>
                  <a:pt x="201254" y="200788"/>
                  <a:pt x="162409" y="200788"/>
                </a:cubicBezTo>
                <a:cubicBezTo>
                  <a:pt x="123565" y="200788"/>
                  <a:pt x="91752" y="232599"/>
                  <a:pt x="91752" y="271444"/>
                </a:cubicBezTo>
                <a:lnTo>
                  <a:pt x="91752" y="306382"/>
                </a:lnTo>
                <a:cubicBezTo>
                  <a:pt x="91752" y="307014"/>
                  <a:pt x="92049" y="307535"/>
                  <a:pt x="92570" y="307833"/>
                </a:cubicBezTo>
                <a:cubicBezTo>
                  <a:pt x="135507" y="333357"/>
                  <a:pt x="189306" y="333357"/>
                  <a:pt x="232245" y="307833"/>
                </a:cubicBezTo>
                <a:cubicBezTo>
                  <a:pt x="232766" y="307535"/>
                  <a:pt x="233064" y="306977"/>
                  <a:pt x="233064" y="306382"/>
                </a:cubicBezTo>
                <a:close/>
                <a:moveTo>
                  <a:pt x="422632" y="631013"/>
                </a:moveTo>
                <a:cubicBezTo>
                  <a:pt x="454593" y="631013"/>
                  <a:pt x="470703" y="592169"/>
                  <a:pt x="448082" y="569584"/>
                </a:cubicBezTo>
                <a:cubicBezTo>
                  <a:pt x="425460" y="546962"/>
                  <a:pt x="386653" y="563073"/>
                  <a:pt x="386653" y="595034"/>
                </a:cubicBezTo>
                <a:cubicBezTo>
                  <a:pt x="386653" y="614902"/>
                  <a:pt x="402764" y="631013"/>
                  <a:pt x="422632" y="631013"/>
                </a:cubicBezTo>
                <a:close/>
                <a:moveTo>
                  <a:pt x="493288" y="757105"/>
                </a:moveTo>
                <a:lnTo>
                  <a:pt x="493288" y="722167"/>
                </a:lnTo>
                <a:cubicBezTo>
                  <a:pt x="493288" y="683323"/>
                  <a:pt x="461477" y="651511"/>
                  <a:pt x="422632" y="651511"/>
                </a:cubicBezTo>
                <a:cubicBezTo>
                  <a:pt x="383787" y="651511"/>
                  <a:pt x="351975" y="683322"/>
                  <a:pt x="351975" y="722167"/>
                </a:cubicBezTo>
                <a:lnTo>
                  <a:pt x="351975" y="757105"/>
                </a:lnTo>
                <a:cubicBezTo>
                  <a:pt x="351975" y="757737"/>
                  <a:pt x="352273" y="758258"/>
                  <a:pt x="352793" y="758556"/>
                </a:cubicBezTo>
                <a:cubicBezTo>
                  <a:pt x="395730" y="784080"/>
                  <a:pt x="449529" y="784080"/>
                  <a:pt x="492468" y="758556"/>
                </a:cubicBezTo>
                <a:cubicBezTo>
                  <a:pt x="492989" y="758258"/>
                  <a:pt x="493287" y="757737"/>
                  <a:pt x="493287" y="757105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957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26F0F-3B71-8F96-8DE2-9ED56D11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raphic 146">
            <a:extLst>
              <a:ext uri="{FF2B5EF4-FFF2-40B4-BE49-F238E27FC236}">
                <a16:creationId xmlns:a16="http://schemas.microsoft.com/office/drawing/2014/main" id="{220728DC-EF0C-F632-F330-038912142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0FAF9957-717B-439A-6437-23567B302C9A}"/>
              </a:ext>
            </a:extLst>
          </p:cNvPr>
          <p:cNvSpPr/>
          <p:nvPr/>
        </p:nvSpPr>
        <p:spPr>
          <a:xfrm rot="5400000">
            <a:off x="1848189" y="-702504"/>
            <a:ext cx="2290538" cy="5986918"/>
          </a:xfrm>
          <a:prstGeom prst="round2SameRect">
            <a:avLst>
              <a:gd name="adj1" fmla="val 14145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: Top Corners Rounded 66">
            <a:extLst>
              <a:ext uri="{FF2B5EF4-FFF2-40B4-BE49-F238E27FC236}">
                <a16:creationId xmlns:a16="http://schemas.microsoft.com/office/drawing/2014/main" id="{36F4500B-4913-92D2-C66F-BA7A904C22B3}"/>
              </a:ext>
            </a:extLst>
          </p:cNvPr>
          <p:cNvSpPr/>
          <p:nvPr/>
        </p:nvSpPr>
        <p:spPr>
          <a:xfrm rot="16200000" flipH="1">
            <a:off x="8053272" y="-702505"/>
            <a:ext cx="2290538" cy="5986918"/>
          </a:xfrm>
          <a:prstGeom prst="round2SameRect">
            <a:avLst>
              <a:gd name="adj1" fmla="val 14145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BF3C4-6534-2D5B-DE8F-E155859F7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6" y="6457497"/>
            <a:ext cx="407759" cy="274320"/>
          </a:xfrm>
        </p:spPr>
        <p:txBody>
          <a:bodyPr/>
          <a:lstStyle/>
          <a:p>
            <a:fld id="{BE1A60DC-40E2-4DCF-BB20-049194401FEB}" type="slidenum">
              <a:rPr lang="en-IN" sz="1200" smtClean="0">
                <a:solidFill>
                  <a:schemeClr val="tx2"/>
                </a:solidFill>
              </a:rPr>
              <a:pPr/>
              <a:t>16</a:t>
            </a:fld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B8A25-774A-B93B-A0CB-9DDC0A32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1541"/>
            <a:ext cx="8862358" cy="50292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What is Lorem Ipsum?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65F915-7432-40FE-383D-3AD6E6503EAF}"/>
              </a:ext>
            </a:extLst>
          </p:cNvPr>
          <p:cNvSpPr txBox="1"/>
          <p:nvPr/>
        </p:nvSpPr>
        <p:spPr>
          <a:xfrm>
            <a:off x="368955" y="1872524"/>
            <a:ext cx="5453995" cy="1469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chemeClr val="tx2"/>
                </a:solidFill>
              </a:rPr>
              <a:t>Lorem Ipsum is simply dummy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62F1DE-3F53-E676-04EA-855408A7A44A}"/>
              </a:ext>
            </a:extLst>
          </p:cNvPr>
          <p:cNvSpPr txBox="1"/>
          <p:nvPr/>
        </p:nvSpPr>
        <p:spPr>
          <a:xfrm>
            <a:off x="6467465" y="1872524"/>
            <a:ext cx="5082138" cy="1454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chemeClr val="tx2"/>
                </a:solidFill>
              </a:rPr>
              <a:t>Lorem Ipsum is simply dummy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Lorem Ipsum is simply dummy text of the printing and typesetting industry.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BAD180-3889-C017-7DC1-0531B8D10153}"/>
              </a:ext>
            </a:extLst>
          </p:cNvPr>
          <p:cNvSpPr txBox="1"/>
          <p:nvPr/>
        </p:nvSpPr>
        <p:spPr>
          <a:xfrm>
            <a:off x="368956" y="3572215"/>
            <a:ext cx="26621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chemeClr val="bg1"/>
                </a:solidFill>
              </a:rPr>
              <a:t>Competency Requirements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10A384D-005E-7BF8-889E-CABBAE6F0F29}"/>
              </a:ext>
            </a:extLst>
          </p:cNvPr>
          <p:cNvSpPr/>
          <p:nvPr/>
        </p:nvSpPr>
        <p:spPr>
          <a:xfrm>
            <a:off x="10240188" y="-1"/>
            <a:ext cx="1951812" cy="1839612"/>
          </a:xfrm>
          <a:custGeom>
            <a:avLst/>
            <a:gdLst>
              <a:gd name="connsiteX0" fmla="*/ 17239 w 1951812"/>
              <a:gd name="connsiteY0" fmla="*/ 0 h 1839612"/>
              <a:gd name="connsiteX1" fmla="*/ 1951812 w 1951812"/>
              <a:gd name="connsiteY1" fmla="*/ 0 h 1839612"/>
              <a:gd name="connsiteX2" fmla="*/ 1951812 w 1951812"/>
              <a:gd name="connsiteY2" fmla="*/ 1804202 h 1839612"/>
              <a:gd name="connsiteX3" fmla="*/ 1941792 w 1951812"/>
              <a:gd name="connsiteY3" fmla="*/ 1806779 h 1839612"/>
              <a:gd name="connsiteX4" fmla="*/ 1616093 w 1951812"/>
              <a:gd name="connsiteY4" fmla="*/ 1839612 h 1839612"/>
              <a:gd name="connsiteX5" fmla="*/ 0 w 1951812"/>
              <a:gd name="connsiteY5" fmla="*/ 223519 h 1839612"/>
              <a:gd name="connsiteX6" fmla="*/ 8344 w 1951812"/>
              <a:gd name="connsiteY6" fmla="*/ 58283 h 183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1812" h="1839612">
                <a:moveTo>
                  <a:pt x="17239" y="0"/>
                </a:moveTo>
                <a:lnTo>
                  <a:pt x="1951812" y="0"/>
                </a:lnTo>
                <a:lnTo>
                  <a:pt x="1951812" y="1804202"/>
                </a:lnTo>
                <a:lnTo>
                  <a:pt x="1941792" y="1806779"/>
                </a:lnTo>
                <a:cubicBezTo>
                  <a:pt x="1836589" y="1828307"/>
                  <a:pt x="1727661" y="1839612"/>
                  <a:pt x="1616093" y="1839612"/>
                </a:cubicBezTo>
                <a:cubicBezTo>
                  <a:pt x="723549" y="1839612"/>
                  <a:pt x="0" y="1116063"/>
                  <a:pt x="0" y="223519"/>
                </a:cubicBezTo>
                <a:cubicBezTo>
                  <a:pt x="0" y="167735"/>
                  <a:pt x="2826" y="112611"/>
                  <a:pt x="8344" y="58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D0DA3A4-4A54-29FD-B7F7-6FF207DE5B07}"/>
              </a:ext>
            </a:extLst>
          </p:cNvPr>
          <p:cNvSpPr/>
          <p:nvPr/>
        </p:nvSpPr>
        <p:spPr>
          <a:xfrm>
            <a:off x="381000" y="1321606"/>
            <a:ext cx="514350" cy="497496"/>
          </a:xfrm>
          <a:custGeom>
            <a:avLst/>
            <a:gdLst>
              <a:gd name="connsiteX0" fmla="*/ 188499 w 857250"/>
              <a:gd name="connsiteY0" fmla="*/ 99343 h 829160"/>
              <a:gd name="connsiteX1" fmla="*/ 188499 w 857250"/>
              <a:gd name="connsiteY1" fmla="*/ 46658 h 829160"/>
              <a:gd name="connsiteX2" fmla="*/ 191996 w 857250"/>
              <a:gd name="connsiteY2" fmla="*/ 38101 h 829160"/>
              <a:gd name="connsiteX3" fmla="*/ 200516 w 857250"/>
              <a:gd name="connsiteY3" fmla="*/ 34566 h 829160"/>
              <a:gd name="connsiteX4" fmla="*/ 433098 w 857250"/>
              <a:gd name="connsiteY4" fmla="*/ 34566 h 829160"/>
              <a:gd name="connsiteX5" fmla="*/ 441619 w 857250"/>
              <a:gd name="connsiteY5" fmla="*/ 38101 h 829160"/>
              <a:gd name="connsiteX6" fmla="*/ 445116 w 857250"/>
              <a:gd name="connsiteY6" fmla="*/ 46658 h 829160"/>
              <a:gd name="connsiteX7" fmla="*/ 445116 w 857250"/>
              <a:gd name="connsiteY7" fmla="*/ 99343 h 829160"/>
              <a:gd name="connsiteX8" fmla="*/ 479792 w 857250"/>
              <a:gd name="connsiteY8" fmla="*/ 99343 h 829160"/>
              <a:gd name="connsiteX9" fmla="*/ 479792 w 857250"/>
              <a:gd name="connsiteY9" fmla="*/ 18455 h 829160"/>
              <a:gd name="connsiteX10" fmla="*/ 461301 w 857250"/>
              <a:gd name="connsiteY10" fmla="*/ 0 h 829160"/>
              <a:gd name="connsiteX11" fmla="*/ 172426 w 857250"/>
              <a:gd name="connsiteY11" fmla="*/ 0 h 829160"/>
              <a:gd name="connsiteX12" fmla="*/ 153376 w 857250"/>
              <a:gd name="connsiteY12" fmla="*/ 18455 h 829160"/>
              <a:gd name="connsiteX13" fmla="*/ 153376 w 857250"/>
              <a:gd name="connsiteY13" fmla="*/ 99306 h 829160"/>
              <a:gd name="connsiteX14" fmla="*/ 363368 w 857250"/>
              <a:gd name="connsiteY14" fmla="*/ 311465 h 829160"/>
              <a:gd name="connsiteX15" fmla="*/ 270240 w 857250"/>
              <a:gd name="connsiteY15" fmla="*/ 311465 h 829160"/>
              <a:gd name="connsiteX16" fmla="*/ 269012 w 857250"/>
              <a:gd name="connsiteY16" fmla="*/ 312692 h 829160"/>
              <a:gd name="connsiteX17" fmla="*/ 269012 w 857250"/>
              <a:gd name="connsiteY17" fmla="*/ 368503 h 829160"/>
              <a:gd name="connsiteX18" fmla="*/ 270240 w 857250"/>
              <a:gd name="connsiteY18" fmla="*/ 369731 h 829160"/>
              <a:gd name="connsiteX19" fmla="*/ 363405 w 857250"/>
              <a:gd name="connsiteY19" fmla="*/ 369731 h 829160"/>
              <a:gd name="connsiteX20" fmla="*/ 364633 w 857250"/>
              <a:gd name="connsiteY20" fmla="*/ 368503 h 829160"/>
              <a:gd name="connsiteX21" fmla="*/ 364633 w 857250"/>
              <a:gd name="connsiteY21" fmla="*/ 312692 h 829160"/>
              <a:gd name="connsiteX22" fmla="*/ 363405 w 857250"/>
              <a:gd name="connsiteY22" fmla="*/ 311465 h 829160"/>
              <a:gd name="connsiteX23" fmla="*/ 270202 w 857250"/>
              <a:gd name="connsiteY23" fmla="*/ 287355 h 829160"/>
              <a:gd name="connsiteX24" fmla="*/ 270240 w 857250"/>
              <a:gd name="connsiteY24" fmla="*/ 287355 h 829160"/>
              <a:gd name="connsiteX25" fmla="*/ 252306 w 857250"/>
              <a:gd name="connsiteY25" fmla="*/ 294796 h 829160"/>
              <a:gd name="connsiteX26" fmla="*/ 244902 w 857250"/>
              <a:gd name="connsiteY26" fmla="*/ 313846 h 829160"/>
              <a:gd name="connsiteX27" fmla="*/ 44877 w 857250"/>
              <a:gd name="connsiteY27" fmla="*/ 256696 h 829160"/>
              <a:gd name="connsiteX28" fmla="*/ 5 w 857250"/>
              <a:gd name="connsiteY28" fmla="*/ 214690 h 829160"/>
              <a:gd name="connsiteX29" fmla="*/ 5 w 857250"/>
              <a:gd name="connsiteY29" fmla="*/ 157540 h 829160"/>
              <a:gd name="connsiteX30" fmla="*/ 34385 w 857250"/>
              <a:gd name="connsiteY30" fmla="*/ 123234 h 829160"/>
              <a:gd name="connsiteX31" fmla="*/ 599332 w 857250"/>
              <a:gd name="connsiteY31" fmla="*/ 123234 h 829160"/>
              <a:gd name="connsiteX32" fmla="*/ 633600 w 857250"/>
              <a:gd name="connsiteY32" fmla="*/ 157540 h 829160"/>
              <a:gd name="connsiteX33" fmla="*/ 633600 w 857250"/>
              <a:gd name="connsiteY33" fmla="*/ 214690 h 829160"/>
              <a:gd name="connsiteX34" fmla="*/ 588356 w 857250"/>
              <a:gd name="connsiteY34" fmla="*/ 257180 h 829160"/>
              <a:gd name="connsiteX35" fmla="*/ 388331 w 857250"/>
              <a:gd name="connsiteY35" fmla="*/ 314330 h 829160"/>
              <a:gd name="connsiteX36" fmla="*/ 388331 w 857250"/>
              <a:gd name="connsiteY36" fmla="*/ 313176 h 829160"/>
              <a:gd name="connsiteX37" fmla="*/ 362993 w 857250"/>
              <a:gd name="connsiteY37" fmla="*/ 287838 h 829160"/>
              <a:gd name="connsiteX38" fmla="*/ 300489 w 857250"/>
              <a:gd name="connsiteY38" fmla="*/ 352616 h 829160"/>
              <a:gd name="connsiteX39" fmla="*/ 300526 w 857250"/>
              <a:gd name="connsiteY39" fmla="*/ 352616 h 829160"/>
              <a:gd name="connsiteX40" fmla="*/ 291299 w 857250"/>
              <a:gd name="connsiteY40" fmla="*/ 349491 h 829160"/>
              <a:gd name="connsiteX41" fmla="*/ 287355 w 857250"/>
              <a:gd name="connsiteY41" fmla="*/ 340562 h 829160"/>
              <a:gd name="connsiteX42" fmla="*/ 291299 w 857250"/>
              <a:gd name="connsiteY42" fmla="*/ 331632 h 829160"/>
              <a:gd name="connsiteX43" fmla="*/ 300526 w 857250"/>
              <a:gd name="connsiteY43" fmla="*/ 328507 h 829160"/>
              <a:gd name="connsiteX44" fmla="*/ 333380 w 857250"/>
              <a:gd name="connsiteY44" fmla="*/ 328507 h 829160"/>
              <a:gd name="connsiteX45" fmla="*/ 342608 w 857250"/>
              <a:gd name="connsiteY45" fmla="*/ 331632 h 829160"/>
              <a:gd name="connsiteX46" fmla="*/ 346551 w 857250"/>
              <a:gd name="connsiteY46" fmla="*/ 340562 h 829160"/>
              <a:gd name="connsiteX47" fmla="*/ 342608 w 857250"/>
              <a:gd name="connsiteY47" fmla="*/ 349491 h 829160"/>
              <a:gd name="connsiteX48" fmla="*/ 333380 w 857250"/>
              <a:gd name="connsiteY48" fmla="*/ 352616 h 829160"/>
              <a:gd name="connsiteX49" fmla="*/ 797608 w 857250"/>
              <a:gd name="connsiteY49" fmla="*/ 492548 h 829160"/>
              <a:gd name="connsiteX50" fmla="*/ 804678 w 857250"/>
              <a:gd name="connsiteY50" fmla="*/ 512529 h 829160"/>
              <a:gd name="connsiteX51" fmla="*/ 812565 w 857250"/>
              <a:gd name="connsiteY51" fmla="*/ 520528 h 829160"/>
              <a:gd name="connsiteX52" fmla="*/ 857251 w 857250"/>
              <a:gd name="connsiteY52" fmla="*/ 537866 h 829160"/>
              <a:gd name="connsiteX53" fmla="*/ 857251 w 857250"/>
              <a:gd name="connsiteY53" fmla="*/ 609676 h 829160"/>
              <a:gd name="connsiteX54" fmla="*/ 811896 w 857250"/>
              <a:gd name="connsiteY54" fmla="*/ 627200 h 829160"/>
              <a:gd name="connsiteX55" fmla="*/ 804678 w 857250"/>
              <a:gd name="connsiteY55" fmla="*/ 634939 h 829160"/>
              <a:gd name="connsiteX56" fmla="*/ 788493 w 857250"/>
              <a:gd name="connsiteY56" fmla="*/ 674156 h 829160"/>
              <a:gd name="connsiteX57" fmla="*/ 788493 w 857250"/>
              <a:gd name="connsiteY57" fmla="*/ 684648 h 829160"/>
              <a:gd name="connsiteX58" fmla="*/ 807729 w 857250"/>
              <a:gd name="connsiteY58" fmla="*/ 729037 h 829160"/>
              <a:gd name="connsiteX59" fmla="*/ 756978 w 857250"/>
              <a:gd name="connsiteY59" fmla="*/ 779713 h 829160"/>
              <a:gd name="connsiteX60" fmla="*/ 712479 w 857250"/>
              <a:gd name="connsiteY60" fmla="*/ 760290 h 829160"/>
              <a:gd name="connsiteX61" fmla="*/ 701503 w 857250"/>
              <a:gd name="connsiteY61" fmla="*/ 760848 h 829160"/>
              <a:gd name="connsiteX62" fmla="*/ 662733 w 857250"/>
              <a:gd name="connsiteY62" fmla="*/ 776662 h 829160"/>
              <a:gd name="connsiteX63" fmla="*/ 654734 w 857250"/>
              <a:gd name="connsiteY63" fmla="*/ 784475 h 829160"/>
              <a:gd name="connsiteX64" fmla="*/ 637396 w 857250"/>
              <a:gd name="connsiteY64" fmla="*/ 829161 h 829160"/>
              <a:gd name="connsiteX65" fmla="*/ 565586 w 857250"/>
              <a:gd name="connsiteY65" fmla="*/ 829161 h 829160"/>
              <a:gd name="connsiteX66" fmla="*/ 548062 w 857250"/>
              <a:gd name="connsiteY66" fmla="*/ 783806 h 829160"/>
              <a:gd name="connsiteX67" fmla="*/ 540360 w 857250"/>
              <a:gd name="connsiteY67" fmla="*/ 776662 h 829160"/>
              <a:gd name="connsiteX68" fmla="*/ 501106 w 857250"/>
              <a:gd name="connsiteY68" fmla="*/ 760366 h 829160"/>
              <a:gd name="connsiteX69" fmla="*/ 490651 w 857250"/>
              <a:gd name="connsiteY69" fmla="*/ 760366 h 829160"/>
              <a:gd name="connsiteX70" fmla="*/ 446151 w 857250"/>
              <a:gd name="connsiteY70" fmla="*/ 779974 h 829160"/>
              <a:gd name="connsiteX71" fmla="*/ 395401 w 857250"/>
              <a:gd name="connsiteY71" fmla="*/ 729037 h 829160"/>
              <a:gd name="connsiteX72" fmla="*/ 415009 w 857250"/>
              <a:gd name="connsiteY72" fmla="*/ 684463 h 829160"/>
              <a:gd name="connsiteX73" fmla="*/ 414451 w 857250"/>
              <a:gd name="connsiteY73" fmla="*/ 673524 h 829160"/>
              <a:gd name="connsiteX74" fmla="*/ 398340 w 857250"/>
              <a:gd name="connsiteY74" fmla="*/ 634755 h 829160"/>
              <a:gd name="connsiteX75" fmla="*/ 390527 w 857250"/>
              <a:gd name="connsiteY75" fmla="*/ 626755 h 829160"/>
              <a:gd name="connsiteX76" fmla="*/ 345841 w 857250"/>
              <a:gd name="connsiteY76" fmla="*/ 609529 h 829160"/>
              <a:gd name="connsiteX77" fmla="*/ 345841 w 857250"/>
              <a:gd name="connsiteY77" fmla="*/ 537868 h 829160"/>
              <a:gd name="connsiteX78" fmla="*/ 391197 w 857250"/>
              <a:gd name="connsiteY78" fmla="*/ 520344 h 829160"/>
              <a:gd name="connsiteX79" fmla="*/ 398340 w 857250"/>
              <a:gd name="connsiteY79" fmla="*/ 512531 h 829160"/>
              <a:gd name="connsiteX80" fmla="*/ 414637 w 857250"/>
              <a:gd name="connsiteY80" fmla="*/ 473389 h 829160"/>
              <a:gd name="connsiteX81" fmla="*/ 414637 w 857250"/>
              <a:gd name="connsiteY81" fmla="*/ 462822 h 829160"/>
              <a:gd name="connsiteX82" fmla="*/ 395028 w 857250"/>
              <a:gd name="connsiteY82" fmla="*/ 418322 h 829160"/>
              <a:gd name="connsiteX83" fmla="*/ 445779 w 857250"/>
              <a:gd name="connsiteY83" fmla="*/ 367572 h 829160"/>
              <a:gd name="connsiteX84" fmla="*/ 490278 w 857250"/>
              <a:gd name="connsiteY84" fmla="*/ 387291 h 829160"/>
              <a:gd name="connsiteX85" fmla="*/ 490241 w 857250"/>
              <a:gd name="connsiteY85" fmla="*/ 387291 h 829160"/>
              <a:gd name="connsiteX86" fmla="*/ 501217 w 857250"/>
              <a:gd name="connsiteY86" fmla="*/ 386622 h 829160"/>
              <a:gd name="connsiteX87" fmla="*/ 539987 w 857250"/>
              <a:gd name="connsiteY87" fmla="*/ 370623 h 829160"/>
              <a:gd name="connsiteX88" fmla="*/ 547986 w 857250"/>
              <a:gd name="connsiteY88" fmla="*/ 362697 h 829160"/>
              <a:gd name="connsiteX89" fmla="*/ 565213 w 857250"/>
              <a:gd name="connsiteY89" fmla="*/ 318012 h 829160"/>
              <a:gd name="connsiteX90" fmla="*/ 637022 w 857250"/>
              <a:gd name="connsiteY90" fmla="*/ 318012 h 829160"/>
              <a:gd name="connsiteX91" fmla="*/ 654547 w 857250"/>
              <a:gd name="connsiteY91" fmla="*/ 363367 h 829160"/>
              <a:gd name="connsiteX92" fmla="*/ 662360 w 857250"/>
              <a:gd name="connsiteY92" fmla="*/ 370623 h 829160"/>
              <a:gd name="connsiteX93" fmla="*/ 701502 w 857250"/>
              <a:gd name="connsiteY93" fmla="*/ 386807 h 829160"/>
              <a:gd name="connsiteX94" fmla="*/ 712106 w 857250"/>
              <a:gd name="connsiteY94" fmla="*/ 386807 h 829160"/>
              <a:gd name="connsiteX95" fmla="*/ 756606 w 857250"/>
              <a:gd name="connsiteY95" fmla="*/ 367088 h 829160"/>
              <a:gd name="connsiteX96" fmla="*/ 807356 w 857250"/>
              <a:gd name="connsiteY96" fmla="*/ 417838 h 829160"/>
              <a:gd name="connsiteX97" fmla="*/ 787637 w 857250"/>
              <a:gd name="connsiteY97" fmla="*/ 462338 h 829160"/>
              <a:gd name="connsiteX98" fmla="*/ 788306 w 857250"/>
              <a:gd name="connsiteY98" fmla="*/ 473276 h 829160"/>
              <a:gd name="connsiteX99" fmla="*/ 797273 w 857250"/>
              <a:gd name="connsiteY99" fmla="*/ 492326 h 829160"/>
              <a:gd name="connsiteX100" fmla="*/ 321358 w 857250"/>
              <a:gd name="connsiteY100" fmla="*/ 605877 h 829160"/>
              <a:gd name="connsiteX101" fmla="*/ 34380 w 857250"/>
              <a:gd name="connsiteY101" fmla="*/ 605877 h 829160"/>
              <a:gd name="connsiteX102" fmla="*/ 0 w 857250"/>
              <a:gd name="connsiteY102" fmla="*/ 571497 h 829160"/>
              <a:gd name="connsiteX103" fmla="*/ 0 w 857250"/>
              <a:gd name="connsiteY103" fmla="*/ 262306 h 829160"/>
              <a:gd name="connsiteX104" fmla="*/ 38770 w 857250"/>
              <a:gd name="connsiteY104" fmla="*/ 280687 h 829160"/>
              <a:gd name="connsiteX105" fmla="*/ 244900 w 857250"/>
              <a:gd name="connsiteY105" fmla="*/ 338506 h 829160"/>
              <a:gd name="connsiteX106" fmla="*/ 244900 w 857250"/>
              <a:gd name="connsiteY106" fmla="*/ 368235 h 829160"/>
              <a:gd name="connsiteX107" fmla="*/ 270239 w 857250"/>
              <a:gd name="connsiteY107" fmla="*/ 393573 h 829160"/>
              <a:gd name="connsiteX108" fmla="*/ 363404 w 857250"/>
              <a:gd name="connsiteY108" fmla="*/ 393573 h 829160"/>
              <a:gd name="connsiteX109" fmla="*/ 363367 w 857250"/>
              <a:gd name="connsiteY109" fmla="*/ 393573 h 829160"/>
              <a:gd name="connsiteX110" fmla="*/ 388706 w 857250"/>
              <a:gd name="connsiteY110" fmla="*/ 368235 h 829160"/>
              <a:gd name="connsiteX111" fmla="*/ 388706 w 857250"/>
              <a:gd name="connsiteY111" fmla="*/ 338506 h 829160"/>
              <a:gd name="connsiteX112" fmla="*/ 594836 w 857250"/>
              <a:gd name="connsiteY112" fmla="*/ 279943 h 829160"/>
              <a:gd name="connsiteX113" fmla="*/ 633606 w 857250"/>
              <a:gd name="connsiteY113" fmla="*/ 262306 h 829160"/>
              <a:gd name="connsiteX114" fmla="*/ 633606 w 857250"/>
              <a:gd name="connsiteY114" fmla="*/ 294416 h 829160"/>
              <a:gd name="connsiteX115" fmla="*/ 557406 w 857250"/>
              <a:gd name="connsiteY115" fmla="*/ 294416 h 829160"/>
              <a:gd name="connsiteX116" fmla="*/ 546169 w 857250"/>
              <a:gd name="connsiteY116" fmla="*/ 302118 h 829160"/>
              <a:gd name="connsiteX117" fmla="*/ 527789 w 857250"/>
              <a:gd name="connsiteY117" fmla="*/ 349743 h 829160"/>
              <a:gd name="connsiteX118" fmla="*/ 495307 w 857250"/>
              <a:gd name="connsiteY118" fmla="*/ 362877 h 829160"/>
              <a:gd name="connsiteX119" fmla="*/ 449095 w 857250"/>
              <a:gd name="connsiteY119" fmla="*/ 342488 h 829160"/>
              <a:gd name="connsiteX120" fmla="*/ 449095 w 857250"/>
              <a:gd name="connsiteY120" fmla="*/ 342525 h 829160"/>
              <a:gd name="connsiteX121" fmla="*/ 435217 w 857250"/>
              <a:gd name="connsiteY121" fmla="*/ 344683 h 829160"/>
              <a:gd name="connsiteX122" fmla="*/ 372524 w 857250"/>
              <a:gd name="connsiteY122" fmla="*/ 407079 h 829160"/>
              <a:gd name="connsiteX123" fmla="*/ 369957 w 857250"/>
              <a:gd name="connsiteY123" fmla="*/ 420512 h 829160"/>
              <a:gd name="connsiteX124" fmla="*/ 390533 w 857250"/>
              <a:gd name="connsiteY124" fmla="*/ 467281 h 829160"/>
              <a:gd name="connsiteX125" fmla="*/ 377100 w 857250"/>
              <a:gd name="connsiteY125" fmla="*/ 500433 h 829160"/>
              <a:gd name="connsiteX126" fmla="*/ 330443 w 857250"/>
              <a:gd name="connsiteY126" fmla="*/ 518515 h 829160"/>
              <a:gd name="connsiteX127" fmla="*/ 321774 w 857250"/>
              <a:gd name="connsiteY127" fmla="*/ 530049 h 829160"/>
              <a:gd name="connsiteX128" fmla="*/ 321774 w 857250"/>
              <a:gd name="connsiteY128" fmla="*/ 606249 h 829160"/>
              <a:gd name="connsiteX129" fmla="*/ 633188 w 857250"/>
              <a:gd name="connsiteY129" fmla="*/ 446819 h 829160"/>
              <a:gd name="connsiteX130" fmla="*/ 633225 w 857250"/>
              <a:gd name="connsiteY130" fmla="*/ 446819 h 829160"/>
              <a:gd name="connsiteX131" fmla="*/ 508657 w 857250"/>
              <a:gd name="connsiteY131" fmla="*/ 481310 h 829160"/>
              <a:gd name="connsiteX132" fmla="*/ 474166 w 857250"/>
              <a:gd name="connsiteY132" fmla="*/ 605878 h 829160"/>
              <a:gd name="connsiteX133" fmla="*/ 598963 w 857250"/>
              <a:gd name="connsiteY133" fmla="*/ 605878 h 829160"/>
              <a:gd name="connsiteX134" fmla="*/ 598925 w 857250"/>
              <a:gd name="connsiteY134" fmla="*/ 605878 h 829160"/>
              <a:gd name="connsiteX135" fmla="*/ 633231 w 857250"/>
              <a:gd name="connsiteY135" fmla="*/ 571498 h 829160"/>
              <a:gd name="connsiteX136" fmla="*/ 633231 w 857250"/>
              <a:gd name="connsiteY136" fmla="*/ 446816 h 829160"/>
              <a:gd name="connsiteX137" fmla="*/ 601078 w 857250"/>
              <a:gd name="connsiteY137" fmla="*/ 418728 h 829160"/>
              <a:gd name="connsiteX138" fmla="*/ 601115 w 857250"/>
              <a:gd name="connsiteY138" fmla="*/ 418728 h 829160"/>
              <a:gd name="connsiteX139" fmla="*/ 491616 w 857250"/>
              <a:gd name="connsiteY139" fmla="*/ 464344 h 829160"/>
              <a:gd name="connsiteX140" fmla="*/ 446446 w 857250"/>
              <a:gd name="connsiteY140" fmla="*/ 574034 h 829160"/>
              <a:gd name="connsiteX141" fmla="*/ 491987 w 857250"/>
              <a:gd name="connsiteY141" fmla="*/ 683571 h 829160"/>
              <a:gd name="connsiteX142" fmla="*/ 601639 w 857250"/>
              <a:gd name="connsiteY142" fmla="*/ 728852 h 829160"/>
              <a:gd name="connsiteX143" fmla="*/ 711215 w 857250"/>
              <a:gd name="connsiteY143" fmla="*/ 683385 h 829160"/>
              <a:gd name="connsiteX144" fmla="*/ 756570 w 857250"/>
              <a:gd name="connsiteY144" fmla="*/ 573772 h 829160"/>
              <a:gd name="connsiteX145" fmla="*/ 711177 w 857250"/>
              <a:gd name="connsiteY145" fmla="*/ 464082 h 829160"/>
              <a:gd name="connsiteX146" fmla="*/ 601488 w 857250"/>
              <a:gd name="connsiteY146" fmla="*/ 418727 h 82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857250" h="829160">
                <a:moveTo>
                  <a:pt x="188499" y="99343"/>
                </a:moveTo>
                <a:lnTo>
                  <a:pt x="188499" y="46658"/>
                </a:lnTo>
                <a:cubicBezTo>
                  <a:pt x="188499" y="43459"/>
                  <a:pt x="189727" y="40370"/>
                  <a:pt x="191996" y="38101"/>
                </a:cubicBezTo>
                <a:cubicBezTo>
                  <a:pt x="194229" y="35831"/>
                  <a:pt x="197317" y="34566"/>
                  <a:pt x="200516" y="34566"/>
                </a:cubicBezTo>
                <a:lnTo>
                  <a:pt x="433098" y="34566"/>
                </a:lnTo>
                <a:cubicBezTo>
                  <a:pt x="436298" y="34566"/>
                  <a:pt x="439386" y="35831"/>
                  <a:pt x="441619" y="38101"/>
                </a:cubicBezTo>
                <a:cubicBezTo>
                  <a:pt x="443888" y="40370"/>
                  <a:pt x="445153" y="43459"/>
                  <a:pt x="445116" y="46658"/>
                </a:cubicBezTo>
                <a:lnTo>
                  <a:pt x="445116" y="99343"/>
                </a:lnTo>
                <a:lnTo>
                  <a:pt x="479792" y="99343"/>
                </a:lnTo>
                <a:lnTo>
                  <a:pt x="479792" y="18455"/>
                </a:lnTo>
                <a:cubicBezTo>
                  <a:pt x="479495" y="8409"/>
                  <a:pt x="471384" y="298"/>
                  <a:pt x="461301" y="0"/>
                </a:cubicBezTo>
                <a:lnTo>
                  <a:pt x="172426" y="0"/>
                </a:lnTo>
                <a:cubicBezTo>
                  <a:pt x="162120" y="0"/>
                  <a:pt x="153673" y="8186"/>
                  <a:pt x="153376" y="18455"/>
                </a:cubicBezTo>
                <a:lnTo>
                  <a:pt x="153376" y="99306"/>
                </a:lnTo>
                <a:close/>
                <a:moveTo>
                  <a:pt x="363368" y="311465"/>
                </a:moveTo>
                <a:lnTo>
                  <a:pt x="270240" y="311465"/>
                </a:lnTo>
                <a:lnTo>
                  <a:pt x="269012" y="312692"/>
                </a:lnTo>
                <a:lnTo>
                  <a:pt x="269012" y="368503"/>
                </a:lnTo>
                <a:lnTo>
                  <a:pt x="270240" y="369731"/>
                </a:lnTo>
                <a:lnTo>
                  <a:pt x="363405" y="369731"/>
                </a:lnTo>
                <a:lnTo>
                  <a:pt x="364633" y="368503"/>
                </a:lnTo>
                <a:lnTo>
                  <a:pt x="364633" y="312692"/>
                </a:lnTo>
                <a:lnTo>
                  <a:pt x="363405" y="311465"/>
                </a:lnTo>
                <a:close/>
                <a:moveTo>
                  <a:pt x="270202" y="287355"/>
                </a:moveTo>
                <a:lnTo>
                  <a:pt x="270240" y="287355"/>
                </a:lnTo>
                <a:cubicBezTo>
                  <a:pt x="263505" y="287355"/>
                  <a:pt x="257068" y="290033"/>
                  <a:pt x="252306" y="294796"/>
                </a:cubicBezTo>
                <a:cubicBezTo>
                  <a:pt x="247320" y="299857"/>
                  <a:pt x="244641" y="306740"/>
                  <a:pt x="244902" y="313846"/>
                </a:cubicBezTo>
                <a:lnTo>
                  <a:pt x="44877" y="256696"/>
                </a:lnTo>
                <a:cubicBezTo>
                  <a:pt x="23706" y="250967"/>
                  <a:pt x="5" y="238985"/>
                  <a:pt x="5" y="214690"/>
                </a:cubicBezTo>
                <a:lnTo>
                  <a:pt x="5" y="157540"/>
                </a:lnTo>
                <a:cubicBezTo>
                  <a:pt x="117" y="138601"/>
                  <a:pt x="15446" y="123308"/>
                  <a:pt x="34385" y="123234"/>
                </a:cubicBezTo>
                <a:lnTo>
                  <a:pt x="599332" y="123234"/>
                </a:lnTo>
                <a:cubicBezTo>
                  <a:pt x="618234" y="123309"/>
                  <a:pt x="633563" y="138638"/>
                  <a:pt x="633600" y="157540"/>
                </a:cubicBezTo>
                <a:lnTo>
                  <a:pt x="633600" y="214690"/>
                </a:lnTo>
                <a:cubicBezTo>
                  <a:pt x="633600" y="239060"/>
                  <a:pt x="609899" y="251078"/>
                  <a:pt x="588356" y="257180"/>
                </a:cubicBezTo>
                <a:lnTo>
                  <a:pt x="388331" y="314330"/>
                </a:lnTo>
                <a:lnTo>
                  <a:pt x="388331" y="313176"/>
                </a:lnTo>
                <a:cubicBezTo>
                  <a:pt x="388294" y="299224"/>
                  <a:pt x="376983" y="287876"/>
                  <a:pt x="362993" y="287838"/>
                </a:cubicBezTo>
                <a:close/>
                <a:moveTo>
                  <a:pt x="300489" y="352616"/>
                </a:moveTo>
                <a:lnTo>
                  <a:pt x="300526" y="352616"/>
                </a:lnTo>
                <a:cubicBezTo>
                  <a:pt x="297140" y="352914"/>
                  <a:pt x="293792" y="351761"/>
                  <a:pt x="291299" y="349491"/>
                </a:cubicBezTo>
                <a:cubicBezTo>
                  <a:pt x="288769" y="347184"/>
                  <a:pt x="287355" y="343948"/>
                  <a:pt x="287355" y="340562"/>
                </a:cubicBezTo>
                <a:cubicBezTo>
                  <a:pt x="287355" y="337175"/>
                  <a:pt x="288769" y="333939"/>
                  <a:pt x="291299" y="331632"/>
                </a:cubicBezTo>
                <a:cubicBezTo>
                  <a:pt x="293792" y="329362"/>
                  <a:pt x="297140" y="328209"/>
                  <a:pt x="300526" y="328507"/>
                </a:cubicBezTo>
                <a:lnTo>
                  <a:pt x="333380" y="328507"/>
                </a:lnTo>
                <a:cubicBezTo>
                  <a:pt x="336766" y="328209"/>
                  <a:pt x="340114" y="329362"/>
                  <a:pt x="342608" y="331632"/>
                </a:cubicBezTo>
                <a:cubicBezTo>
                  <a:pt x="345137" y="333939"/>
                  <a:pt x="346551" y="337175"/>
                  <a:pt x="346551" y="340562"/>
                </a:cubicBezTo>
                <a:cubicBezTo>
                  <a:pt x="346551" y="343948"/>
                  <a:pt x="345137" y="347184"/>
                  <a:pt x="342608" y="349491"/>
                </a:cubicBezTo>
                <a:cubicBezTo>
                  <a:pt x="340114" y="351761"/>
                  <a:pt x="336766" y="352915"/>
                  <a:pt x="333380" y="352616"/>
                </a:cubicBezTo>
                <a:close/>
                <a:moveTo>
                  <a:pt x="797608" y="492548"/>
                </a:moveTo>
                <a:cubicBezTo>
                  <a:pt x="800325" y="499060"/>
                  <a:pt x="802669" y="505757"/>
                  <a:pt x="804678" y="512529"/>
                </a:cubicBezTo>
                <a:cubicBezTo>
                  <a:pt x="805831" y="516324"/>
                  <a:pt x="808771" y="519337"/>
                  <a:pt x="812565" y="520528"/>
                </a:cubicBezTo>
                <a:lnTo>
                  <a:pt x="857251" y="537866"/>
                </a:lnTo>
                <a:lnTo>
                  <a:pt x="857251" y="609676"/>
                </a:lnTo>
                <a:lnTo>
                  <a:pt x="811896" y="627200"/>
                </a:lnTo>
                <a:cubicBezTo>
                  <a:pt x="808435" y="628503"/>
                  <a:pt x="805757" y="631367"/>
                  <a:pt x="804678" y="634939"/>
                </a:cubicBezTo>
                <a:cubicBezTo>
                  <a:pt x="800585" y="648520"/>
                  <a:pt x="795153" y="661654"/>
                  <a:pt x="788493" y="674156"/>
                </a:cubicBezTo>
                <a:cubicBezTo>
                  <a:pt x="786855" y="677468"/>
                  <a:pt x="786855" y="681338"/>
                  <a:pt x="788493" y="684648"/>
                </a:cubicBezTo>
                <a:lnTo>
                  <a:pt x="807729" y="729037"/>
                </a:lnTo>
                <a:lnTo>
                  <a:pt x="756978" y="779713"/>
                </a:lnTo>
                <a:lnTo>
                  <a:pt x="712479" y="760290"/>
                </a:lnTo>
                <a:cubicBezTo>
                  <a:pt x="708944" y="758728"/>
                  <a:pt x="704888" y="758951"/>
                  <a:pt x="701503" y="760848"/>
                </a:cubicBezTo>
                <a:cubicBezTo>
                  <a:pt x="689150" y="767397"/>
                  <a:pt x="676165" y="772680"/>
                  <a:pt x="662733" y="776662"/>
                </a:cubicBezTo>
                <a:cubicBezTo>
                  <a:pt x="658939" y="777741"/>
                  <a:pt x="655925" y="780680"/>
                  <a:pt x="654734" y="784475"/>
                </a:cubicBezTo>
                <a:lnTo>
                  <a:pt x="637396" y="829161"/>
                </a:lnTo>
                <a:lnTo>
                  <a:pt x="565586" y="829161"/>
                </a:lnTo>
                <a:lnTo>
                  <a:pt x="548062" y="783806"/>
                </a:lnTo>
                <a:cubicBezTo>
                  <a:pt x="546759" y="780346"/>
                  <a:pt x="543895" y="777704"/>
                  <a:pt x="540360" y="776662"/>
                </a:cubicBezTo>
                <a:cubicBezTo>
                  <a:pt x="526779" y="772533"/>
                  <a:pt x="513608" y="767100"/>
                  <a:pt x="501106" y="760366"/>
                </a:cubicBezTo>
                <a:cubicBezTo>
                  <a:pt x="497795" y="758766"/>
                  <a:pt x="493926" y="758766"/>
                  <a:pt x="490651" y="760366"/>
                </a:cubicBezTo>
                <a:lnTo>
                  <a:pt x="446151" y="779974"/>
                </a:lnTo>
                <a:lnTo>
                  <a:pt x="395401" y="729037"/>
                </a:lnTo>
                <a:lnTo>
                  <a:pt x="415009" y="684463"/>
                </a:lnTo>
                <a:cubicBezTo>
                  <a:pt x="416534" y="680929"/>
                  <a:pt x="416348" y="676873"/>
                  <a:pt x="414451" y="673524"/>
                </a:cubicBezTo>
                <a:cubicBezTo>
                  <a:pt x="407791" y="661134"/>
                  <a:pt x="402433" y="648149"/>
                  <a:pt x="398340" y="634755"/>
                </a:cubicBezTo>
                <a:cubicBezTo>
                  <a:pt x="397224" y="630923"/>
                  <a:pt x="394285" y="627946"/>
                  <a:pt x="390527" y="626755"/>
                </a:cubicBezTo>
                <a:lnTo>
                  <a:pt x="345841" y="609529"/>
                </a:lnTo>
                <a:lnTo>
                  <a:pt x="345841" y="537868"/>
                </a:lnTo>
                <a:lnTo>
                  <a:pt x="391197" y="520344"/>
                </a:lnTo>
                <a:cubicBezTo>
                  <a:pt x="394656" y="518968"/>
                  <a:pt x="397298" y="516103"/>
                  <a:pt x="398340" y="512531"/>
                </a:cubicBezTo>
                <a:cubicBezTo>
                  <a:pt x="402470" y="498987"/>
                  <a:pt x="407902" y="485853"/>
                  <a:pt x="414637" y="473389"/>
                </a:cubicBezTo>
                <a:cubicBezTo>
                  <a:pt x="416236" y="470040"/>
                  <a:pt x="416236" y="466171"/>
                  <a:pt x="414637" y="462822"/>
                </a:cubicBezTo>
                <a:lnTo>
                  <a:pt x="395028" y="418322"/>
                </a:lnTo>
                <a:lnTo>
                  <a:pt x="445779" y="367572"/>
                </a:lnTo>
                <a:lnTo>
                  <a:pt x="490278" y="387291"/>
                </a:lnTo>
                <a:lnTo>
                  <a:pt x="490241" y="387291"/>
                </a:lnTo>
                <a:cubicBezTo>
                  <a:pt x="493813" y="388854"/>
                  <a:pt x="497868" y="388593"/>
                  <a:pt x="501217" y="386622"/>
                </a:cubicBezTo>
                <a:cubicBezTo>
                  <a:pt x="513570" y="379999"/>
                  <a:pt x="526555" y="374641"/>
                  <a:pt x="539987" y="370623"/>
                </a:cubicBezTo>
                <a:cubicBezTo>
                  <a:pt x="543744" y="369432"/>
                  <a:pt x="546758" y="366493"/>
                  <a:pt x="547986" y="362697"/>
                </a:cubicBezTo>
                <a:lnTo>
                  <a:pt x="565213" y="318012"/>
                </a:lnTo>
                <a:lnTo>
                  <a:pt x="637022" y="318012"/>
                </a:lnTo>
                <a:lnTo>
                  <a:pt x="654547" y="363367"/>
                </a:lnTo>
                <a:cubicBezTo>
                  <a:pt x="655923" y="366864"/>
                  <a:pt x="658788" y="369506"/>
                  <a:pt x="662360" y="370623"/>
                </a:cubicBezTo>
                <a:cubicBezTo>
                  <a:pt x="675941" y="374678"/>
                  <a:pt x="689038" y="380110"/>
                  <a:pt x="701502" y="386807"/>
                </a:cubicBezTo>
                <a:cubicBezTo>
                  <a:pt x="704851" y="388407"/>
                  <a:pt x="708757" y="388407"/>
                  <a:pt x="712106" y="386807"/>
                </a:cubicBezTo>
                <a:lnTo>
                  <a:pt x="756606" y="367088"/>
                </a:lnTo>
                <a:lnTo>
                  <a:pt x="807356" y="417838"/>
                </a:lnTo>
                <a:lnTo>
                  <a:pt x="787637" y="462338"/>
                </a:lnTo>
                <a:cubicBezTo>
                  <a:pt x="786075" y="465873"/>
                  <a:pt x="786297" y="469965"/>
                  <a:pt x="788306" y="473276"/>
                </a:cubicBezTo>
                <a:cubicBezTo>
                  <a:pt x="791544" y="479378"/>
                  <a:pt x="794483" y="485666"/>
                  <a:pt x="797273" y="492326"/>
                </a:cubicBezTo>
                <a:close/>
                <a:moveTo>
                  <a:pt x="321358" y="605877"/>
                </a:moveTo>
                <a:lnTo>
                  <a:pt x="34380" y="605877"/>
                </a:lnTo>
                <a:cubicBezTo>
                  <a:pt x="15441" y="605765"/>
                  <a:pt x="111" y="590436"/>
                  <a:pt x="0" y="571497"/>
                </a:cubicBezTo>
                <a:lnTo>
                  <a:pt x="0" y="262306"/>
                </a:lnTo>
                <a:cubicBezTo>
                  <a:pt x="11646" y="270826"/>
                  <a:pt x="24817" y="277078"/>
                  <a:pt x="38770" y="280687"/>
                </a:cubicBezTo>
                <a:lnTo>
                  <a:pt x="244900" y="338506"/>
                </a:lnTo>
                <a:lnTo>
                  <a:pt x="244900" y="368235"/>
                </a:lnTo>
                <a:cubicBezTo>
                  <a:pt x="244937" y="382187"/>
                  <a:pt x="256248" y="393498"/>
                  <a:pt x="270239" y="393573"/>
                </a:cubicBezTo>
                <a:lnTo>
                  <a:pt x="363404" y="393573"/>
                </a:lnTo>
                <a:lnTo>
                  <a:pt x="363367" y="393573"/>
                </a:lnTo>
                <a:cubicBezTo>
                  <a:pt x="377358" y="393499"/>
                  <a:pt x="388668" y="382188"/>
                  <a:pt x="388706" y="368235"/>
                </a:cubicBezTo>
                <a:lnTo>
                  <a:pt x="388706" y="338506"/>
                </a:lnTo>
                <a:lnTo>
                  <a:pt x="594836" y="279943"/>
                </a:lnTo>
                <a:cubicBezTo>
                  <a:pt x="608751" y="276556"/>
                  <a:pt x="621923" y="270566"/>
                  <a:pt x="633606" y="262306"/>
                </a:cubicBezTo>
                <a:lnTo>
                  <a:pt x="633606" y="294416"/>
                </a:lnTo>
                <a:lnTo>
                  <a:pt x="557406" y="294416"/>
                </a:lnTo>
                <a:cubicBezTo>
                  <a:pt x="552458" y="294490"/>
                  <a:pt x="548029" y="297504"/>
                  <a:pt x="546169" y="302118"/>
                </a:cubicBezTo>
                <a:lnTo>
                  <a:pt x="527789" y="349743"/>
                </a:lnTo>
                <a:cubicBezTo>
                  <a:pt x="516664" y="353315"/>
                  <a:pt x="505799" y="357705"/>
                  <a:pt x="495307" y="362877"/>
                </a:cubicBezTo>
                <a:lnTo>
                  <a:pt x="449095" y="342488"/>
                </a:lnTo>
                <a:lnTo>
                  <a:pt x="449095" y="342525"/>
                </a:lnTo>
                <a:cubicBezTo>
                  <a:pt x="444481" y="340106"/>
                  <a:pt x="438863" y="340999"/>
                  <a:pt x="435217" y="344683"/>
                </a:cubicBezTo>
                <a:lnTo>
                  <a:pt x="372524" y="407079"/>
                </a:lnTo>
                <a:cubicBezTo>
                  <a:pt x="368989" y="410613"/>
                  <a:pt x="367984" y="415934"/>
                  <a:pt x="369957" y="420512"/>
                </a:cubicBezTo>
                <a:lnTo>
                  <a:pt x="390533" y="467281"/>
                </a:lnTo>
                <a:cubicBezTo>
                  <a:pt x="385212" y="477960"/>
                  <a:pt x="380710" y="489048"/>
                  <a:pt x="377100" y="500433"/>
                </a:cubicBezTo>
                <a:lnTo>
                  <a:pt x="330443" y="518515"/>
                </a:lnTo>
                <a:cubicBezTo>
                  <a:pt x="325308" y="520003"/>
                  <a:pt x="321774" y="524728"/>
                  <a:pt x="321774" y="530049"/>
                </a:cubicBezTo>
                <a:lnTo>
                  <a:pt x="321774" y="606249"/>
                </a:lnTo>
                <a:close/>
                <a:moveTo>
                  <a:pt x="633188" y="446819"/>
                </a:moveTo>
                <a:lnTo>
                  <a:pt x="633225" y="446819"/>
                </a:lnTo>
                <a:cubicBezTo>
                  <a:pt x="588502" y="435619"/>
                  <a:pt x="541211" y="448716"/>
                  <a:pt x="508657" y="481310"/>
                </a:cubicBezTo>
                <a:cubicBezTo>
                  <a:pt x="476063" y="513903"/>
                  <a:pt x="462966" y="561193"/>
                  <a:pt x="474166" y="605878"/>
                </a:cubicBezTo>
                <a:lnTo>
                  <a:pt x="598963" y="605878"/>
                </a:lnTo>
                <a:lnTo>
                  <a:pt x="598925" y="605878"/>
                </a:lnTo>
                <a:cubicBezTo>
                  <a:pt x="617864" y="605766"/>
                  <a:pt x="633156" y="590437"/>
                  <a:pt x="633231" y="571498"/>
                </a:cubicBezTo>
                <a:lnTo>
                  <a:pt x="633231" y="446816"/>
                </a:lnTo>
                <a:close/>
                <a:moveTo>
                  <a:pt x="601078" y="418728"/>
                </a:moveTo>
                <a:lnTo>
                  <a:pt x="601115" y="418728"/>
                </a:lnTo>
                <a:cubicBezTo>
                  <a:pt x="560001" y="418802"/>
                  <a:pt x="520637" y="435211"/>
                  <a:pt x="491616" y="464344"/>
                </a:cubicBezTo>
                <a:cubicBezTo>
                  <a:pt x="462631" y="493477"/>
                  <a:pt x="446372" y="532916"/>
                  <a:pt x="446446" y="574034"/>
                </a:cubicBezTo>
                <a:cubicBezTo>
                  <a:pt x="446521" y="615147"/>
                  <a:pt x="462892" y="654549"/>
                  <a:pt x="491987" y="683571"/>
                </a:cubicBezTo>
                <a:cubicBezTo>
                  <a:pt x="521083" y="712593"/>
                  <a:pt x="560522" y="728889"/>
                  <a:pt x="601639" y="728852"/>
                </a:cubicBezTo>
                <a:cubicBezTo>
                  <a:pt x="642753" y="728815"/>
                  <a:pt x="682155" y="712443"/>
                  <a:pt x="711215" y="683385"/>
                </a:cubicBezTo>
                <a:cubicBezTo>
                  <a:pt x="740236" y="654289"/>
                  <a:pt x="756570" y="614887"/>
                  <a:pt x="756570" y="573772"/>
                </a:cubicBezTo>
                <a:cubicBezTo>
                  <a:pt x="756607" y="532658"/>
                  <a:pt x="740274" y="493182"/>
                  <a:pt x="711177" y="464082"/>
                </a:cubicBezTo>
                <a:cubicBezTo>
                  <a:pt x="682082" y="435023"/>
                  <a:pt x="642642" y="418690"/>
                  <a:pt x="601488" y="418727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7333CC21-52C7-5CE8-EAA6-B66A1D81937A}"/>
              </a:ext>
            </a:extLst>
          </p:cNvPr>
          <p:cNvSpPr/>
          <p:nvPr/>
        </p:nvSpPr>
        <p:spPr>
          <a:xfrm>
            <a:off x="6467465" y="1369848"/>
            <a:ext cx="589712" cy="411147"/>
          </a:xfrm>
          <a:custGeom>
            <a:avLst/>
            <a:gdLst>
              <a:gd name="connsiteX0" fmla="*/ 721289 w 912942"/>
              <a:gd name="connsiteY0" fmla="*/ 20725 h 636502"/>
              <a:gd name="connsiteX1" fmla="*/ 731224 w 912942"/>
              <a:gd name="connsiteY1" fmla="*/ 10791 h 636502"/>
              <a:gd name="connsiteX2" fmla="*/ 849058 w 912942"/>
              <a:gd name="connsiteY2" fmla="*/ 10791 h 636502"/>
              <a:gd name="connsiteX3" fmla="*/ 858992 w 912942"/>
              <a:gd name="connsiteY3" fmla="*/ 20725 h 636502"/>
              <a:gd name="connsiteX4" fmla="*/ 849058 w 912942"/>
              <a:gd name="connsiteY4" fmla="*/ 30660 h 636502"/>
              <a:gd name="connsiteX5" fmla="*/ 731186 w 912942"/>
              <a:gd name="connsiteY5" fmla="*/ 30660 h 636502"/>
              <a:gd name="connsiteX6" fmla="*/ 721288 w 912942"/>
              <a:gd name="connsiteY6" fmla="*/ 20725 h 636502"/>
              <a:gd name="connsiteX7" fmla="*/ 731187 w 912942"/>
              <a:gd name="connsiteY7" fmla="*/ 78471 h 636502"/>
              <a:gd name="connsiteX8" fmla="*/ 903008 w 912942"/>
              <a:gd name="connsiteY8" fmla="*/ 78471 h 636502"/>
              <a:gd name="connsiteX9" fmla="*/ 912943 w 912942"/>
              <a:gd name="connsiteY9" fmla="*/ 68536 h 636502"/>
              <a:gd name="connsiteX10" fmla="*/ 903008 w 912942"/>
              <a:gd name="connsiteY10" fmla="*/ 58602 h 636502"/>
              <a:gd name="connsiteX11" fmla="*/ 731187 w 912942"/>
              <a:gd name="connsiteY11" fmla="*/ 58602 h 636502"/>
              <a:gd name="connsiteX12" fmla="*/ 721252 w 912942"/>
              <a:gd name="connsiteY12" fmla="*/ 68536 h 636502"/>
              <a:gd name="connsiteX13" fmla="*/ 731187 w 912942"/>
              <a:gd name="connsiteY13" fmla="*/ 78471 h 636502"/>
              <a:gd name="connsiteX14" fmla="*/ 731187 w 912942"/>
              <a:gd name="connsiteY14" fmla="*/ 126282 h 636502"/>
              <a:gd name="connsiteX15" fmla="*/ 819777 w 912942"/>
              <a:gd name="connsiteY15" fmla="*/ 126282 h 636502"/>
              <a:gd name="connsiteX16" fmla="*/ 829711 w 912942"/>
              <a:gd name="connsiteY16" fmla="*/ 116347 h 636502"/>
              <a:gd name="connsiteX17" fmla="*/ 819777 w 912942"/>
              <a:gd name="connsiteY17" fmla="*/ 106412 h 636502"/>
              <a:gd name="connsiteX18" fmla="*/ 731187 w 912942"/>
              <a:gd name="connsiteY18" fmla="*/ 106412 h 636502"/>
              <a:gd name="connsiteX19" fmla="*/ 721252 w 912942"/>
              <a:gd name="connsiteY19" fmla="*/ 116347 h 636502"/>
              <a:gd name="connsiteX20" fmla="*/ 731187 w 912942"/>
              <a:gd name="connsiteY20" fmla="*/ 126282 h 636502"/>
              <a:gd name="connsiteX21" fmla="*/ 683897 w 912942"/>
              <a:gd name="connsiteY21" fmla="*/ 28841 h 636502"/>
              <a:gd name="connsiteX22" fmla="*/ 683897 w 912942"/>
              <a:gd name="connsiteY22" fmla="*/ 14850 h 636502"/>
              <a:gd name="connsiteX23" fmla="*/ 669907 w 912942"/>
              <a:gd name="connsiteY23" fmla="*/ 14850 h 636502"/>
              <a:gd name="connsiteX24" fmla="*/ 659601 w 912942"/>
              <a:gd name="connsiteY24" fmla="*/ 25156 h 636502"/>
              <a:gd name="connsiteX25" fmla="*/ 659601 w 912942"/>
              <a:gd name="connsiteY25" fmla="*/ 53136 h 636502"/>
              <a:gd name="connsiteX26" fmla="*/ 731187 w 912942"/>
              <a:gd name="connsiteY26" fmla="*/ 200815 h 636502"/>
              <a:gd name="connsiteX27" fmla="*/ 849020 w 912942"/>
              <a:gd name="connsiteY27" fmla="*/ 200815 h 636502"/>
              <a:gd name="connsiteX28" fmla="*/ 858955 w 912942"/>
              <a:gd name="connsiteY28" fmla="*/ 190880 h 636502"/>
              <a:gd name="connsiteX29" fmla="*/ 849020 w 912942"/>
              <a:gd name="connsiteY29" fmla="*/ 180946 h 636502"/>
              <a:gd name="connsiteX30" fmla="*/ 731187 w 912942"/>
              <a:gd name="connsiteY30" fmla="*/ 180983 h 636502"/>
              <a:gd name="connsiteX31" fmla="*/ 721252 w 912942"/>
              <a:gd name="connsiteY31" fmla="*/ 190917 h 636502"/>
              <a:gd name="connsiteX32" fmla="*/ 731187 w 912942"/>
              <a:gd name="connsiteY32" fmla="*/ 200815 h 636502"/>
              <a:gd name="connsiteX33" fmla="*/ 903046 w 912942"/>
              <a:gd name="connsiteY33" fmla="*/ 228757 h 636502"/>
              <a:gd name="connsiteX34" fmla="*/ 731187 w 912942"/>
              <a:gd name="connsiteY34" fmla="*/ 228757 h 636502"/>
              <a:gd name="connsiteX35" fmla="*/ 721252 w 912942"/>
              <a:gd name="connsiteY35" fmla="*/ 238692 h 636502"/>
              <a:gd name="connsiteX36" fmla="*/ 731187 w 912942"/>
              <a:gd name="connsiteY36" fmla="*/ 248626 h 636502"/>
              <a:gd name="connsiteX37" fmla="*/ 903008 w 912942"/>
              <a:gd name="connsiteY37" fmla="*/ 248626 h 636502"/>
              <a:gd name="connsiteX38" fmla="*/ 912943 w 912942"/>
              <a:gd name="connsiteY38" fmla="*/ 238692 h 636502"/>
              <a:gd name="connsiteX39" fmla="*/ 903045 w 912942"/>
              <a:gd name="connsiteY39" fmla="*/ 228757 h 636502"/>
              <a:gd name="connsiteX40" fmla="*/ 731187 w 912942"/>
              <a:gd name="connsiteY40" fmla="*/ 296437 h 636502"/>
              <a:gd name="connsiteX41" fmla="*/ 819777 w 912942"/>
              <a:gd name="connsiteY41" fmla="*/ 296437 h 636502"/>
              <a:gd name="connsiteX42" fmla="*/ 829711 w 912942"/>
              <a:gd name="connsiteY42" fmla="*/ 286503 h 636502"/>
              <a:gd name="connsiteX43" fmla="*/ 819777 w 912942"/>
              <a:gd name="connsiteY43" fmla="*/ 276568 h 636502"/>
              <a:gd name="connsiteX44" fmla="*/ 731187 w 912942"/>
              <a:gd name="connsiteY44" fmla="*/ 276568 h 636502"/>
              <a:gd name="connsiteX45" fmla="*/ 721252 w 912942"/>
              <a:gd name="connsiteY45" fmla="*/ 286503 h 636502"/>
              <a:gd name="connsiteX46" fmla="*/ 731187 w 912942"/>
              <a:gd name="connsiteY46" fmla="*/ 296437 h 636502"/>
              <a:gd name="connsiteX47" fmla="*/ 669907 w 912942"/>
              <a:gd name="connsiteY47" fmla="*/ 184737 h 636502"/>
              <a:gd name="connsiteX48" fmla="*/ 659601 w 912942"/>
              <a:gd name="connsiteY48" fmla="*/ 195043 h 636502"/>
              <a:gd name="connsiteX49" fmla="*/ 659601 w 912942"/>
              <a:gd name="connsiteY49" fmla="*/ 223209 h 636502"/>
              <a:gd name="connsiteX50" fmla="*/ 684008 w 912942"/>
              <a:gd name="connsiteY50" fmla="*/ 198690 h 636502"/>
              <a:gd name="connsiteX51" fmla="*/ 683897 w 912942"/>
              <a:gd name="connsiteY51" fmla="*/ 184699 h 636502"/>
              <a:gd name="connsiteX52" fmla="*/ 669907 w 912942"/>
              <a:gd name="connsiteY52" fmla="*/ 184736 h 636502"/>
              <a:gd name="connsiteX53" fmla="*/ 731187 w 912942"/>
              <a:gd name="connsiteY53" fmla="*/ 370694 h 636502"/>
              <a:gd name="connsiteX54" fmla="*/ 849020 w 912942"/>
              <a:gd name="connsiteY54" fmla="*/ 370694 h 636502"/>
              <a:gd name="connsiteX55" fmla="*/ 858955 w 912942"/>
              <a:gd name="connsiteY55" fmla="*/ 360759 h 636502"/>
              <a:gd name="connsiteX56" fmla="*/ 849020 w 912942"/>
              <a:gd name="connsiteY56" fmla="*/ 350825 h 636502"/>
              <a:gd name="connsiteX57" fmla="*/ 731187 w 912942"/>
              <a:gd name="connsiteY57" fmla="*/ 350825 h 636502"/>
              <a:gd name="connsiteX58" fmla="*/ 721252 w 912942"/>
              <a:gd name="connsiteY58" fmla="*/ 360759 h 636502"/>
              <a:gd name="connsiteX59" fmla="*/ 731187 w 912942"/>
              <a:gd name="connsiteY59" fmla="*/ 370694 h 636502"/>
              <a:gd name="connsiteX60" fmla="*/ 903046 w 912942"/>
              <a:gd name="connsiteY60" fmla="*/ 398637 h 636502"/>
              <a:gd name="connsiteX61" fmla="*/ 731187 w 912942"/>
              <a:gd name="connsiteY61" fmla="*/ 398637 h 636502"/>
              <a:gd name="connsiteX62" fmla="*/ 721252 w 912942"/>
              <a:gd name="connsiteY62" fmla="*/ 408571 h 636502"/>
              <a:gd name="connsiteX63" fmla="*/ 731187 w 912942"/>
              <a:gd name="connsiteY63" fmla="*/ 418506 h 636502"/>
              <a:gd name="connsiteX64" fmla="*/ 903008 w 912942"/>
              <a:gd name="connsiteY64" fmla="*/ 418506 h 636502"/>
              <a:gd name="connsiteX65" fmla="*/ 912943 w 912942"/>
              <a:gd name="connsiteY65" fmla="*/ 408571 h 636502"/>
              <a:gd name="connsiteX66" fmla="*/ 903045 w 912942"/>
              <a:gd name="connsiteY66" fmla="*/ 398637 h 636502"/>
              <a:gd name="connsiteX67" fmla="*/ 731187 w 912942"/>
              <a:gd name="connsiteY67" fmla="*/ 466316 h 636502"/>
              <a:gd name="connsiteX68" fmla="*/ 819777 w 912942"/>
              <a:gd name="connsiteY68" fmla="*/ 466316 h 636502"/>
              <a:gd name="connsiteX69" fmla="*/ 829711 w 912942"/>
              <a:gd name="connsiteY69" fmla="*/ 456382 h 636502"/>
              <a:gd name="connsiteX70" fmla="*/ 819777 w 912942"/>
              <a:gd name="connsiteY70" fmla="*/ 446447 h 636502"/>
              <a:gd name="connsiteX71" fmla="*/ 731187 w 912942"/>
              <a:gd name="connsiteY71" fmla="*/ 446447 h 636502"/>
              <a:gd name="connsiteX72" fmla="*/ 721252 w 912942"/>
              <a:gd name="connsiteY72" fmla="*/ 456382 h 636502"/>
              <a:gd name="connsiteX73" fmla="*/ 731187 w 912942"/>
              <a:gd name="connsiteY73" fmla="*/ 466316 h 636502"/>
              <a:gd name="connsiteX74" fmla="*/ 683897 w 912942"/>
              <a:gd name="connsiteY74" fmla="*/ 368876 h 636502"/>
              <a:gd name="connsiteX75" fmla="*/ 683897 w 912942"/>
              <a:gd name="connsiteY75" fmla="*/ 354885 h 636502"/>
              <a:gd name="connsiteX76" fmla="*/ 669907 w 912942"/>
              <a:gd name="connsiteY76" fmla="*/ 354885 h 636502"/>
              <a:gd name="connsiteX77" fmla="*/ 659601 w 912942"/>
              <a:gd name="connsiteY77" fmla="*/ 365191 h 636502"/>
              <a:gd name="connsiteX78" fmla="*/ 659601 w 912942"/>
              <a:gd name="connsiteY78" fmla="*/ 393171 h 636502"/>
              <a:gd name="connsiteX79" fmla="*/ 731187 w 912942"/>
              <a:gd name="connsiteY79" fmla="*/ 540850 h 636502"/>
              <a:gd name="connsiteX80" fmla="*/ 849020 w 912942"/>
              <a:gd name="connsiteY80" fmla="*/ 540850 h 636502"/>
              <a:gd name="connsiteX81" fmla="*/ 858955 w 912942"/>
              <a:gd name="connsiteY81" fmla="*/ 530915 h 636502"/>
              <a:gd name="connsiteX82" fmla="*/ 849020 w 912942"/>
              <a:gd name="connsiteY82" fmla="*/ 520980 h 636502"/>
              <a:gd name="connsiteX83" fmla="*/ 731187 w 912942"/>
              <a:gd name="connsiteY83" fmla="*/ 521018 h 636502"/>
              <a:gd name="connsiteX84" fmla="*/ 721252 w 912942"/>
              <a:gd name="connsiteY84" fmla="*/ 530952 h 636502"/>
              <a:gd name="connsiteX85" fmla="*/ 731187 w 912942"/>
              <a:gd name="connsiteY85" fmla="*/ 540850 h 636502"/>
              <a:gd name="connsiteX86" fmla="*/ 903046 w 912942"/>
              <a:gd name="connsiteY86" fmla="*/ 568792 h 636502"/>
              <a:gd name="connsiteX87" fmla="*/ 731187 w 912942"/>
              <a:gd name="connsiteY87" fmla="*/ 568792 h 636502"/>
              <a:gd name="connsiteX88" fmla="*/ 721252 w 912942"/>
              <a:gd name="connsiteY88" fmla="*/ 578727 h 636502"/>
              <a:gd name="connsiteX89" fmla="*/ 731187 w 912942"/>
              <a:gd name="connsiteY89" fmla="*/ 588661 h 636502"/>
              <a:gd name="connsiteX90" fmla="*/ 903008 w 912942"/>
              <a:gd name="connsiteY90" fmla="*/ 588661 h 636502"/>
              <a:gd name="connsiteX91" fmla="*/ 912943 w 912942"/>
              <a:gd name="connsiteY91" fmla="*/ 578727 h 636502"/>
              <a:gd name="connsiteX92" fmla="*/ 903045 w 912942"/>
              <a:gd name="connsiteY92" fmla="*/ 568792 h 636502"/>
              <a:gd name="connsiteX93" fmla="*/ 819777 w 912942"/>
              <a:gd name="connsiteY93" fmla="*/ 616603 h 636502"/>
              <a:gd name="connsiteX94" fmla="*/ 731187 w 912942"/>
              <a:gd name="connsiteY94" fmla="*/ 616603 h 636502"/>
              <a:gd name="connsiteX95" fmla="*/ 721252 w 912942"/>
              <a:gd name="connsiteY95" fmla="*/ 626537 h 636502"/>
              <a:gd name="connsiteX96" fmla="*/ 731187 w 912942"/>
              <a:gd name="connsiteY96" fmla="*/ 636472 h 636502"/>
              <a:gd name="connsiteX97" fmla="*/ 819777 w 912942"/>
              <a:gd name="connsiteY97" fmla="*/ 636472 h 636502"/>
              <a:gd name="connsiteX98" fmla="*/ 829711 w 912942"/>
              <a:gd name="connsiteY98" fmla="*/ 626537 h 636502"/>
              <a:gd name="connsiteX99" fmla="*/ 819777 w 912942"/>
              <a:gd name="connsiteY99" fmla="*/ 616603 h 636502"/>
              <a:gd name="connsiteX100" fmla="*/ 554306 w 912942"/>
              <a:gd name="connsiteY100" fmla="*/ 126284 h 636502"/>
              <a:gd name="connsiteX101" fmla="*/ 649632 w 912942"/>
              <a:gd name="connsiteY101" fmla="*/ 126284 h 636502"/>
              <a:gd name="connsiteX102" fmla="*/ 659566 w 912942"/>
              <a:gd name="connsiteY102" fmla="*/ 116350 h 636502"/>
              <a:gd name="connsiteX103" fmla="*/ 659566 w 912942"/>
              <a:gd name="connsiteY103" fmla="*/ 53135 h 636502"/>
              <a:gd name="connsiteX104" fmla="*/ 618675 w 912942"/>
              <a:gd name="connsiteY104" fmla="*/ 94100 h 636502"/>
              <a:gd name="connsiteX105" fmla="*/ 611643 w 912942"/>
              <a:gd name="connsiteY105" fmla="*/ 96965 h 636502"/>
              <a:gd name="connsiteX106" fmla="*/ 604611 w 912942"/>
              <a:gd name="connsiteY106" fmla="*/ 93989 h 636502"/>
              <a:gd name="connsiteX107" fmla="*/ 574548 w 912942"/>
              <a:gd name="connsiteY107" fmla="*/ 63628 h 636502"/>
              <a:gd name="connsiteX108" fmla="*/ 574548 w 912942"/>
              <a:gd name="connsiteY108" fmla="*/ 49638 h 636502"/>
              <a:gd name="connsiteX109" fmla="*/ 588650 w 912942"/>
              <a:gd name="connsiteY109" fmla="*/ 49749 h 636502"/>
              <a:gd name="connsiteX110" fmla="*/ 611644 w 912942"/>
              <a:gd name="connsiteY110" fmla="*/ 72966 h 636502"/>
              <a:gd name="connsiteX111" fmla="*/ 659566 w 912942"/>
              <a:gd name="connsiteY111" fmla="*/ 25156 h 636502"/>
              <a:gd name="connsiteX112" fmla="*/ 659566 w 912942"/>
              <a:gd name="connsiteY112" fmla="*/ 20690 h 636502"/>
              <a:gd name="connsiteX113" fmla="*/ 649632 w 912942"/>
              <a:gd name="connsiteY113" fmla="*/ 10756 h 636502"/>
              <a:gd name="connsiteX114" fmla="*/ 554306 w 912942"/>
              <a:gd name="connsiteY114" fmla="*/ 10794 h 636502"/>
              <a:gd name="connsiteX115" fmla="*/ 544371 w 912942"/>
              <a:gd name="connsiteY115" fmla="*/ 20728 h 636502"/>
              <a:gd name="connsiteX116" fmla="*/ 544371 w 912942"/>
              <a:gd name="connsiteY116" fmla="*/ 116388 h 636502"/>
              <a:gd name="connsiteX117" fmla="*/ 554306 w 912942"/>
              <a:gd name="connsiteY117" fmla="*/ 126285 h 636502"/>
              <a:gd name="connsiteX118" fmla="*/ 611678 w 912942"/>
              <a:gd name="connsiteY118" fmla="*/ 267188 h 636502"/>
              <a:gd name="connsiteX119" fmla="*/ 604646 w 912942"/>
              <a:gd name="connsiteY119" fmla="*/ 264211 h 636502"/>
              <a:gd name="connsiteX120" fmla="*/ 574583 w 912942"/>
              <a:gd name="connsiteY120" fmla="*/ 233850 h 636502"/>
              <a:gd name="connsiteX121" fmla="*/ 574583 w 912942"/>
              <a:gd name="connsiteY121" fmla="*/ 219860 h 636502"/>
              <a:gd name="connsiteX122" fmla="*/ 588685 w 912942"/>
              <a:gd name="connsiteY122" fmla="*/ 219860 h 636502"/>
              <a:gd name="connsiteX123" fmla="*/ 611679 w 912942"/>
              <a:gd name="connsiteY123" fmla="*/ 243189 h 636502"/>
              <a:gd name="connsiteX124" fmla="*/ 659602 w 912942"/>
              <a:gd name="connsiteY124" fmla="*/ 195080 h 636502"/>
              <a:gd name="connsiteX125" fmla="*/ 659602 w 912942"/>
              <a:gd name="connsiteY125" fmla="*/ 190912 h 636502"/>
              <a:gd name="connsiteX126" fmla="*/ 649667 w 912942"/>
              <a:gd name="connsiteY126" fmla="*/ 180978 h 636502"/>
              <a:gd name="connsiteX127" fmla="*/ 554303 w 912942"/>
              <a:gd name="connsiteY127" fmla="*/ 180941 h 636502"/>
              <a:gd name="connsiteX128" fmla="*/ 544368 w 912942"/>
              <a:gd name="connsiteY128" fmla="*/ 190875 h 636502"/>
              <a:gd name="connsiteX129" fmla="*/ 544368 w 912942"/>
              <a:gd name="connsiteY129" fmla="*/ 286535 h 636502"/>
              <a:gd name="connsiteX130" fmla="*/ 554303 w 912942"/>
              <a:gd name="connsiteY130" fmla="*/ 296469 h 636502"/>
              <a:gd name="connsiteX131" fmla="*/ 649629 w 912942"/>
              <a:gd name="connsiteY131" fmla="*/ 296469 h 636502"/>
              <a:gd name="connsiteX132" fmla="*/ 659563 w 912942"/>
              <a:gd name="connsiteY132" fmla="*/ 286535 h 636502"/>
              <a:gd name="connsiteX133" fmla="*/ 659563 w 912942"/>
              <a:gd name="connsiteY133" fmla="*/ 223246 h 636502"/>
              <a:gd name="connsiteX134" fmla="*/ 618673 w 912942"/>
              <a:gd name="connsiteY134" fmla="*/ 264323 h 636502"/>
              <a:gd name="connsiteX135" fmla="*/ 611677 w 912942"/>
              <a:gd name="connsiteY135" fmla="*/ 267188 h 636502"/>
              <a:gd name="connsiteX136" fmla="*/ 554306 w 912942"/>
              <a:gd name="connsiteY136" fmla="*/ 466317 h 636502"/>
              <a:gd name="connsiteX137" fmla="*/ 649632 w 912942"/>
              <a:gd name="connsiteY137" fmla="*/ 466317 h 636502"/>
              <a:gd name="connsiteX138" fmla="*/ 659566 w 912942"/>
              <a:gd name="connsiteY138" fmla="*/ 456383 h 636502"/>
              <a:gd name="connsiteX139" fmla="*/ 659566 w 912942"/>
              <a:gd name="connsiteY139" fmla="*/ 393168 h 636502"/>
              <a:gd name="connsiteX140" fmla="*/ 618675 w 912942"/>
              <a:gd name="connsiteY140" fmla="*/ 434133 h 636502"/>
              <a:gd name="connsiteX141" fmla="*/ 611643 w 912942"/>
              <a:gd name="connsiteY141" fmla="*/ 436998 h 636502"/>
              <a:gd name="connsiteX142" fmla="*/ 604611 w 912942"/>
              <a:gd name="connsiteY142" fmla="*/ 434022 h 636502"/>
              <a:gd name="connsiteX143" fmla="*/ 574548 w 912942"/>
              <a:gd name="connsiteY143" fmla="*/ 403661 h 636502"/>
              <a:gd name="connsiteX144" fmla="*/ 574548 w 912942"/>
              <a:gd name="connsiteY144" fmla="*/ 389671 h 636502"/>
              <a:gd name="connsiteX145" fmla="*/ 588650 w 912942"/>
              <a:gd name="connsiteY145" fmla="*/ 389782 h 636502"/>
              <a:gd name="connsiteX146" fmla="*/ 611644 w 912942"/>
              <a:gd name="connsiteY146" fmla="*/ 412999 h 636502"/>
              <a:gd name="connsiteX147" fmla="*/ 659566 w 912942"/>
              <a:gd name="connsiteY147" fmla="*/ 365189 h 636502"/>
              <a:gd name="connsiteX148" fmla="*/ 659566 w 912942"/>
              <a:gd name="connsiteY148" fmla="*/ 360723 h 636502"/>
              <a:gd name="connsiteX149" fmla="*/ 649632 w 912942"/>
              <a:gd name="connsiteY149" fmla="*/ 350790 h 636502"/>
              <a:gd name="connsiteX150" fmla="*/ 554306 w 912942"/>
              <a:gd name="connsiteY150" fmla="*/ 350827 h 636502"/>
              <a:gd name="connsiteX151" fmla="*/ 544371 w 912942"/>
              <a:gd name="connsiteY151" fmla="*/ 360761 h 636502"/>
              <a:gd name="connsiteX152" fmla="*/ 544371 w 912942"/>
              <a:gd name="connsiteY152" fmla="*/ 456421 h 636502"/>
              <a:gd name="connsiteX153" fmla="*/ 554306 w 912942"/>
              <a:gd name="connsiteY153" fmla="*/ 466318 h 636502"/>
              <a:gd name="connsiteX154" fmla="*/ 611678 w 912942"/>
              <a:gd name="connsiteY154" fmla="*/ 607221 h 636502"/>
              <a:gd name="connsiteX155" fmla="*/ 604646 w 912942"/>
              <a:gd name="connsiteY155" fmla="*/ 604244 h 636502"/>
              <a:gd name="connsiteX156" fmla="*/ 574583 w 912942"/>
              <a:gd name="connsiteY156" fmla="*/ 573883 h 636502"/>
              <a:gd name="connsiteX157" fmla="*/ 574583 w 912942"/>
              <a:gd name="connsiteY157" fmla="*/ 559893 h 636502"/>
              <a:gd name="connsiteX158" fmla="*/ 588685 w 912942"/>
              <a:gd name="connsiteY158" fmla="*/ 560004 h 636502"/>
              <a:gd name="connsiteX159" fmla="*/ 611679 w 912942"/>
              <a:gd name="connsiteY159" fmla="*/ 583222 h 636502"/>
              <a:gd name="connsiteX160" fmla="*/ 659602 w 912942"/>
              <a:gd name="connsiteY160" fmla="*/ 535113 h 636502"/>
              <a:gd name="connsiteX161" fmla="*/ 659602 w 912942"/>
              <a:gd name="connsiteY161" fmla="*/ 530945 h 636502"/>
              <a:gd name="connsiteX162" fmla="*/ 649667 w 912942"/>
              <a:gd name="connsiteY162" fmla="*/ 521011 h 636502"/>
              <a:gd name="connsiteX163" fmla="*/ 554303 w 912942"/>
              <a:gd name="connsiteY163" fmla="*/ 520974 h 636502"/>
              <a:gd name="connsiteX164" fmla="*/ 544368 w 912942"/>
              <a:gd name="connsiteY164" fmla="*/ 530908 h 636502"/>
              <a:gd name="connsiteX165" fmla="*/ 544368 w 912942"/>
              <a:gd name="connsiteY165" fmla="*/ 626568 h 636502"/>
              <a:gd name="connsiteX166" fmla="*/ 554303 w 912942"/>
              <a:gd name="connsiteY166" fmla="*/ 636502 h 636502"/>
              <a:gd name="connsiteX167" fmla="*/ 649629 w 912942"/>
              <a:gd name="connsiteY167" fmla="*/ 636502 h 636502"/>
              <a:gd name="connsiteX168" fmla="*/ 659563 w 912942"/>
              <a:gd name="connsiteY168" fmla="*/ 626568 h 636502"/>
              <a:gd name="connsiteX169" fmla="*/ 659563 w 912942"/>
              <a:gd name="connsiteY169" fmla="*/ 563279 h 636502"/>
              <a:gd name="connsiteX170" fmla="*/ 618673 w 912942"/>
              <a:gd name="connsiteY170" fmla="*/ 604356 h 636502"/>
              <a:gd name="connsiteX171" fmla="*/ 611677 w 912942"/>
              <a:gd name="connsiteY171" fmla="*/ 607221 h 636502"/>
              <a:gd name="connsiteX172" fmla="*/ 669908 w 912942"/>
              <a:gd name="connsiteY172" fmla="*/ 524732 h 636502"/>
              <a:gd name="connsiteX173" fmla="*/ 659602 w 912942"/>
              <a:gd name="connsiteY173" fmla="*/ 535038 h 636502"/>
              <a:gd name="connsiteX174" fmla="*/ 659602 w 912942"/>
              <a:gd name="connsiteY174" fmla="*/ 563204 h 636502"/>
              <a:gd name="connsiteX175" fmla="*/ 684009 w 912942"/>
              <a:gd name="connsiteY175" fmla="*/ 538684 h 636502"/>
              <a:gd name="connsiteX176" fmla="*/ 683898 w 912942"/>
              <a:gd name="connsiteY176" fmla="*/ 524694 h 636502"/>
              <a:gd name="connsiteX177" fmla="*/ 669908 w 912942"/>
              <a:gd name="connsiteY177" fmla="*/ 524731 h 636502"/>
              <a:gd name="connsiteX178" fmla="*/ 219889 w 912942"/>
              <a:gd name="connsiteY178" fmla="*/ 261118 h 636502"/>
              <a:gd name="connsiteX179" fmla="*/ 350601 w 912942"/>
              <a:gd name="connsiteY179" fmla="*/ 130712 h 636502"/>
              <a:gd name="connsiteX180" fmla="*/ 219889 w 912942"/>
              <a:gd name="connsiteY180" fmla="*/ 0 h 636502"/>
              <a:gd name="connsiteX181" fmla="*/ 89178 w 912942"/>
              <a:gd name="connsiteY181" fmla="*/ 130712 h 636502"/>
              <a:gd name="connsiteX182" fmla="*/ 219889 w 912942"/>
              <a:gd name="connsiteY182" fmla="*/ 261118 h 636502"/>
              <a:gd name="connsiteX183" fmla="*/ 375156 w 912942"/>
              <a:gd name="connsiteY183" fmla="*/ 280949 h 636502"/>
              <a:gd name="connsiteX184" fmla="*/ 64889 w 912942"/>
              <a:gd name="connsiteY184" fmla="*/ 280949 h 636502"/>
              <a:gd name="connsiteX185" fmla="*/ 0 w 912942"/>
              <a:gd name="connsiteY185" fmla="*/ 345838 h 636502"/>
              <a:gd name="connsiteX186" fmla="*/ 0 w 912942"/>
              <a:gd name="connsiteY186" fmla="*/ 589136 h 636502"/>
              <a:gd name="connsiteX187" fmla="*/ 27496 w 912942"/>
              <a:gd name="connsiteY187" fmla="*/ 616631 h 636502"/>
              <a:gd name="connsiteX188" fmla="*/ 412258 w 912942"/>
              <a:gd name="connsiteY188" fmla="*/ 616631 h 636502"/>
              <a:gd name="connsiteX189" fmla="*/ 439754 w 912942"/>
              <a:gd name="connsiteY189" fmla="*/ 589136 h 636502"/>
              <a:gd name="connsiteX190" fmla="*/ 439754 w 912942"/>
              <a:gd name="connsiteY190" fmla="*/ 345838 h 636502"/>
              <a:gd name="connsiteX191" fmla="*/ 375163 w 912942"/>
              <a:gd name="connsiteY191" fmla="*/ 280949 h 63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912942" h="636502">
                <a:moveTo>
                  <a:pt x="721289" y="20725"/>
                </a:moveTo>
                <a:cubicBezTo>
                  <a:pt x="721289" y="15256"/>
                  <a:pt x="725716" y="10791"/>
                  <a:pt x="731224" y="10791"/>
                </a:cubicBezTo>
                <a:lnTo>
                  <a:pt x="849058" y="10791"/>
                </a:lnTo>
                <a:cubicBezTo>
                  <a:pt x="854527" y="10791"/>
                  <a:pt x="858992" y="15218"/>
                  <a:pt x="858992" y="20725"/>
                </a:cubicBezTo>
                <a:cubicBezTo>
                  <a:pt x="858992" y="26195"/>
                  <a:pt x="854565" y="30660"/>
                  <a:pt x="849058" y="30660"/>
                </a:cubicBezTo>
                <a:lnTo>
                  <a:pt x="731186" y="30660"/>
                </a:lnTo>
                <a:cubicBezTo>
                  <a:pt x="725716" y="30660"/>
                  <a:pt x="721288" y="26196"/>
                  <a:pt x="721288" y="20725"/>
                </a:cubicBezTo>
                <a:close/>
                <a:moveTo>
                  <a:pt x="731187" y="78471"/>
                </a:moveTo>
                <a:lnTo>
                  <a:pt x="903008" y="78471"/>
                </a:lnTo>
                <a:cubicBezTo>
                  <a:pt x="908477" y="78471"/>
                  <a:pt x="912943" y="74044"/>
                  <a:pt x="912943" y="68536"/>
                </a:cubicBezTo>
                <a:cubicBezTo>
                  <a:pt x="912943" y="63067"/>
                  <a:pt x="908515" y="58602"/>
                  <a:pt x="903008" y="58602"/>
                </a:cubicBezTo>
                <a:lnTo>
                  <a:pt x="731187" y="58602"/>
                </a:lnTo>
                <a:cubicBezTo>
                  <a:pt x="725717" y="58602"/>
                  <a:pt x="721252" y="63029"/>
                  <a:pt x="721252" y="68536"/>
                </a:cubicBezTo>
                <a:cubicBezTo>
                  <a:pt x="721289" y="74005"/>
                  <a:pt x="725716" y="78471"/>
                  <a:pt x="731187" y="78471"/>
                </a:cubicBezTo>
                <a:close/>
                <a:moveTo>
                  <a:pt x="731187" y="126282"/>
                </a:moveTo>
                <a:lnTo>
                  <a:pt x="819777" y="126282"/>
                </a:lnTo>
                <a:cubicBezTo>
                  <a:pt x="825246" y="126282"/>
                  <a:pt x="829711" y="121854"/>
                  <a:pt x="829711" y="116347"/>
                </a:cubicBezTo>
                <a:cubicBezTo>
                  <a:pt x="829711" y="110878"/>
                  <a:pt x="825284" y="106412"/>
                  <a:pt x="819777" y="106412"/>
                </a:cubicBezTo>
                <a:lnTo>
                  <a:pt x="731187" y="106412"/>
                </a:lnTo>
                <a:cubicBezTo>
                  <a:pt x="725717" y="106412"/>
                  <a:pt x="721252" y="110840"/>
                  <a:pt x="721252" y="116347"/>
                </a:cubicBezTo>
                <a:cubicBezTo>
                  <a:pt x="721289" y="121816"/>
                  <a:pt x="725716" y="126282"/>
                  <a:pt x="731187" y="126282"/>
                </a:cubicBezTo>
                <a:close/>
                <a:moveTo>
                  <a:pt x="683897" y="28841"/>
                </a:moveTo>
                <a:cubicBezTo>
                  <a:pt x="687766" y="24972"/>
                  <a:pt x="687766" y="18720"/>
                  <a:pt x="683897" y="14850"/>
                </a:cubicBezTo>
                <a:cubicBezTo>
                  <a:pt x="680027" y="10980"/>
                  <a:pt x="673777" y="10981"/>
                  <a:pt x="669907" y="14850"/>
                </a:cubicBezTo>
                <a:lnTo>
                  <a:pt x="659601" y="25156"/>
                </a:lnTo>
                <a:lnTo>
                  <a:pt x="659601" y="53136"/>
                </a:lnTo>
                <a:close/>
                <a:moveTo>
                  <a:pt x="731187" y="200815"/>
                </a:moveTo>
                <a:lnTo>
                  <a:pt x="849020" y="200815"/>
                </a:lnTo>
                <a:cubicBezTo>
                  <a:pt x="854490" y="200815"/>
                  <a:pt x="858955" y="196387"/>
                  <a:pt x="858955" y="190880"/>
                </a:cubicBezTo>
                <a:cubicBezTo>
                  <a:pt x="858955" y="185411"/>
                  <a:pt x="854528" y="180946"/>
                  <a:pt x="849020" y="180946"/>
                </a:cubicBezTo>
                <a:lnTo>
                  <a:pt x="731187" y="180983"/>
                </a:lnTo>
                <a:cubicBezTo>
                  <a:pt x="725717" y="180983"/>
                  <a:pt x="721252" y="185410"/>
                  <a:pt x="721252" y="190917"/>
                </a:cubicBezTo>
                <a:cubicBezTo>
                  <a:pt x="721289" y="196386"/>
                  <a:pt x="725716" y="200815"/>
                  <a:pt x="731187" y="200815"/>
                </a:cubicBezTo>
                <a:close/>
                <a:moveTo>
                  <a:pt x="903046" y="228757"/>
                </a:moveTo>
                <a:lnTo>
                  <a:pt x="731187" y="228757"/>
                </a:lnTo>
                <a:cubicBezTo>
                  <a:pt x="725717" y="228757"/>
                  <a:pt x="721252" y="233184"/>
                  <a:pt x="721252" y="238692"/>
                </a:cubicBezTo>
                <a:cubicBezTo>
                  <a:pt x="721252" y="244161"/>
                  <a:pt x="725679" y="248626"/>
                  <a:pt x="731187" y="248626"/>
                </a:cubicBezTo>
                <a:lnTo>
                  <a:pt x="903008" y="248626"/>
                </a:lnTo>
                <a:cubicBezTo>
                  <a:pt x="908477" y="248626"/>
                  <a:pt x="912943" y="244199"/>
                  <a:pt x="912943" y="238692"/>
                </a:cubicBezTo>
                <a:cubicBezTo>
                  <a:pt x="912943" y="233223"/>
                  <a:pt x="908515" y="228757"/>
                  <a:pt x="903045" y="228757"/>
                </a:cubicBezTo>
                <a:close/>
                <a:moveTo>
                  <a:pt x="731187" y="296437"/>
                </a:moveTo>
                <a:lnTo>
                  <a:pt x="819777" y="296437"/>
                </a:lnTo>
                <a:cubicBezTo>
                  <a:pt x="825246" y="296437"/>
                  <a:pt x="829711" y="292010"/>
                  <a:pt x="829711" y="286503"/>
                </a:cubicBezTo>
                <a:cubicBezTo>
                  <a:pt x="829711" y="281033"/>
                  <a:pt x="825284" y="276568"/>
                  <a:pt x="819777" y="276568"/>
                </a:cubicBezTo>
                <a:lnTo>
                  <a:pt x="731187" y="276568"/>
                </a:lnTo>
                <a:cubicBezTo>
                  <a:pt x="725717" y="276568"/>
                  <a:pt x="721252" y="280995"/>
                  <a:pt x="721252" y="286503"/>
                </a:cubicBezTo>
                <a:cubicBezTo>
                  <a:pt x="721289" y="291972"/>
                  <a:pt x="725716" y="296437"/>
                  <a:pt x="731187" y="296437"/>
                </a:cubicBezTo>
                <a:close/>
                <a:moveTo>
                  <a:pt x="669907" y="184737"/>
                </a:moveTo>
                <a:lnTo>
                  <a:pt x="659601" y="195043"/>
                </a:lnTo>
                <a:lnTo>
                  <a:pt x="659601" y="223209"/>
                </a:lnTo>
                <a:lnTo>
                  <a:pt x="684008" y="198690"/>
                </a:lnTo>
                <a:cubicBezTo>
                  <a:pt x="687878" y="194821"/>
                  <a:pt x="687766" y="188569"/>
                  <a:pt x="683897" y="184699"/>
                </a:cubicBezTo>
                <a:cubicBezTo>
                  <a:pt x="680027" y="180867"/>
                  <a:pt x="673777" y="180867"/>
                  <a:pt x="669907" y="184736"/>
                </a:cubicBezTo>
                <a:close/>
                <a:moveTo>
                  <a:pt x="731187" y="370694"/>
                </a:moveTo>
                <a:lnTo>
                  <a:pt x="849020" y="370694"/>
                </a:lnTo>
                <a:cubicBezTo>
                  <a:pt x="854490" y="370694"/>
                  <a:pt x="858955" y="366267"/>
                  <a:pt x="858955" y="360759"/>
                </a:cubicBezTo>
                <a:cubicBezTo>
                  <a:pt x="858955" y="355290"/>
                  <a:pt x="854528" y="350825"/>
                  <a:pt x="849020" y="350825"/>
                </a:cubicBezTo>
                <a:lnTo>
                  <a:pt x="731187" y="350825"/>
                </a:lnTo>
                <a:cubicBezTo>
                  <a:pt x="725717" y="350825"/>
                  <a:pt x="721252" y="355252"/>
                  <a:pt x="721252" y="360759"/>
                </a:cubicBezTo>
                <a:cubicBezTo>
                  <a:pt x="721289" y="366229"/>
                  <a:pt x="725716" y="370694"/>
                  <a:pt x="731187" y="370694"/>
                </a:cubicBezTo>
                <a:close/>
                <a:moveTo>
                  <a:pt x="903046" y="398637"/>
                </a:moveTo>
                <a:lnTo>
                  <a:pt x="731187" y="398637"/>
                </a:lnTo>
                <a:cubicBezTo>
                  <a:pt x="725717" y="398637"/>
                  <a:pt x="721252" y="403064"/>
                  <a:pt x="721252" y="408571"/>
                </a:cubicBezTo>
                <a:cubicBezTo>
                  <a:pt x="721252" y="414040"/>
                  <a:pt x="725679" y="418506"/>
                  <a:pt x="731187" y="418506"/>
                </a:cubicBezTo>
                <a:lnTo>
                  <a:pt x="903008" y="418506"/>
                </a:lnTo>
                <a:cubicBezTo>
                  <a:pt x="908477" y="418506"/>
                  <a:pt x="912943" y="414078"/>
                  <a:pt x="912943" y="408571"/>
                </a:cubicBezTo>
                <a:cubicBezTo>
                  <a:pt x="912943" y="403102"/>
                  <a:pt x="908515" y="398637"/>
                  <a:pt x="903045" y="398637"/>
                </a:cubicBezTo>
                <a:close/>
                <a:moveTo>
                  <a:pt x="731187" y="466316"/>
                </a:moveTo>
                <a:lnTo>
                  <a:pt x="819777" y="466316"/>
                </a:lnTo>
                <a:cubicBezTo>
                  <a:pt x="825246" y="466316"/>
                  <a:pt x="829711" y="461889"/>
                  <a:pt x="829711" y="456382"/>
                </a:cubicBezTo>
                <a:cubicBezTo>
                  <a:pt x="829711" y="450913"/>
                  <a:pt x="825284" y="446447"/>
                  <a:pt x="819777" y="446447"/>
                </a:cubicBezTo>
                <a:lnTo>
                  <a:pt x="731187" y="446447"/>
                </a:lnTo>
                <a:cubicBezTo>
                  <a:pt x="725717" y="446447"/>
                  <a:pt x="721252" y="450874"/>
                  <a:pt x="721252" y="456382"/>
                </a:cubicBezTo>
                <a:cubicBezTo>
                  <a:pt x="721289" y="461851"/>
                  <a:pt x="725716" y="466316"/>
                  <a:pt x="731187" y="466316"/>
                </a:cubicBezTo>
                <a:close/>
                <a:moveTo>
                  <a:pt x="683897" y="368876"/>
                </a:moveTo>
                <a:cubicBezTo>
                  <a:pt x="687766" y="365006"/>
                  <a:pt x="687766" y="358755"/>
                  <a:pt x="683897" y="354885"/>
                </a:cubicBezTo>
                <a:cubicBezTo>
                  <a:pt x="680027" y="351015"/>
                  <a:pt x="673777" y="351016"/>
                  <a:pt x="669907" y="354885"/>
                </a:cubicBezTo>
                <a:lnTo>
                  <a:pt x="659601" y="365191"/>
                </a:lnTo>
                <a:lnTo>
                  <a:pt x="659601" y="393171"/>
                </a:lnTo>
                <a:close/>
                <a:moveTo>
                  <a:pt x="731187" y="540850"/>
                </a:moveTo>
                <a:lnTo>
                  <a:pt x="849020" y="540850"/>
                </a:lnTo>
                <a:cubicBezTo>
                  <a:pt x="854490" y="540850"/>
                  <a:pt x="858955" y="536422"/>
                  <a:pt x="858955" y="530915"/>
                </a:cubicBezTo>
                <a:cubicBezTo>
                  <a:pt x="858955" y="525446"/>
                  <a:pt x="854528" y="520980"/>
                  <a:pt x="849020" y="520980"/>
                </a:cubicBezTo>
                <a:lnTo>
                  <a:pt x="731187" y="521018"/>
                </a:lnTo>
                <a:cubicBezTo>
                  <a:pt x="725717" y="521018"/>
                  <a:pt x="721252" y="525445"/>
                  <a:pt x="721252" y="530952"/>
                </a:cubicBezTo>
                <a:cubicBezTo>
                  <a:pt x="721289" y="536384"/>
                  <a:pt x="725716" y="540850"/>
                  <a:pt x="731187" y="540850"/>
                </a:cubicBezTo>
                <a:close/>
                <a:moveTo>
                  <a:pt x="903046" y="568792"/>
                </a:moveTo>
                <a:lnTo>
                  <a:pt x="731187" y="568792"/>
                </a:lnTo>
                <a:cubicBezTo>
                  <a:pt x="725717" y="568792"/>
                  <a:pt x="721252" y="573219"/>
                  <a:pt x="721252" y="578727"/>
                </a:cubicBezTo>
                <a:cubicBezTo>
                  <a:pt x="721252" y="584196"/>
                  <a:pt x="725679" y="588661"/>
                  <a:pt x="731187" y="588661"/>
                </a:cubicBezTo>
                <a:lnTo>
                  <a:pt x="903008" y="588661"/>
                </a:lnTo>
                <a:cubicBezTo>
                  <a:pt x="908477" y="588661"/>
                  <a:pt x="912943" y="584234"/>
                  <a:pt x="912943" y="578727"/>
                </a:cubicBezTo>
                <a:cubicBezTo>
                  <a:pt x="912943" y="573257"/>
                  <a:pt x="908515" y="568792"/>
                  <a:pt x="903045" y="568792"/>
                </a:cubicBezTo>
                <a:close/>
                <a:moveTo>
                  <a:pt x="819777" y="616603"/>
                </a:moveTo>
                <a:lnTo>
                  <a:pt x="731187" y="616603"/>
                </a:lnTo>
                <a:cubicBezTo>
                  <a:pt x="725717" y="616603"/>
                  <a:pt x="721252" y="621030"/>
                  <a:pt x="721252" y="626537"/>
                </a:cubicBezTo>
                <a:cubicBezTo>
                  <a:pt x="721252" y="632007"/>
                  <a:pt x="725679" y="636472"/>
                  <a:pt x="731187" y="636472"/>
                </a:cubicBezTo>
                <a:lnTo>
                  <a:pt x="819777" y="636472"/>
                </a:lnTo>
                <a:cubicBezTo>
                  <a:pt x="825246" y="636472"/>
                  <a:pt x="829711" y="632045"/>
                  <a:pt x="829711" y="626537"/>
                </a:cubicBezTo>
                <a:cubicBezTo>
                  <a:pt x="829711" y="621068"/>
                  <a:pt x="825246" y="616603"/>
                  <a:pt x="819777" y="616603"/>
                </a:cubicBezTo>
                <a:close/>
                <a:moveTo>
                  <a:pt x="554306" y="126284"/>
                </a:moveTo>
                <a:lnTo>
                  <a:pt x="649632" y="126284"/>
                </a:lnTo>
                <a:cubicBezTo>
                  <a:pt x="655101" y="126284"/>
                  <a:pt x="659566" y="121820"/>
                  <a:pt x="659566" y="116350"/>
                </a:cubicBezTo>
                <a:lnTo>
                  <a:pt x="659566" y="53135"/>
                </a:lnTo>
                <a:lnTo>
                  <a:pt x="618675" y="94100"/>
                </a:lnTo>
                <a:cubicBezTo>
                  <a:pt x="616815" y="95886"/>
                  <a:pt x="614211" y="96965"/>
                  <a:pt x="611643" y="96965"/>
                </a:cubicBezTo>
                <a:cubicBezTo>
                  <a:pt x="608965" y="96965"/>
                  <a:pt x="606472" y="95886"/>
                  <a:pt x="604611" y="93989"/>
                </a:cubicBezTo>
                <a:lnTo>
                  <a:pt x="574548" y="63628"/>
                </a:lnTo>
                <a:cubicBezTo>
                  <a:pt x="570679" y="59758"/>
                  <a:pt x="570679" y="53508"/>
                  <a:pt x="574548" y="49638"/>
                </a:cubicBezTo>
                <a:cubicBezTo>
                  <a:pt x="578492" y="45768"/>
                  <a:pt x="584743" y="45768"/>
                  <a:pt x="588650" y="49749"/>
                </a:cubicBezTo>
                <a:lnTo>
                  <a:pt x="611644" y="72966"/>
                </a:lnTo>
                <a:lnTo>
                  <a:pt x="659566" y="25156"/>
                </a:lnTo>
                <a:lnTo>
                  <a:pt x="659566" y="20690"/>
                </a:lnTo>
                <a:cubicBezTo>
                  <a:pt x="659566" y="15221"/>
                  <a:pt x="655102" y="10756"/>
                  <a:pt x="649632" y="10756"/>
                </a:cubicBezTo>
                <a:lnTo>
                  <a:pt x="554306" y="10794"/>
                </a:lnTo>
                <a:cubicBezTo>
                  <a:pt x="548725" y="10794"/>
                  <a:pt x="544371" y="15258"/>
                  <a:pt x="544371" y="20728"/>
                </a:cubicBezTo>
                <a:lnTo>
                  <a:pt x="544371" y="116388"/>
                </a:lnTo>
                <a:cubicBezTo>
                  <a:pt x="544408" y="121820"/>
                  <a:pt x="548762" y="126285"/>
                  <a:pt x="554306" y="126285"/>
                </a:cubicBezTo>
                <a:close/>
                <a:moveTo>
                  <a:pt x="611678" y="267188"/>
                </a:moveTo>
                <a:cubicBezTo>
                  <a:pt x="608999" y="267188"/>
                  <a:pt x="606506" y="266109"/>
                  <a:pt x="604646" y="264211"/>
                </a:cubicBezTo>
                <a:lnTo>
                  <a:pt x="574583" y="233850"/>
                </a:lnTo>
                <a:cubicBezTo>
                  <a:pt x="570714" y="229981"/>
                  <a:pt x="570714" y="223730"/>
                  <a:pt x="574583" y="219860"/>
                </a:cubicBezTo>
                <a:cubicBezTo>
                  <a:pt x="578528" y="215991"/>
                  <a:pt x="584778" y="215991"/>
                  <a:pt x="588685" y="219860"/>
                </a:cubicBezTo>
                <a:lnTo>
                  <a:pt x="611679" y="243189"/>
                </a:lnTo>
                <a:lnTo>
                  <a:pt x="659602" y="195080"/>
                </a:lnTo>
                <a:lnTo>
                  <a:pt x="659602" y="190912"/>
                </a:lnTo>
                <a:cubicBezTo>
                  <a:pt x="659602" y="185443"/>
                  <a:pt x="655137" y="180978"/>
                  <a:pt x="649667" y="180978"/>
                </a:cubicBezTo>
                <a:lnTo>
                  <a:pt x="554303" y="180941"/>
                </a:lnTo>
                <a:cubicBezTo>
                  <a:pt x="548722" y="180941"/>
                  <a:pt x="544368" y="185405"/>
                  <a:pt x="544368" y="190875"/>
                </a:cubicBezTo>
                <a:lnTo>
                  <a:pt x="544368" y="286535"/>
                </a:lnTo>
                <a:cubicBezTo>
                  <a:pt x="544368" y="292004"/>
                  <a:pt x="548722" y="296469"/>
                  <a:pt x="554303" y="296469"/>
                </a:cubicBezTo>
                <a:lnTo>
                  <a:pt x="649629" y="296469"/>
                </a:lnTo>
                <a:cubicBezTo>
                  <a:pt x="655098" y="296469"/>
                  <a:pt x="659563" y="292004"/>
                  <a:pt x="659563" y="286535"/>
                </a:cubicBezTo>
                <a:lnTo>
                  <a:pt x="659563" y="223246"/>
                </a:lnTo>
                <a:lnTo>
                  <a:pt x="618673" y="264323"/>
                </a:lnTo>
                <a:cubicBezTo>
                  <a:pt x="616812" y="266109"/>
                  <a:pt x="614245" y="267188"/>
                  <a:pt x="611677" y="267188"/>
                </a:cubicBezTo>
                <a:close/>
                <a:moveTo>
                  <a:pt x="554306" y="466317"/>
                </a:moveTo>
                <a:lnTo>
                  <a:pt x="649632" y="466317"/>
                </a:lnTo>
                <a:cubicBezTo>
                  <a:pt x="655101" y="466317"/>
                  <a:pt x="659566" y="461853"/>
                  <a:pt x="659566" y="456383"/>
                </a:cubicBezTo>
                <a:lnTo>
                  <a:pt x="659566" y="393168"/>
                </a:lnTo>
                <a:lnTo>
                  <a:pt x="618675" y="434133"/>
                </a:lnTo>
                <a:cubicBezTo>
                  <a:pt x="616815" y="436031"/>
                  <a:pt x="614211" y="436998"/>
                  <a:pt x="611643" y="436998"/>
                </a:cubicBezTo>
                <a:cubicBezTo>
                  <a:pt x="608965" y="436998"/>
                  <a:pt x="606472" y="435919"/>
                  <a:pt x="604611" y="434022"/>
                </a:cubicBezTo>
                <a:lnTo>
                  <a:pt x="574548" y="403661"/>
                </a:lnTo>
                <a:cubicBezTo>
                  <a:pt x="570679" y="399791"/>
                  <a:pt x="570679" y="393541"/>
                  <a:pt x="574548" y="389671"/>
                </a:cubicBezTo>
                <a:cubicBezTo>
                  <a:pt x="578492" y="385801"/>
                  <a:pt x="584743" y="385801"/>
                  <a:pt x="588650" y="389782"/>
                </a:cubicBezTo>
                <a:lnTo>
                  <a:pt x="611644" y="412999"/>
                </a:lnTo>
                <a:lnTo>
                  <a:pt x="659566" y="365189"/>
                </a:lnTo>
                <a:lnTo>
                  <a:pt x="659566" y="360723"/>
                </a:lnTo>
                <a:cubicBezTo>
                  <a:pt x="659566" y="355254"/>
                  <a:pt x="655102" y="350790"/>
                  <a:pt x="649632" y="350790"/>
                </a:cubicBezTo>
                <a:lnTo>
                  <a:pt x="554306" y="350827"/>
                </a:lnTo>
                <a:cubicBezTo>
                  <a:pt x="548725" y="350827"/>
                  <a:pt x="544371" y="355291"/>
                  <a:pt x="544371" y="360761"/>
                </a:cubicBezTo>
                <a:lnTo>
                  <a:pt x="544371" y="456421"/>
                </a:lnTo>
                <a:cubicBezTo>
                  <a:pt x="544408" y="461853"/>
                  <a:pt x="548762" y="466318"/>
                  <a:pt x="554306" y="466318"/>
                </a:cubicBezTo>
                <a:close/>
                <a:moveTo>
                  <a:pt x="611678" y="607221"/>
                </a:moveTo>
                <a:cubicBezTo>
                  <a:pt x="608999" y="607221"/>
                  <a:pt x="606506" y="606141"/>
                  <a:pt x="604646" y="604244"/>
                </a:cubicBezTo>
                <a:lnTo>
                  <a:pt x="574583" y="573883"/>
                </a:lnTo>
                <a:cubicBezTo>
                  <a:pt x="570714" y="570014"/>
                  <a:pt x="570714" y="563763"/>
                  <a:pt x="574583" y="559893"/>
                </a:cubicBezTo>
                <a:cubicBezTo>
                  <a:pt x="578528" y="556023"/>
                  <a:pt x="584778" y="556023"/>
                  <a:pt x="588685" y="560004"/>
                </a:cubicBezTo>
                <a:lnTo>
                  <a:pt x="611679" y="583222"/>
                </a:lnTo>
                <a:lnTo>
                  <a:pt x="659602" y="535113"/>
                </a:lnTo>
                <a:lnTo>
                  <a:pt x="659602" y="530945"/>
                </a:lnTo>
                <a:cubicBezTo>
                  <a:pt x="659602" y="525476"/>
                  <a:pt x="655137" y="521011"/>
                  <a:pt x="649667" y="521011"/>
                </a:cubicBezTo>
                <a:lnTo>
                  <a:pt x="554303" y="520974"/>
                </a:lnTo>
                <a:cubicBezTo>
                  <a:pt x="548722" y="520974"/>
                  <a:pt x="544368" y="525439"/>
                  <a:pt x="544368" y="530908"/>
                </a:cubicBezTo>
                <a:lnTo>
                  <a:pt x="544368" y="626568"/>
                </a:lnTo>
                <a:cubicBezTo>
                  <a:pt x="544368" y="632037"/>
                  <a:pt x="548722" y="636502"/>
                  <a:pt x="554303" y="636502"/>
                </a:cubicBezTo>
                <a:lnTo>
                  <a:pt x="649629" y="636502"/>
                </a:lnTo>
                <a:cubicBezTo>
                  <a:pt x="655098" y="636502"/>
                  <a:pt x="659563" y="632038"/>
                  <a:pt x="659563" y="626568"/>
                </a:cubicBezTo>
                <a:lnTo>
                  <a:pt x="659563" y="563279"/>
                </a:lnTo>
                <a:lnTo>
                  <a:pt x="618673" y="604356"/>
                </a:lnTo>
                <a:cubicBezTo>
                  <a:pt x="616812" y="606104"/>
                  <a:pt x="614245" y="607221"/>
                  <a:pt x="611677" y="607221"/>
                </a:cubicBezTo>
                <a:close/>
                <a:moveTo>
                  <a:pt x="669908" y="524732"/>
                </a:moveTo>
                <a:lnTo>
                  <a:pt x="659602" y="535038"/>
                </a:lnTo>
                <a:lnTo>
                  <a:pt x="659602" y="563204"/>
                </a:lnTo>
                <a:lnTo>
                  <a:pt x="684009" y="538684"/>
                </a:lnTo>
                <a:cubicBezTo>
                  <a:pt x="687879" y="534815"/>
                  <a:pt x="687767" y="528564"/>
                  <a:pt x="683898" y="524694"/>
                </a:cubicBezTo>
                <a:cubicBezTo>
                  <a:pt x="680028" y="520899"/>
                  <a:pt x="673778" y="520899"/>
                  <a:pt x="669908" y="524731"/>
                </a:cubicBezTo>
                <a:close/>
                <a:moveTo>
                  <a:pt x="219889" y="261118"/>
                </a:moveTo>
                <a:cubicBezTo>
                  <a:pt x="291959" y="261118"/>
                  <a:pt x="350601" y="202629"/>
                  <a:pt x="350601" y="130712"/>
                </a:cubicBezTo>
                <a:cubicBezTo>
                  <a:pt x="350601" y="58642"/>
                  <a:pt x="291963" y="0"/>
                  <a:pt x="219889" y="0"/>
                </a:cubicBezTo>
                <a:cubicBezTo>
                  <a:pt x="147816" y="0"/>
                  <a:pt x="89178" y="58638"/>
                  <a:pt x="89178" y="130712"/>
                </a:cubicBezTo>
                <a:cubicBezTo>
                  <a:pt x="89178" y="202633"/>
                  <a:pt x="147816" y="261118"/>
                  <a:pt x="219889" y="261118"/>
                </a:cubicBezTo>
                <a:close/>
                <a:moveTo>
                  <a:pt x="375156" y="280949"/>
                </a:moveTo>
                <a:lnTo>
                  <a:pt x="64889" y="280949"/>
                </a:lnTo>
                <a:cubicBezTo>
                  <a:pt x="29133" y="280949"/>
                  <a:pt x="0" y="310045"/>
                  <a:pt x="0" y="345838"/>
                </a:cubicBezTo>
                <a:lnTo>
                  <a:pt x="0" y="589136"/>
                </a:lnTo>
                <a:cubicBezTo>
                  <a:pt x="0" y="604278"/>
                  <a:pt x="12316" y="616631"/>
                  <a:pt x="27496" y="616631"/>
                </a:cubicBezTo>
                <a:lnTo>
                  <a:pt x="412258" y="616631"/>
                </a:lnTo>
                <a:cubicBezTo>
                  <a:pt x="427401" y="616631"/>
                  <a:pt x="439754" y="604316"/>
                  <a:pt x="439754" y="589136"/>
                </a:cubicBezTo>
                <a:lnTo>
                  <a:pt x="439754" y="345838"/>
                </a:lnTo>
                <a:cubicBezTo>
                  <a:pt x="439754" y="310083"/>
                  <a:pt x="410769" y="280949"/>
                  <a:pt x="375163" y="280949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036C61B-A4E8-DF90-2B02-D317EB9027E3}"/>
              </a:ext>
            </a:extLst>
          </p:cNvPr>
          <p:cNvGrpSpPr/>
          <p:nvPr/>
        </p:nvGrpSpPr>
        <p:grpSpPr>
          <a:xfrm>
            <a:off x="365124" y="4111960"/>
            <a:ext cx="2508705" cy="738663"/>
            <a:chOff x="365124" y="4111960"/>
            <a:chExt cx="2508705" cy="738663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9DAB0E2-5E79-4F3F-E729-52453B15FDCE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22D2044-6986-1EAF-74D0-8EEA771C2748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7A0C1FB-40B1-0D79-2040-3C25410F72D6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AA0507A-FB7A-D5E0-2983-54B26C314C56}"/>
              </a:ext>
            </a:extLst>
          </p:cNvPr>
          <p:cNvGrpSpPr/>
          <p:nvPr/>
        </p:nvGrpSpPr>
        <p:grpSpPr>
          <a:xfrm>
            <a:off x="9197684" y="4111960"/>
            <a:ext cx="2508705" cy="738663"/>
            <a:chOff x="365124" y="4111960"/>
            <a:chExt cx="2508705" cy="738663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F95CC10-D1BB-44AF-D970-2AC4BBEF0328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FC31716-8388-3DD0-581A-1D62330BD618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90" name="Freeform: Shape 91">
              <a:extLst>
                <a:ext uri="{FF2B5EF4-FFF2-40B4-BE49-F238E27FC236}">
                  <a16:creationId xmlns:a16="http://schemas.microsoft.com/office/drawing/2014/main" id="{61ED0280-4EC3-036A-143B-C426FF8DCD67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ED1411F-71FE-1BB1-206F-F195F1E60EBC}"/>
              </a:ext>
            </a:extLst>
          </p:cNvPr>
          <p:cNvGrpSpPr/>
          <p:nvPr/>
        </p:nvGrpSpPr>
        <p:grpSpPr>
          <a:xfrm>
            <a:off x="6233420" y="4111960"/>
            <a:ext cx="2508705" cy="738663"/>
            <a:chOff x="365124" y="4111960"/>
            <a:chExt cx="2508705" cy="73866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E01F7B3-65A2-9A69-2031-40FAA83314E8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6773D6D-741D-CCDA-0B22-6F20900FEE51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95" name="Freeform: Shape 91">
              <a:extLst>
                <a:ext uri="{FF2B5EF4-FFF2-40B4-BE49-F238E27FC236}">
                  <a16:creationId xmlns:a16="http://schemas.microsoft.com/office/drawing/2014/main" id="{B572E0DF-534D-F805-8C15-CCA8E1D79DEE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2908D3D-A5CB-EB00-1CD5-BB526BDD10E6}"/>
              </a:ext>
            </a:extLst>
          </p:cNvPr>
          <p:cNvGrpSpPr/>
          <p:nvPr/>
        </p:nvGrpSpPr>
        <p:grpSpPr>
          <a:xfrm>
            <a:off x="3314245" y="4111960"/>
            <a:ext cx="2508705" cy="738663"/>
            <a:chOff x="365124" y="4111960"/>
            <a:chExt cx="2508705" cy="738663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166BC10-2F45-E89D-FE48-525AF39ABFF1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969B678-A536-D781-C3A3-A4A71193D2F1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100" name="Freeform: Shape 91">
              <a:extLst>
                <a:ext uri="{FF2B5EF4-FFF2-40B4-BE49-F238E27FC236}">
                  <a16:creationId xmlns:a16="http://schemas.microsoft.com/office/drawing/2014/main" id="{5E92170F-A05C-F061-B0EC-0CBFB7378818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7F6CA43-D531-B8F1-2329-44427F80F113}"/>
              </a:ext>
            </a:extLst>
          </p:cNvPr>
          <p:cNvGrpSpPr/>
          <p:nvPr/>
        </p:nvGrpSpPr>
        <p:grpSpPr>
          <a:xfrm>
            <a:off x="365124" y="5246279"/>
            <a:ext cx="2508705" cy="738663"/>
            <a:chOff x="365124" y="4111960"/>
            <a:chExt cx="2508705" cy="738663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F8675EB-B28E-4FAD-8551-522863645228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0974D8F-8573-97F1-BDA3-E151541D239B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107" name="Freeform: Shape 91">
              <a:extLst>
                <a:ext uri="{FF2B5EF4-FFF2-40B4-BE49-F238E27FC236}">
                  <a16:creationId xmlns:a16="http://schemas.microsoft.com/office/drawing/2014/main" id="{E32D27CC-BA30-F001-B794-1F25E76026A1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9BCCD81-E8EE-03AF-4E08-6795BC808A42}"/>
              </a:ext>
            </a:extLst>
          </p:cNvPr>
          <p:cNvGrpSpPr/>
          <p:nvPr/>
        </p:nvGrpSpPr>
        <p:grpSpPr>
          <a:xfrm>
            <a:off x="9197684" y="5246279"/>
            <a:ext cx="2508705" cy="738663"/>
            <a:chOff x="365124" y="4111960"/>
            <a:chExt cx="2508705" cy="738663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04D23F2-6039-C601-44DD-5FDC4F8BAC6D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03DD484-CBBF-0123-6F9B-4350A42462B8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113" name="Freeform: Shape 91">
              <a:extLst>
                <a:ext uri="{FF2B5EF4-FFF2-40B4-BE49-F238E27FC236}">
                  <a16:creationId xmlns:a16="http://schemas.microsoft.com/office/drawing/2014/main" id="{3CB43ACC-FE64-8CCE-A2D5-58814E97B6AE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3FE7245-C550-9F68-D2B6-E1BA9B75D0B4}"/>
              </a:ext>
            </a:extLst>
          </p:cNvPr>
          <p:cNvGrpSpPr/>
          <p:nvPr/>
        </p:nvGrpSpPr>
        <p:grpSpPr>
          <a:xfrm>
            <a:off x="6233420" y="5246279"/>
            <a:ext cx="2508705" cy="738663"/>
            <a:chOff x="365124" y="4111960"/>
            <a:chExt cx="2508705" cy="738663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910C0D0-7EAD-FDC8-7F31-1BA4EECF4E43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5343883-CBCE-EF4C-E160-DC96445F515D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118" name="Freeform: Shape 91">
              <a:extLst>
                <a:ext uri="{FF2B5EF4-FFF2-40B4-BE49-F238E27FC236}">
                  <a16:creationId xmlns:a16="http://schemas.microsoft.com/office/drawing/2014/main" id="{76A34809-3A01-BDCA-447C-5326FCFE6FE1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E36DF87-C503-BB7A-5C67-66512CBDDAC6}"/>
              </a:ext>
            </a:extLst>
          </p:cNvPr>
          <p:cNvGrpSpPr/>
          <p:nvPr/>
        </p:nvGrpSpPr>
        <p:grpSpPr>
          <a:xfrm>
            <a:off x="3314245" y="5246279"/>
            <a:ext cx="2508705" cy="738663"/>
            <a:chOff x="365124" y="4111960"/>
            <a:chExt cx="2508705" cy="7386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F4828BD-4F53-53B7-59E7-11D31F9C3440}"/>
                </a:ext>
              </a:extLst>
            </p:cNvPr>
            <p:cNvSpPr/>
            <p:nvPr/>
          </p:nvSpPr>
          <p:spPr>
            <a:xfrm>
              <a:off x="365124" y="4111960"/>
              <a:ext cx="738663" cy="7386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8CE2892-BCAD-9AD9-575A-AF69513343B9}"/>
                </a:ext>
              </a:extLst>
            </p:cNvPr>
            <p:cNvSpPr txBox="1"/>
            <p:nvPr/>
          </p:nvSpPr>
          <p:spPr>
            <a:xfrm>
              <a:off x="1179410" y="4142737"/>
              <a:ext cx="1694419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>
                  <a:solidFill>
                    <a:schemeClr val="accent2"/>
                  </a:solidFill>
                </a:rPr>
                <a:t>Lorem Ipsum: </a:t>
              </a:r>
              <a:r>
                <a:rPr lang="en-US" sz="1100" dirty="0">
                  <a:solidFill>
                    <a:schemeClr val="bg1"/>
                  </a:solidFill>
                </a:rPr>
                <a:t>Lorem Ipsum is simply dummy text of the printing and typesetting industry.</a:t>
              </a:r>
            </a:p>
          </p:txBody>
        </p:sp>
        <p:sp>
          <p:nvSpPr>
            <p:cNvPr id="123" name="Freeform: Shape 91">
              <a:extLst>
                <a:ext uri="{FF2B5EF4-FFF2-40B4-BE49-F238E27FC236}">
                  <a16:creationId xmlns:a16="http://schemas.microsoft.com/office/drawing/2014/main" id="{ED6B9333-069B-F55D-B576-4C963EE6A335}"/>
                </a:ext>
              </a:extLst>
            </p:cNvPr>
            <p:cNvSpPr/>
            <p:nvPr/>
          </p:nvSpPr>
          <p:spPr>
            <a:xfrm>
              <a:off x="553294" y="4277878"/>
              <a:ext cx="406774" cy="406826"/>
            </a:xfrm>
            <a:custGeom>
              <a:avLst/>
              <a:gdLst>
                <a:gd name="connsiteX0" fmla="*/ 3427095 w 4129649"/>
                <a:gd name="connsiteY0" fmla="*/ 2320195 h 4130182"/>
                <a:gd name="connsiteX1" fmla="*/ 3710559 w 4129649"/>
                <a:gd name="connsiteY1" fmla="*/ 2041017 h 4130182"/>
                <a:gd name="connsiteX2" fmla="*/ 3662458 w 4129649"/>
                <a:gd name="connsiteY2" fmla="*/ 1592294 h 4130182"/>
                <a:gd name="connsiteX3" fmla="*/ 3191828 w 4129649"/>
                <a:gd name="connsiteY3" fmla="*/ 1592294 h 4130182"/>
                <a:gd name="connsiteX4" fmla="*/ 3143536 w 4129649"/>
                <a:gd name="connsiteY4" fmla="*/ 2041017 h 4130182"/>
                <a:gd name="connsiteX5" fmla="*/ 3427095 w 4129649"/>
                <a:gd name="connsiteY5" fmla="*/ 2320195 h 4130182"/>
                <a:gd name="connsiteX6" fmla="*/ 3427095 w 4129649"/>
                <a:gd name="connsiteY6" fmla="*/ 2320195 h 4130182"/>
                <a:gd name="connsiteX7" fmla="*/ 2119217 w 4129649"/>
                <a:gd name="connsiteY7" fmla="*/ 1848707 h 4130182"/>
                <a:gd name="connsiteX8" fmla="*/ 2300954 w 4129649"/>
                <a:gd name="connsiteY8" fmla="*/ 2287715 h 4130182"/>
                <a:gd name="connsiteX9" fmla="*/ 1862233 w 4129649"/>
                <a:gd name="connsiteY9" fmla="*/ 2105692 h 4130182"/>
                <a:gd name="connsiteX10" fmla="*/ 2119217 w 4129649"/>
                <a:gd name="connsiteY10" fmla="*/ 1848707 h 4130182"/>
                <a:gd name="connsiteX11" fmla="*/ 2119217 w 4129649"/>
                <a:gd name="connsiteY11" fmla="*/ 1848707 h 4130182"/>
                <a:gd name="connsiteX12" fmla="*/ 2247138 w 4129649"/>
                <a:gd name="connsiteY12" fmla="*/ 1978057 h 4130182"/>
                <a:gd name="connsiteX13" fmla="*/ 1938242 w 4129649"/>
                <a:gd name="connsiteY13" fmla="*/ 2105787 h 4130182"/>
                <a:gd name="connsiteX14" fmla="*/ 2247138 w 4129649"/>
                <a:gd name="connsiteY14" fmla="*/ 2233803 h 4130182"/>
                <a:gd name="connsiteX15" fmla="*/ 2247138 w 4129649"/>
                <a:gd name="connsiteY15" fmla="*/ 1978057 h 4130182"/>
                <a:gd name="connsiteX16" fmla="*/ 2247138 w 4129649"/>
                <a:gd name="connsiteY16" fmla="*/ 1978057 h 4130182"/>
                <a:gd name="connsiteX17" fmla="*/ 429006 w 4129649"/>
                <a:gd name="connsiteY17" fmla="*/ 3786283 h 4130182"/>
                <a:gd name="connsiteX18" fmla="*/ 374999 w 4129649"/>
                <a:gd name="connsiteY18" fmla="*/ 3732276 h 4130182"/>
                <a:gd name="connsiteX19" fmla="*/ 544259 w 4129649"/>
                <a:gd name="connsiteY19" fmla="*/ 3563303 h 4130182"/>
                <a:gd name="connsiteX20" fmla="*/ 374999 w 4129649"/>
                <a:gd name="connsiteY20" fmla="*/ 3394043 h 4130182"/>
                <a:gd name="connsiteX21" fmla="*/ 429006 w 4129649"/>
                <a:gd name="connsiteY21" fmla="*/ 3340037 h 4130182"/>
                <a:gd name="connsiteX22" fmla="*/ 598265 w 4129649"/>
                <a:gd name="connsiteY22" fmla="*/ 3509296 h 4130182"/>
                <a:gd name="connsiteX23" fmla="*/ 767239 w 4129649"/>
                <a:gd name="connsiteY23" fmla="*/ 3340037 h 4130182"/>
                <a:gd name="connsiteX24" fmla="*/ 821246 w 4129649"/>
                <a:gd name="connsiteY24" fmla="*/ 3394043 h 4130182"/>
                <a:gd name="connsiteX25" fmla="*/ 651986 w 4129649"/>
                <a:gd name="connsiteY25" fmla="*/ 3563303 h 4130182"/>
                <a:gd name="connsiteX26" fmla="*/ 821246 w 4129649"/>
                <a:gd name="connsiteY26" fmla="*/ 3732276 h 4130182"/>
                <a:gd name="connsiteX27" fmla="*/ 767239 w 4129649"/>
                <a:gd name="connsiteY27" fmla="*/ 3786283 h 4130182"/>
                <a:gd name="connsiteX28" fmla="*/ 598265 w 4129649"/>
                <a:gd name="connsiteY28" fmla="*/ 3617024 h 4130182"/>
                <a:gd name="connsiteX29" fmla="*/ 429006 w 4129649"/>
                <a:gd name="connsiteY29" fmla="*/ 3786283 h 4130182"/>
                <a:gd name="connsiteX30" fmla="*/ 598265 w 4129649"/>
                <a:gd name="connsiteY30" fmla="*/ 962882 h 4130182"/>
                <a:gd name="connsiteX31" fmla="*/ 780002 w 4129649"/>
                <a:gd name="connsiteY31" fmla="*/ 1401890 h 4130182"/>
                <a:gd name="connsiteX32" fmla="*/ 340995 w 4129649"/>
                <a:gd name="connsiteY32" fmla="*/ 1219867 h 4130182"/>
                <a:gd name="connsiteX33" fmla="*/ 598265 w 4129649"/>
                <a:gd name="connsiteY33" fmla="*/ 962882 h 4130182"/>
                <a:gd name="connsiteX34" fmla="*/ 598265 w 4129649"/>
                <a:gd name="connsiteY34" fmla="*/ 962882 h 4130182"/>
                <a:gd name="connsiteX35" fmla="*/ 725996 w 4129649"/>
                <a:gd name="connsiteY35" fmla="*/ 1092232 h 4130182"/>
                <a:gd name="connsiteX36" fmla="*/ 417386 w 4129649"/>
                <a:gd name="connsiteY36" fmla="*/ 1219962 h 4130182"/>
                <a:gd name="connsiteX37" fmla="*/ 725996 w 4129649"/>
                <a:gd name="connsiteY37" fmla="*/ 1347978 h 4130182"/>
                <a:gd name="connsiteX38" fmla="*/ 725996 w 4129649"/>
                <a:gd name="connsiteY38" fmla="*/ 1092232 h 4130182"/>
                <a:gd name="connsiteX39" fmla="*/ 725996 w 4129649"/>
                <a:gd name="connsiteY39" fmla="*/ 1092232 h 4130182"/>
                <a:gd name="connsiteX40" fmla="*/ 439484 w 4129649"/>
                <a:gd name="connsiteY40" fmla="*/ 2371725 h 4130182"/>
                <a:gd name="connsiteX41" fmla="*/ 385477 w 4129649"/>
                <a:gd name="connsiteY41" fmla="*/ 2318004 h 4130182"/>
                <a:gd name="connsiteX42" fmla="*/ 554831 w 4129649"/>
                <a:gd name="connsiteY42" fmla="*/ 2148745 h 4130182"/>
                <a:gd name="connsiteX43" fmla="*/ 385572 w 4129649"/>
                <a:gd name="connsiteY43" fmla="*/ 1979486 h 4130182"/>
                <a:gd name="connsiteX44" fmla="*/ 439579 w 4129649"/>
                <a:gd name="connsiteY44" fmla="*/ 1925765 h 4130182"/>
                <a:gd name="connsiteX45" fmla="*/ 608552 w 4129649"/>
                <a:gd name="connsiteY45" fmla="*/ 2095024 h 4130182"/>
                <a:gd name="connsiteX46" fmla="*/ 777812 w 4129649"/>
                <a:gd name="connsiteY46" fmla="*/ 1925765 h 4130182"/>
                <a:gd name="connsiteX47" fmla="*/ 831818 w 4129649"/>
                <a:gd name="connsiteY47" fmla="*/ 1979486 h 4130182"/>
                <a:gd name="connsiteX48" fmla="*/ 662559 w 4129649"/>
                <a:gd name="connsiteY48" fmla="*/ 2148745 h 4130182"/>
                <a:gd name="connsiteX49" fmla="*/ 831818 w 4129649"/>
                <a:gd name="connsiteY49" fmla="*/ 2318004 h 4130182"/>
                <a:gd name="connsiteX50" fmla="*/ 777812 w 4129649"/>
                <a:gd name="connsiteY50" fmla="*/ 2371725 h 4130182"/>
                <a:gd name="connsiteX51" fmla="*/ 608552 w 4129649"/>
                <a:gd name="connsiteY51" fmla="*/ 2202752 h 4130182"/>
                <a:gd name="connsiteX52" fmla="*/ 439484 w 4129649"/>
                <a:gd name="connsiteY52" fmla="*/ 2371725 h 4130182"/>
                <a:gd name="connsiteX53" fmla="*/ 1960436 w 4129649"/>
                <a:gd name="connsiteY53" fmla="*/ 3829145 h 4130182"/>
                <a:gd name="connsiteX54" fmla="*/ 1906429 w 4129649"/>
                <a:gd name="connsiteY54" fmla="*/ 3775139 h 4130182"/>
                <a:gd name="connsiteX55" fmla="*/ 2075688 w 4129649"/>
                <a:gd name="connsiteY55" fmla="*/ 3605879 h 4130182"/>
                <a:gd name="connsiteX56" fmla="*/ 1906429 w 4129649"/>
                <a:gd name="connsiteY56" fmla="*/ 3436811 h 4130182"/>
                <a:gd name="connsiteX57" fmla="*/ 1960436 w 4129649"/>
                <a:gd name="connsiteY57" fmla="*/ 3382804 h 4130182"/>
                <a:gd name="connsiteX58" fmla="*/ 2129695 w 4129649"/>
                <a:gd name="connsiteY58" fmla="*/ 3552063 h 4130182"/>
                <a:gd name="connsiteX59" fmla="*/ 2298668 w 4129649"/>
                <a:gd name="connsiteY59" fmla="*/ 3382804 h 4130182"/>
                <a:gd name="connsiteX60" fmla="*/ 2352675 w 4129649"/>
                <a:gd name="connsiteY60" fmla="*/ 3436811 h 4130182"/>
                <a:gd name="connsiteX61" fmla="*/ 2183416 w 4129649"/>
                <a:gd name="connsiteY61" fmla="*/ 3605879 h 4130182"/>
                <a:gd name="connsiteX62" fmla="*/ 2352675 w 4129649"/>
                <a:gd name="connsiteY62" fmla="*/ 3775139 h 4130182"/>
                <a:gd name="connsiteX63" fmla="*/ 2298668 w 4129649"/>
                <a:gd name="connsiteY63" fmla="*/ 3829145 h 4130182"/>
                <a:gd name="connsiteX64" fmla="*/ 2129695 w 4129649"/>
                <a:gd name="connsiteY64" fmla="*/ 3659886 h 4130182"/>
                <a:gd name="connsiteX65" fmla="*/ 1960436 w 4129649"/>
                <a:gd name="connsiteY65" fmla="*/ 3829145 h 4130182"/>
                <a:gd name="connsiteX66" fmla="*/ 1369124 w 4129649"/>
                <a:gd name="connsiteY66" fmla="*/ 2620137 h 4130182"/>
                <a:gd name="connsiteX67" fmla="*/ 1550861 w 4129649"/>
                <a:gd name="connsiteY67" fmla="*/ 3059144 h 4130182"/>
                <a:gd name="connsiteX68" fmla="*/ 1112139 w 4129649"/>
                <a:gd name="connsiteY68" fmla="*/ 2877407 h 4130182"/>
                <a:gd name="connsiteX69" fmla="*/ 1369124 w 4129649"/>
                <a:gd name="connsiteY69" fmla="*/ 2620137 h 4130182"/>
                <a:gd name="connsiteX70" fmla="*/ 1369124 w 4129649"/>
                <a:gd name="connsiteY70" fmla="*/ 2620137 h 4130182"/>
                <a:gd name="connsiteX71" fmla="*/ 1497139 w 4129649"/>
                <a:gd name="connsiteY71" fmla="*/ 2749487 h 4130182"/>
                <a:gd name="connsiteX72" fmla="*/ 1188244 w 4129649"/>
                <a:gd name="connsiteY72" fmla="*/ 2877503 h 4130182"/>
                <a:gd name="connsiteX73" fmla="*/ 1497139 w 4129649"/>
                <a:gd name="connsiteY73" fmla="*/ 3005519 h 4130182"/>
                <a:gd name="connsiteX74" fmla="*/ 1497139 w 4129649"/>
                <a:gd name="connsiteY74" fmla="*/ 2749487 h 4130182"/>
                <a:gd name="connsiteX75" fmla="*/ 1497139 w 4129649"/>
                <a:gd name="connsiteY75" fmla="*/ 2749487 h 4130182"/>
                <a:gd name="connsiteX76" fmla="*/ 2903791 w 4129649"/>
                <a:gd name="connsiteY76" fmla="*/ 1347121 h 4130182"/>
                <a:gd name="connsiteX77" fmla="*/ 1762506 w 4129649"/>
                <a:gd name="connsiteY77" fmla="*/ 1551242 h 4130182"/>
                <a:gd name="connsiteX78" fmla="*/ 1562672 w 4129649"/>
                <a:gd name="connsiteY78" fmla="*/ 2041017 h 4130182"/>
                <a:gd name="connsiteX79" fmla="*/ 1699260 w 4129649"/>
                <a:gd name="connsiteY79" fmla="*/ 2041017 h 4130182"/>
                <a:gd name="connsiteX80" fmla="*/ 1724597 w 4129649"/>
                <a:gd name="connsiteY80" fmla="*/ 2107407 h 4130182"/>
                <a:gd name="connsiteX81" fmla="*/ 1387602 w 4129649"/>
                <a:gd name="connsiteY81" fmla="*/ 2476214 h 4130182"/>
                <a:gd name="connsiteX82" fmla="*/ 1331405 w 4129649"/>
                <a:gd name="connsiteY82" fmla="*/ 2475929 h 4130182"/>
                <a:gd name="connsiteX83" fmla="*/ 992314 w 4129649"/>
                <a:gd name="connsiteY83" fmla="*/ 2104644 h 4130182"/>
                <a:gd name="connsiteX84" fmla="*/ 1020413 w 4129649"/>
                <a:gd name="connsiteY84" fmla="*/ 2041208 h 4130182"/>
                <a:gd name="connsiteX85" fmla="*/ 1153001 w 4129649"/>
                <a:gd name="connsiteY85" fmla="*/ 2040922 h 4130182"/>
                <a:gd name="connsiteX86" fmla="*/ 2394204 w 4129649"/>
                <a:gd name="connsiteY86" fmla="*/ 859631 h 4130182"/>
                <a:gd name="connsiteX87" fmla="*/ 2903696 w 4129649"/>
                <a:gd name="connsiteY87" fmla="*/ 969264 h 4130182"/>
                <a:gd name="connsiteX88" fmla="*/ 2903696 w 4129649"/>
                <a:gd name="connsiteY88" fmla="*/ 740664 h 4130182"/>
                <a:gd name="connsiteX89" fmla="*/ 2629091 w 4129649"/>
                <a:gd name="connsiteY89" fmla="*/ 466344 h 4130182"/>
                <a:gd name="connsiteX90" fmla="*/ 2189512 w 4129649"/>
                <a:gd name="connsiteY90" fmla="*/ 466344 h 4130182"/>
                <a:gd name="connsiteX91" fmla="*/ 1927860 w 4129649"/>
                <a:gd name="connsiteY91" fmla="*/ 691801 h 4130182"/>
                <a:gd name="connsiteX92" fmla="*/ 975455 w 4129649"/>
                <a:gd name="connsiteY92" fmla="*/ 691801 h 4130182"/>
                <a:gd name="connsiteX93" fmla="*/ 714089 w 4129649"/>
                <a:gd name="connsiteY93" fmla="*/ 466344 h 4130182"/>
                <a:gd name="connsiteX94" fmla="*/ 274320 w 4129649"/>
                <a:gd name="connsiteY94" fmla="*/ 466344 h 4130182"/>
                <a:gd name="connsiteX95" fmla="*/ 0 w 4129649"/>
                <a:gd name="connsiteY95" fmla="*/ 740664 h 4130182"/>
                <a:gd name="connsiteX96" fmla="*/ 0 w 4129649"/>
                <a:gd name="connsiteY96" fmla="*/ 3854291 h 4130182"/>
                <a:gd name="connsiteX97" fmla="*/ 274320 w 4129649"/>
                <a:gd name="connsiteY97" fmla="*/ 4128897 h 4130182"/>
                <a:gd name="connsiteX98" fmla="*/ 2629281 w 4129649"/>
                <a:gd name="connsiteY98" fmla="*/ 4128897 h 4130182"/>
                <a:gd name="connsiteX99" fmla="*/ 2889314 w 4129649"/>
                <a:gd name="connsiteY99" fmla="*/ 3942017 h 4130182"/>
                <a:gd name="connsiteX100" fmla="*/ 2779109 w 4129649"/>
                <a:gd name="connsiteY100" fmla="*/ 3897440 h 4130182"/>
                <a:gd name="connsiteX101" fmla="*/ 2651665 w 4129649"/>
                <a:gd name="connsiteY101" fmla="*/ 3677126 h 4130182"/>
                <a:gd name="connsiteX102" fmla="*/ 2702147 w 4129649"/>
                <a:gd name="connsiteY102" fmla="*/ 3528917 h 4130182"/>
                <a:gd name="connsiteX103" fmla="*/ 2778252 w 4129649"/>
                <a:gd name="connsiteY103" fmla="*/ 3452527 h 4130182"/>
                <a:gd name="connsiteX104" fmla="*/ 2778252 w 4129649"/>
                <a:gd name="connsiteY104" fmla="*/ 3303175 h 4130182"/>
                <a:gd name="connsiteX105" fmla="*/ 2702147 w 4129649"/>
                <a:gd name="connsiteY105" fmla="*/ 3227070 h 4130182"/>
                <a:gd name="connsiteX106" fmla="*/ 2651665 w 4129649"/>
                <a:gd name="connsiteY106" fmla="*/ 3078575 h 4130182"/>
                <a:gd name="connsiteX107" fmla="*/ 2779109 w 4129649"/>
                <a:gd name="connsiteY107" fmla="*/ 2858548 h 4130182"/>
                <a:gd name="connsiteX108" fmla="*/ 2786158 w 4129649"/>
                <a:gd name="connsiteY108" fmla="*/ 2850452 h 4130182"/>
                <a:gd name="connsiteX109" fmla="*/ 2759678 w 4129649"/>
                <a:gd name="connsiteY109" fmla="*/ 2646045 h 4130182"/>
                <a:gd name="connsiteX110" fmla="*/ 2903887 w 4129649"/>
                <a:gd name="connsiteY110" fmla="*/ 2309908 h 4130182"/>
                <a:gd name="connsiteX111" fmla="*/ 2903887 w 4129649"/>
                <a:gd name="connsiteY111" fmla="*/ 1347121 h 4130182"/>
                <a:gd name="connsiteX112" fmla="*/ 3347466 w 4129649"/>
                <a:gd name="connsiteY112" fmla="*/ 1432370 h 4130182"/>
                <a:gd name="connsiteX113" fmla="*/ 1577626 w 4129649"/>
                <a:gd name="connsiteY113" fmla="*/ 1269873 h 4130182"/>
                <a:gd name="connsiteX114" fmla="*/ 1227677 w 4129649"/>
                <a:gd name="connsiteY114" fmla="*/ 2076926 h 4130182"/>
                <a:gd name="connsiteX115" fmla="*/ 1189577 w 4129649"/>
                <a:gd name="connsiteY115" fmla="*/ 2117408 h 4130182"/>
                <a:gd name="connsiteX116" fmla="*/ 1106710 w 4129649"/>
                <a:gd name="connsiteY116" fmla="*/ 2117408 h 4130182"/>
                <a:gd name="connsiteX117" fmla="*/ 1359980 w 4129649"/>
                <a:gd name="connsiteY117" fmla="*/ 2394395 h 4130182"/>
                <a:gd name="connsiteX118" fmla="*/ 1612964 w 4129649"/>
                <a:gd name="connsiteY118" fmla="*/ 2117408 h 4130182"/>
                <a:gd name="connsiteX119" fmla="*/ 1523048 w 4129649"/>
                <a:gd name="connsiteY119" fmla="*/ 2117122 h 4130182"/>
                <a:gd name="connsiteX120" fmla="*/ 1485233 w 4129649"/>
                <a:gd name="connsiteY120" fmla="*/ 2078260 h 4130182"/>
                <a:gd name="connsiteX121" fmla="*/ 3197828 w 4129649"/>
                <a:gd name="connsiteY121" fmla="*/ 1491806 h 4130182"/>
                <a:gd name="connsiteX122" fmla="*/ 3347466 w 4129649"/>
                <a:gd name="connsiteY122" fmla="*/ 1432370 h 4130182"/>
                <a:gd name="connsiteX123" fmla="*/ 3347466 w 4129649"/>
                <a:gd name="connsiteY123" fmla="*/ 1432370 h 4130182"/>
                <a:gd name="connsiteX124" fmla="*/ 1663732 w 4129649"/>
                <a:gd name="connsiteY124" fmla="*/ 163163 h 4130182"/>
                <a:gd name="connsiteX125" fmla="*/ 1663732 w 4129649"/>
                <a:gd name="connsiteY125" fmla="*/ 52388 h 4130182"/>
                <a:gd name="connsiteX126" fmla="*/ 1611344 w 4129649"/>
                <a:gd name="connsiteY126" fmla="*/ 0 h 4130182"/>
                <a:gd name="connsiteX127" fmla="*/ 1292162 w 4129649"/>
                <a:gd name="connsiteY127" fmla="*/ 0 h 4130182"/>
                <a:gd name="connsiteX128" fmla="*/ 1239774 w 4129649"/>
                <a:gd name="connsiteY128" fmla="*/ 52388 h 4130182"/>
                <a:gd name="connsiteX129" fmla="*/ 1239774 w 4129649"/>
                <a:gd name="connsiteY129" fmla="*/ 163068 h 4130182"/>
                <a:gd name="connsiteX130" fmla="*/ 1663732 w 4129649"/>
                <a:gd name="connsiteY130" fmla="*/ 163068 h 4130182"/>
                <a:gd name="connsiteX131" fmla="*/ 975455 w 4129649"/>
                <a:gd name="connsiteY131" fmla="*/ 465487 h 4130182"/>
                <a:gd name="connsiteX132" fmla="*/ 975455 w 4129649"/>
                <a:gd name="connsiteY132" fmla="*/ 389382 h 4130182"/>
                <a:gd name="connsiteX133" fmla="*/ 1928051 w 4129649"/>
                <a:gd name="connsiteY133" fmla="*/ 389382 h 4130182"/>
                <a:gd name="connsiteX134" fmla="*/ 1928051 w 4129649"/>
                <a:gd name="connsiteY134" fmla="*/ 465487 h 4130182"/>
                <a:gd name="connsiteX135" fmla="*/ 975455 w 4129649"/>
                <a:gd name="connsiteY135" fmla="*/ 465487 h 4130182"/>
                <a:gd name="connsiteX136" fmla="*/ 1928051 w 4129649"/>
                <a:gd name="connsiteY136" fmla="*/ 239554 h 4130182"/>
                <a:gd name="connsiteX137" fmla="*/ 975455 w 4129649"/>
                <a:gd name="connsiteY137" fmla="*/ 239554 h 4130182"/>
                <a:gd name="connsiteX138" fmla="*/ 842582 w 4129649"/>
                <a:gd name="connsiteY138" fmla="*/ 560356 h 4130182"/>
                <a:gd name="connsiteX139" fmla="*/ 975455 w 4129649"/>
                <a:gd name="connsiteY139" fmla="*/ 615696 h 4130182"/>
                <a:gd name="connsiteX140" fmla="*/ 1928051 w 4129649"/>
                <a:gd name="connsiteY140" fmla="*/ 615696 h 4130182"/>
                <a:gd name="connsiteX141" fmla="*/ 2060924 w 4129649"/>
                <a:gd name="connsiteY141" fmla="*/ 294704 h 4130182"/>
                <a:gd name="connsiteX142" fmla="*/ 1928051 w 4129649"/>
                <a:gd name="connsiteY142" fmla="*/ 239554 h 4130182"/>
                <a:gd name="connsiteX143" fmla="*/ 1928051 w 4129649"/>
                <a:gd name="connsiteY143" fmla="*/ 239554 h 4130182"/>
                <a:gd name="connsiteX144" fmla="*/ 3995166 w 4129649"/>
                <a:gd name="connsiteY144" fmla="*/ 3311843 h 4130182"/>
                <a:gd name="connsiteX145" fmla="*/ 4055364 w 4129649"/>
                <a:gd name="connsiteY145" fmla="*/ 3192209 h 4130182"/>
                <a:gd name="connsiteX146" fmla="*/ 4106418 w 4129649"/>
                <a:gd name="connsiteY146" fmla="*/ 3162776 h 4130182"/>
                <a:gd name="connsiteX147" fmla="*/ 4126421 w 4129649"/>
                <a:gd name="connsiteY147" fmla="*/ 3105817 h 4130182"/>
                <a:gd name="connsiteX148" fmla="*/ 4010597 w 4129649"/>
                <a:gd name="connsiteY148" fmla="*/ 2905982 h 4130182"/>
                <a:gd name="connsiteX149" fmla="*/ 3951732 w 4129649"/>
                <a:gd name="connsiteY149" fmla="*/ 2895219 h 4130182"/>
                <a:gd name="connsiteX150" fmla="*/ 3900964 w 4129649"/>
                <a:gd name="connsiteY150" fmla="*/ 2924366 h 4130182"/>
                <a:gd name="connsiteX151" fmla="*/ 3766757 w 4129649"/>
                <a:gd name="connsiteY151" fmla="*/ 2916555 h 4130182"/>
                <a:gd name="connsiteX152" fmla="*/ 3652838 w 4129649"/>
                <a:gd name="connsiteY152" fmla="*/ 2850642 h 4130182"/>
                <a:gd name="connsiteX153" fmla="*/ 3578828 w 4129649"/>
                <a:gd name="connsiteY153" fmla="*/ 2738342 h 4130182"/>
                <a:gd name="connsiteX154" fmla="*/ 3578828 w 4129649"/>
                <a:gd name="connsiteY154" fmla="*/ 2680049 h 4130182"/>
                <a:gd name="connsiteX155" fmla="*/ 3539966 w 4129649"/>
                <a:gd name="connsiteY155" fmla="*/ 2634425 h 4130182"/>
                <a:gd name="connsiteX156" fmla="*/ 3308890 w 4129649"/>
                <a:gd name="connsiteY156" fmla="*/ 2634425 h 4130182"/>
                <a:gd name="connsiteX157" fmla="*/ 3270028 w 4129649"/>
                <a:gd name="connsiteY157" fmla="*/ 2680049 h 4130182"/>
                <a:gd name="connsiteX158" fmla="*/ 3270028 w 4129649"/>
                <a:gd name="connsiteY158" fmla="*/ 2738342 h 4130182"/>
                <a:gd name="connsiteX159" fmla="*/ 3196304 w 4129649"/>
                <a:gd name="connsiteY159" fmla="*/ 2850642 h 4130182"/>
                <a:gd name="connsiteX160" fmla="*/ 3082099 w 4129649"/>
                <a:gd name="connsiteY160" fmla="*/ 2916555 h 4130182"/>
                <a:gd name="connsiteX161" fmla="*/ 2948178 w 4129649"/>
                <a:gd name="connsiteY161" fmla="*/ 2924366 h 4130182"/>
                <a:gd name="connsiteX162" fmla="*/ 2897410 w 4129649"/>
                <a:gd name="connsiteY162" fmla="*/ 2895219 h 4130182"/>
                <a:gd name="connsiteX163" fmla="*/ 2838260 w 4129649"/>
                <a:gd name="connsiteY163" fmla="*/ 2905982 h 4130182"/>
                <a:gd name="connsiteX164" fmla="*/ 2722721 w 4129649"/>
                <a:gd name="connsiteY164" fmla="*/ 3105817 h 4130182"/>
                <a:gd name="connsiteX165" fmla="*/ 2742724 w 4129649"/>
                <a:gd name="connsiteY165" fmla="*/ 3162776 h 4130182"/>
                <a:gd name="connsiteX166" fmla="*/ 2793492 w 4129649"/>
                <a:gd name="connsiteY166" fmla="*/ 3192209 h 4130182"/>
                <a:gd name="connsiteX167" fmla="*/ 2853976 w 4129649"/>
                <a:gd name="connsiteY167" fmla="*/ 3311843 h 4130182"/>
                <a:gd name="connsiteX168" fmla="*/ 2853976 w 4129649"/>
                <a:gd name="connsiteY168" fmla="*/ 3443859 h 4130182"/>
                <a:gd name="connsiteX169" fmla="*/ 2793492 w 4129649"/>
                <a:gd name="connsiteY169" fmla="*/ 3563779 h 4130182"/>
                <a:gd name="connsiteX170" fmla="*/ 2742724 w 4129649"/>
                <a:gd name="connsiteY170" fmla="*/ 3593211 h 4130182"/>
                <a:gd name="connsiteX171" fmla="*/ 2722721 w 4129649"/>
                <a:gd name="connsiteY171" fmla="*/ 3649885 h 4130182"/>
                <a:gd name="connsiteX172" fmla="*/ 2838260 w 4129649"/>
                <a:gd name="connsiteY172" fmla="*/ 3849719 h 4130182"/>
                <a:gd name="connsiteX173" fmla="*/ 2897410 w 4129649"/>
                <a:gd name="connsiteY173" fmla="*/ 3860768 h 4130182"/>
                <a:gd name="connsiteX174" fmla="*/ 2948178 w 4129649"/>
                <a:gd name="connsiteY174" fmla="*/ 3831336 h 4130182"/>
                <a:gd name="connsiteX175" fmla="*/ 3082099 w 4129649"/>
                <a:gd name="connsiteY175" fmla="*/ 3839147 h 4130182"/>
                <a:gd name="connsiteX176" fmla="*/ 3196304 w 4129649"/>
                <a:gd name="connsiteY176" fmla="*/ 3905250 h 4130182"/>
                <a:gd name="connsiteX177" fmla="*/ 3270028 w 4129649"/>
                <a:gd name="connsiteY177" fmla="*/ 4017264 h 4130182"/>
                <a:gd name="connsiteX178" fmla="*/ 3270028 w 4129649"/>
                <a:gd name="connsiteY178" fmla="*/ 4075843 h 4130182"/>
                <a:gd name="connsiteX179" fmla="*/ 3308890 w 4129649"/>
                <a:gd name="connsiteY179" fmla="*/ 4121468 h 4130182"/>
                <a:gd name="connsiteX180" fmla="*/ 3539966 w 4129649"/>
                <a:gd name="connsiteY180" fmla="*/ 4121468 h 4130182"/>
                <a:gd name="connsiteX181" fmla="*/ 3578828 w 4129649"/>
                <a:gd name="connsiteY181" fmla="*/ 4075843 h 4130182"/>
                <a:gd name="connsiteX182" fmla="*/ 3578828 w 4129649"/>
                <a:gd name="connsiteY182" fmla="*/ 4017264 h 4130182"/>
                <a:gd name="connsiteX183" fmla="*/ 3652838 w 4129649"/>
                <a:gd name="connsiteY183" fmla="*/ 3905250 h 4130182"/>
                <a:gd name="connsiteX184" fmla="*/ 3766757 w 4129649"/>
                <a:gd name="connsiteY184" fmla="*/ 3839147 h 4130182"/>
                <a:gd name="connsiteX185" fmla="*/ 3900964 w 4129649"/>
                <a:gd name="connsiteY185" fmla="*/ 3831336 h 4130182"/>
                <a:gd name="connsiteX186" fmla="*/ 3951732 w 4129649"/>
                <a:gd name="connsiteY186" fmla="*/ 3860768 h 4130182"/>
                <a:gd name="connsiteX187" fmla="*/ 4010597 w 4129649"/>
                <a:gd name="connsiteY187" fmla="*/ 3849719 h 4130182"/>
                <a:gd name="connsiteX188" fmla="*/ 4126421 w 4129649"/>
                <a:gd name="connsiteY188" fmla="*/ 3649885 h 4130182"/>
                <a:gd name="connsiteX189" fmla="*/ 4106418 w 4129649"/>
                <a:gd name="connsiteY189" fmla="*/ 3593211 h 4130182"/>
                <a:gd name="connsiteX190" fmla="*/ 4055364 w 4129649"/>
                <a:gd name="connsiteY190" fmla="*/ 3563779 h 4130182"/>
                <a:gd name="connsiteX191" fmla="*/ 3995166 w 4129649"/>
                <a:gd name="connsiteY191" fmla="*/ 3443859 h 4130182"/>
                <a:gd name="connsiteX192" fmla="*/ 3995166 w 4129649"/>
                <a:gd name="connsiteY192" fmla="*/ 3311843 h 4130182"/>
                <a:gd name="connsiteX193" fmla="*/ 3995166 w 4129649"/>
                <a:gd name="connsiteY193" fmla="*/ 3311843 h 4130182"/>
                <a:gd name="connsiteX194" fmla="*/ 3992975 w 4129649"/>
                <a:gd name="connsiteY194" fmla="*/ 2814257 h 4130182"/>
                <a:gd name="connsiteX195" fmla="*/ 4013740 w 4129649"/>
                <a:gd name="connsiteY195" fmla="*/ 2639568 h 4130182"/>
                <a:gd name="connsiteX196" fmla="*/ 3669221 w 4129649"/>
                <a:gd name="connsiteY196" fmla="*/ 2263997 h 4130182"/>
                <a:gd name="connsiteX197" fmla="*/ 3427000 w 4129649"/>
                <a:gd name="connsiteY197" fmla="*/ 2396014 h 4130182"/>
                <a:gd name="connsiteX198" fmla="*/ 3183731 w 4129649"/>
                <a:gd name="connsiteY198" fmla="*/ 2262664 h 4130182"/>
                <a:gd name="connsiteX199" fmla="*/ 2835116 w 4129649"/>
                <a:gd name="connsiteY199" fmla="*/ 2639568 h 4130182"/>
                <a:gd name="connsiteX200" fmla="*/ 2855881 w 4129649"/>
                <a:gd name="connsiteY200" fmla="*/ 2814257 h 4130182"/>
                <a:gd name="connsiteX201" fmla="*/ 3036475 w 4129649"/>
                <a:gd name="connsiteY201" fmla="*/ 2855595 h 4130182"/>
                <a:gd name="connsiteX202" fmla="*/ 3165824 w 4129649"/>
                <a:gd name="connsiteY202" fmla="*/ 2781110 h 4130182"/>
                <a:gd name="connsiteX203" fmla="*/ 3193637 w 4129649"/>
                <a:gd name="connsiteY203" fmla="*/ 2738438 h 4130182"/>
                <a:gd name="connsiteX204" fmla="*/ 3193637 w 4129649"/>
                <a:gd name="connsiteY204" fmla="*/ 2680145 h 4130182"/>
                <a:gd name="connsiteX205" fmla="*/ 3297365 w 4129649"/>
                <a:gd name="connsiteY205" fmla="*/ 2559177 h 4130182"/>
                <a:gd name="connsiteX206" fmla="*/ 3551206 w 4129649"/>
                <a:gd name="connsiteY206" fmla="*/ 2559177 h 4130182"/>
                <a:gd name="connsiteX207" fmla="*/ 3655124 w 4129649"/>
                <a:gd name="connsiteY207" fmla="*/ 2680145 h 4130182"/>
                <a:gd name="connsiteX208" fmla="*/ 3655124 w 4129649"/>
                <a:gd name="connsiteY208" fmla="*/ 2738438 h 4130182"/>
                <a:gd name="connsiteX209" fmla="*/ 3682651 w 4129649"/>
                <a:gd name="connsiteY209" fmla="*/ 2781110 h 4130182"/>
                <a:gd name="connsiteX210" fmla="*/ 3812000 w 4129649"/>
                <a:gd name="connsiteY210" fmla="*/ 2855595 h 4130182"/>
                <a:gd name="connsiteX211" fmla="*/ 3992975 w 4129649"/>
                <a:gd name="connsiteY211" fmla="*/ 2814257 h 4130182"/>
                <a:gd name="connsiteX212" fmla="*/ 3992975 w 4129649"/>
                <a:gd name="connsiteY212" fmla="*/ 2814257 h 4130182"/>
                <a:gd name="connsiteX213" fmla="*/ 3655790 w 4129649"/>
                <a:gd name="connsiteY213" fmla="*/ 3378041 h 4130182"/>
                <a:gd name="connsiteX214" fmla="*/ 3424428 w 4129649"/>
                <a:gd name="connsiteY214" fmla="*/ 3609118 h 4130182"/>
                <a:gd name="connsiteX215" fmla="*/ 3193256 w 4129649"/>
                <a:gd name="connsiteY215" fmla="*/ 3378041 h 4130182"/>
                <a:gd name="connsiteX216" fmla="*/ 3424333 w 4129649"/>
                <a:gd name="connsiteY216" fmla="*/ 3146679 h 4130182"/>
                <a:gd name="connsiteX217" fmla="*/ 3655790 w 4129649"/>
                <a:gd name="connsiteY217" fmla="*/ 3378041 h 4130182"/>
                <a:gd name="connsiteX218" fmla="*/ 3655790 w 4129649"/>
                <a:gd name="connsiteY218" fmla="*/ 3378041 h 413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4129649" h="4130182">
                  <a:moveTo>
                    <a:pt x="3427095" y="2320195"/>
                  </a:moveTo>
                  <a:cubicBezTo>
                    <a:pt x="3566446" y="2320195"/>
                    <a:pt x="3661696" y="2160365"/>
                    <a:pt x="3710559" y="2041017"/>
                  </a:cubicBezTo>
                  <a:cubicBezTo>
                    <a:pt x="3772948" y="1888998"/>
                    <a:pt x="3795903" y="1717262"/>
                    <a:pt x="3662458" y="1592294"/>
                  </a:cubicBezTo>
                  <a:cubicBezTo>
                    <a:pt x="3532346" y="1470755"/>
                    <a:pt x="3322034" y="1470755"/>
                    <a:pt x="3191828" y="1592294"/>
                  </a:cubicBezTo>
                  <a:cubicBezTo>
                    <a:pt x="3058192" y="1717262"/>
                    <a:pt x="3081147" y="1888998"/>
                    <a:pt x="3143536" y="2041017"/>
                  </a:cubicBezTo>
                  <a:cubicBezTo>
                    <a:pt x="3192685" y="2160365"/>
                    <a:pt x="3287745" y="2320195"/>
                    <a:pt x="3427095" y="2320195"/>
                  </a:cubicBezTo>
                  <a:lnTo>
                    <a:pt x="3427095" y="2320195"/>
                  </a:lnTo>
                  <a:close/>
                  <a:moveTo>
                    <a:pt x="2119217" y="1848707"/>
                  </a:moveTo>
                  <a:cubicBezTo>
                    <a:pt x="2347627" y="1848707"/>
                    <a:pt x="2462689" y="2125980"/>
                    <a:pt x="2300954" y="2287715"/>
                  </a:cubicBezTo>
                  <a:cubicBezTo>
                    <a:pt x="2139506" y="2449163"/>
                    <a:pt x="1862233" y="2334197"/>
                    <a:pt x="1862233" y="2105692"/>
                  </a:cubicBezTo>
                  <a:cubicBezTo>
                    <a:pt x="1862138" y="1963769"/>
                    <a:pt x="1977200" y="1848707"/>
                    <a:pt x="2119217" y="1848707"/>
                  </a:cubicBezTo>
                  <a:lnTo>
                    <a:pt x="2119217" y="1848707"/>
                  </a:lnTo>
                  <a:close/>
                  <a:moveTo>
                    <a:pt x="2247138" y="1978057"/>
                  </a:moveTo>
                  <a:cubicBezTo>
                    <a:pt x="2133505" y="1864424"/>
                    <a:pt x="1938242" y="1945100"/>
                    <a:pt x="1938242" y="2105787"/>
                  </a:cubicBezTo>
                  <a:cubicBezTo>
                    <a:pt x="1938242" y="2266474"/>
                    <a:pt x="2133410" y="2347436"/>
                    <a:pt x="2247138" y="2233803"/>
                  </a:cubicBezTo>
                  <a:cubicBezTo>
                    <a:pt x="2317623" y="2163032"/>
                    <a:pt x="2317623" y="2048542"/>
                    <a:pt x="2247138" y="1978057"/>
                  </a:cubicBezTo>
                  <a:lnTo>
                    <a:pt x="2247138" y="1978057"/>
                  </a:lnTo>
                  <a:close/>
                  <a:moveTo>
                    <a:pt x="429006" y="3786283"/>
                  </a:moveTo>
                  <a:cubicBezTo>
                    <a:pt x="393668" y="3821620"/>
                    <a:pt x="339662" y="3767900"/>
                    <a:pt x="374999" y="3732276"/>
                  </a:cubicBezTo>
                  <a:lnTo>
                    <a:pt x="544259" y="3563303"/>
                  </a:lnTo>
                  <a:lnTo>
                    <a:pt x="374999" y="3394043"/>
                  </a:lnTo>
                  <a:cubicBezTo>
                    <a:pt x="339662" y="3358706"/>
                    <a:pt x="393668" y="3304699"/>
                    <a:pt x="429006" y="3340037"/>
                  </a:cubicBezTo>
                  <a:lnTo>
                    <a:pt x="598265" y="3509296"/>
                  </a:lnTo>
                  <a:lnTo>
                    <a:pt x="767239" y="3340037"/>
                  </a:lnTo>
                  <a:cubicBezTo>
                    <a:pt x="802862" y="3304699"/>
                    <a:pt x="856583" y="3358706"/>
                    <a:pt x="821246" y="3394043"/>
                  </a:cubicBezTo>
                  <a:lnTo>
                    <a:pt x="651986" y="3563303"/>
                  </a:lnTo>
                  <a:lnTo>
                    <a:pt x="821246" y="3732276"/>
                  </a:lnTo>
                  <a:cubicBezTo>
                    <a:pt x="856583" y="3767900"/>
                    <a:pt x="802862" y="3821620"/>
                    <a:pt x="767239" y="3786283"/>
                  </a:cubicBezTo>
                  <a:lnTo>
                    <a:pt x="598265" y="3617024"/>
                  </a:lnTo>
                  <a:lnTo>
                    <a:pt x="429006" y="3786283"/>
                  </a:lnTo>
                  <a:close/>
                  <a:moveTo>
                    <a:pt x="598265" y="962882"/>
                  </a:moveTo>
                  <a:cubicBezTo>
                    <a:pt x="826389" y="962882"/>
                    <a:pt x="941451" y="1240155"/>
                    <a:pt x="780002" y="1401890"/>
                  </a:cubicBezTo>
                  <a:cubicBezTo>
                    <a:pt x="618554" y="1563338"/>
                    <a:pt x="340995" y="1448372"/>
                    <a:pt x="340995" y="1219867"/>
                  </a:cubicBezTo>
                  <a:cubicBezTo>
                    <a:pt x="340995" y="1078135"/>
                    <a:pt x="456248" y="962882"/>
                    <a:pt x="598265" y="962882"/>
                  </a:cubicBezTo>
                  <a:lnTo>
                    <a:pt x="598265" y="962882"/>
                  </a:lnTo>
                  <a:close/>
                  <a:moveTo>
                    <a:pt x="725996" y="1092232"/>
                  </a:moveTo>
                  <a:cubicBezTo>
                    <a:pt x="612362" y="978599"/>
                    <a:pt x="417386" y="1059275"/>
                    <a:pt x="417386" y="1219962"/>
                  </a:cubicBezTo>
                  <a:cubicBezTo>
                    <a:pt x="417386" y="1380839"/>
                    <a:pt x="612362" y="1461611"/>
                    <a:pt x="725996" y="1347978"/>
                  </a:cubicBezTo>
                  <a:cubicBezTo>
                    <a:pt x="796766" y="1277398"/>
                    <a:pt x="796766" y="1162622"/>
                    <a:pt x="725996" y="1092232"/>
                  </a:cubicBezTo>
                  <a:lnTo>
                    <a:pt x="725996" y="1092232"/>
                  </a:lnTo>
                  <a:close/>
                  <a:moveTo>
                    <a:pt x="439484" y="2371725"/>
                  </a:moveTo>
                  <a:cubicBezTo>
                    <a:pt x="403860" y="2407349"/>
                    <a:pt x="350139" y="2353342"/>
                    <a:pt x="385477" y="2318004"/>
                  </a:cubicBezTo>
                  <a:lnTo>
                    <a:pt x="554831" y="2148745"/>
                  </a:lnTo>
                  <a:lnTo>
                    <a:pt x="385572" y="1979486"/>
                  </a:lnTo>
                  <a:cubicBezTo>
                    <a:pt x="350234" y="1944148"/>
                    <a:pt x="403955" y="1890141"/>
                    <a:pt x="439579" y="1925765"/>
                  </a:cubicBezTo>
                  <a:lnTo>
                    <a:pt x="608552" y="2095024"/>
                  </a:lnTo>
                  <a:lnTo>
                    <a:pt x="777812" y="1925765"/>
                  </a:lnTo>
                  <a:cubicBezTo>
                    <a:pt x="813149" y="1890141"/>
                    <a:pt x="867156" y="1944148"/>
                    <a:pt x="831818" y="1979486"/>
                  </a:cubicBezTo>
                  <a:lnTo>
                    <a:pt x="662559" y="2148745"/>
                  </a:lnTo>
                  <a:lnTo>
                    <a:pt x="831818" y="2318004"/>
                  </a:lnTo>
                  <a:cubicBezTo>
                    <a:pt x="867156" y="2353342"/>
                    <a:pt x="813149" y="2407349"/>
                    <a:pt x="777812" y="2371725"/>
                  </a:cubicBezTo>
                  <a:lnTo>
                    <a:pt x="608552" y="2202752"/>
                  </a:lnTo>
                  <a:lnTo>
                    <a:pt x="439484" y="2371725"/>
                  </a:lnTo>
                  <a:close/>
                  <a:moveTo>
                    <a:pt x="1960436" y="3829145"/>
                  </a:moveTo>
                  <a:cubicBezTo>
                    <a:pt x="1925098" y="3864483"/>
                    <a:pt x="1871091" y="3810476"/>
                    <a:pt x="1906429" y="3775139"/>
                  </a:cubicBezTo>
                  <a:lnTo>
                    <a:pt x="2075688" y="3605879"/>
                  </a:lnTo>
                  <a:lnTo>
                    <a:pt x="1906429" y="3436811"/>
                  </a:lnTo>
                  <a:cubicBezTo>
                    <a:pt x="1871091" y="3401187"/>
                    <a:pt x="1925098" y="3347466"/>
                    <a:pt x="1960436" y="3382804"/>
                  </a:cubicBezTo>
                  <a:lnTo>
                    <a:pt x="2129695" y="3552063"/>
                  </a:lnTo>
                  <a:lnTo>
                    <a:pt x="2298668" y="3382804"/>
                  </a:lnTo>
                  <a:cubicBezTo>
                    <a:pt x="2334292" y="3347466"/>
                    <a:pt x="2388013" y="3401187"/>
                    <a:pt x="2352675" y="3436811"/>
                  </a:cubicBezTo>
                  <a:lnTo>
                    <a:pt x="2183416" y="3605879"/>
                  </a:lnTo>
                  <a:lnTo>
                    <a:pt x="2352675" y="3775139"/>
                  </a:lnTo>
                  <a:cubicBezTo>
                    <a:pt x="2388013" y="3810762"/>
                    <a:pt x="2334292" y="3864483"/>
                    <a:pt x="2298668" y="3829145"/>
                  </a:cubicBezTo>
                  <a:lnTo>
                    <a:pt x="2129695" y="3659886"/>
                  </a:lnTo>
                  <a:lnTo>
                    <a:pt x="1960436" y="3829145"/>
                  </a:lnTo>
                  <a:close/>
                  <a:moveTo>
                    <a:pt x="1369124" y="2620137"/>
                  </a:moveTo>
                  <a:cubicBezTo>
                    <a:pt x="1597533" y="2620137"/>
                    <a:pt x="1712595" y="2897695"/>
                    <a:pt x="1550861" y="3059144"/>
                  </a:cubicBezTo>
                  <a:cubicBezTo>
                    <a:pt x="1389412" y="3220879"/>
                    <a:pt x="1112139" y="3105626"/>
                    <a:pt x="1112139" y="2877407"/>
                  </a:cubicBezTo>
                  <a:cubicBezTo>
                    <a:pt x="1112139" y="2735390"/>
                    <a:pt x="1227106" y="2620137"/>
                    <a:pt x="1369124" y="2620137"/>
                  </a:cubicBezTo>
                  <a:lnTo>
                    <a:pt x="1369124" y="2620137"/>
                  </a:lnTo>
                  <a:close/>
                  <a:moveTo>
                    <a:pt x="1497139" y="2749487"/>
                  </a:moveTo>
                  <a:cubicBezTo>
                    <a:pt x="1383506" y="2635853"/>
                    <a:pt x="1188244" y="2716816"/>
                    <a:pt x="1188244" y="2877503"/>
                  </a:cubicBezTo>
                  <a:cubicBezTo>
                    <a:pt x="1188244" y="3038189"/>
                    <a:pt x="1383411" y="3119152"/>
                    <a:pt x="1497139" y="3005519"/>
                  </a:cubicBezTo>
                  <a:cubicBezTo>
                    <a:pt x="1567625" y="2934653"/>
                    <a:pt x="1567625" y="2820162"/>
                    <a:pt x="1497139" y="2749487"/>
                  </a:cubicBezTo>
                  <a:lnTo>
                    <a:pt x="1497139" y="2749487"/>
                  </a:lnTo>
                  <a:close/>
                  <a:moveTo>
                    <a:pt x="2903791" y="1347121"/>
                  </a:moveTo>
                  <a:cubicBezTo>
                    <a:pt x="2547080" y="1167003"/>
                    <a:pt x="2036255" y="1246442"/>
                    <a:pt x="1762506" y="1551242"/>
                  </a:cubicBezTo>
                  <a:cubicBezTo>
                    <a:pt x="1650968" y="1675162"/>
                    <a:pt x="1576197" y="1838516"/>
                    <a:pt x="1562672" y="2041017"/>
                  </a:cubicBezTo>
                  <a:lnTo>
                    <a:pt x="1699260" y="2041017"/>
                  </a:lnTo>
                  <a:cubicBezTo>
                    <a:pt x="1731074" y="2041017"/>
                    <a:pt x="1752219" y="2080165"/>
                    <a:pt x="1724597" y="2107407"/>
                  </a:cubicBezTo>
                  <a:lnTo>
                    <a:pt x="1387602" y="2476214"/>
                  </a:lnTo>
                  <a:cubicBezTo>
                    <a:pt x="1372172" y="2492978"/>
                    <a:pt x="1346549" y="2492407"/>
                    <a:pt x="1331405" y="2475929"/>
                  </a:cubicBezTo>
                  <a:lnTo>
                    <a:pt x="992314" y="2104644"/>
                  </a:lnTo>
                  <a:cubicBezTo>
                    <a:pt x="969931" y="2080069"/>
                    <a:pt x="987743" y="2041208"/>
                    <a:pt x="1020413" y="2041208"/>
                  </a:cubicBezTo>
                  <a:lnTo>
                    <a:pt x="1153001" y="2040922"/>
                  </a:lnTo>
                  <a:cubicBezTo>
                    <a:pt x="1185101" y="1381887"/>
                    <a:pt x="1731645" y="859441"/>
                    <a:pt x="2394204" y="859631"/>
                  </a:cubicBezTo>
                  <a:cubicBezTo>
                    <a:pt x="2575655" y="859631"/>
                    <a:pt x="2748153" y="898779"/>
                    <a:pt x="2903696" y="969264"/>
                  </a:cubicBezTo>
                  <a:lnTo>
                    <a:pt x="2903696" y="740664"/>
                  </a:lnTo>
                  <a:cubicBezTo>
                    <a:pt x="2903696" y="589979"/>
                    <a:pt x="2780062" y="466344"/>
                    <a:pt x="2629091" y="466344"/>
                  </a:cubicBezTo>
                  <a:lnTo>
                    <a:pt x="2189512" y="466344"/>
                  </a:lnTo>
                  <a:cubicBezTo>
                    <a:pt x="2170366" y="594360"/>
                    <a:pt x="2059400" y="691801"/>
                    <a:pt x="1927860" y="691801"/>
                  </a:cubicBezTo>
                  <a:lnTo>
                    <a:pt x="975455" y="691801"/>
                  </a:lnTo>
                  <a:cubicBezTo>
                    <a:pt x="844010" y="691801"/>
                    <a:pt x="732949" y="594360"/>
                    <a:pt x="714089" y="466344"/>
                  </a:cubicBezTo>
                  <a:lnTo>
                    <a:pt x="274320" y="466344"/>
                  </a:lnTo>
                  <a:cubicBezTo>
                    <a:pt x="123634" y="466344"/>
                    <a:pt x="0" y="589979"/>
                    <a:pt x="0" y="740664"/>
                  </a:cubicBezTo>
                  <a:lnTo>
                    <a:pt x="0" y="3854291"/>
                  </a:lnTo>
                  <a:cubicBezTo>
                    <a:pt x="0" y="4005263"/>
                    <a:pt x="123634" y="4128897"/>
                    <a:pt x="274320" y="4128897"/>
                  </a:cubicBezTo>
                  <a:lnTo>
                    <a:pt x="2629281" y="4128897"/>
                  </a:lnTo>
                  <a:cubicBezTo>
                    <a:pt x="2748058" y="4128897"/>
                    <a:pt x="2852071" y="4051649"/>
                    <a:pt x="2889314" y="3942017"/>
                  </a:cubicBezTo>
                  <a:cubicBezTo>
                    <a:pt x="2848547" y="3947160"/>
                    <a:pt x="2806446" y="3931253"/>
                    <a:pt x="2779109" y="3897440"/>
                  </a:cubicBezTo>
                  <a:cubicBezTo>
                    <a:pt x="2725388" y="3830765"/>
                    <a:pt x="2682431" y="3756755"/>
                    <a:pt x="2651665" y="3677126"/>
                  </a:cubicBezTo>
                  <a:cubicBezTo>
                    <a:pt x="2630043" y="3621786"/>
                    <a:pt x="2651379" y="3559683"/>
                    <a:pt x="2702147" y="3528917"/>
                  </a:cubicBezTo>
                  <a:cubicBezTo>
                    <a:pt x="2743200" y="3502438"/>
                    <a:pt x="2782920" y="3494342"/>
                    <a:pt x="2778252" y="3452527"/>
                  </a:cubicBezTo>
                  <a:cubicBezTo>
                    <a:pt x="2772537" y="3402807"/>
                    <a:pt x="2772537" y="3352895"/>
                    <a:pt x="2778252" y="3303175"/>
                  </a:cubicBezTo>
                  <a:cubicBezTo>
                    <a:pt x="2782824" y="3261360"/>
                    <a:pt x="2743105" y="3253454"/>
                    <a:pt x="2702147" y="3227070"/>
                  </a:cubicBezTo>
                  <a:cubicBezTo>
                    <a:pt x="2651379" y="3196019"/>
                    <a:pt x="2630043" y="3133916"/>
                    <a:pt x="2651665" y="3078575"/>
                  </a:cubicBezTo>
                  <a:cubicBezTo>
                    <a:pt x="2682431" y="2998946"/>
                    <a:pt x="2725388" y="2924937"/>
                    <a:pt x="2779109" y="2858548"/>
                  </a:cubicBezTo>
                  <a:cubicBezTo>
                    <a:pt x="2781300" y="2855595"/>
                    <a:pt x="2783681" y="2853119"/>
                    <a:pt x="2786158" y="2850452"/>
                  </a:cubicBezTo>
                  <a:cubicBezTo>
                    <a:pt x="2769108" y="2784062"/>
                    <a:pt x="2765679" y="2714149"/>
                    <a:pt x="2759678" y="2646045"/>
                  </a:cubicBezTo>
                  <a:cubicBezTo>
                    <a:pt x="2745105" y="2482120"/>
                    <a:pt x="2805589" y="2381155"/>
                    <a:pt x="2903887" y="2309908"/>
                  </a:cubicBezTo>
                  <a:lnTo>
                    <a:pt x="2903887" y="1347121"/>
                  </a:lnTo>
                  <a:close/>
                  <a:moveTo>
                    <a:pt x="3347466" y="1432370"/>
                  </a:moveTo>
                  <a:cubicBezTo>
                    <a:pt x="2933033" y="843248"/>
                    <a:pt x="2093309" y="764096"/>
                    <a:pt x="1577626" y="1269873"/>
                  </a:cubicBezTo>
                  <a:cubicBezTo>
                    <a:pt x="1367600" y="1475899"/>
                    <a:pt x="1234726" y="1760982"/>
                    <a:pt x="1227677" y="2076926"/>
                  </a:cubicBezTo>
                  <a:cubicBezTo>
                    <a:pt x="1229011" y="2098834"/>
                    <a:pt x="1211771" y="2117408"/>
                    <a:pt x="1189577" y="2117408"/>
                  </a:cubicBezTo>
                  <a:lnTo>
                    <a:pt x="1106710" y="2117408"/>
                  </a:lnTo>
                  <a:lnTo>
                    <a:pt x="1359980" y="2394395"/>
                  </a:lnTo>
                  <a:lnTo>
                    <a:pt x="1612964" y="2117408"/>
                  </a:lnTo>
                  <a:lnTo>
                    <a:pt x="1523048" y="2117122"/>
                  </a:lnTo>
                  <a:cubicBezTo>
                    <a:pt x="1501712" y="2116836"/>
                    <a:pt x="1484662" y="2099882"/>
                    <a:pt x="1485233" y="2078260"/>
                  </a:cubicBezTo>
                  <a:cubicBezTo>
                    <a:pt x="1508951" y="1124903"/>
                    <a:pt x="2767489" y="923163"/>
                    <a:pt x="3197828" y="1491806"/>
                  </a:cubicBezTo>
                  <a:cubicBezTo>
                    <a:pt x="3243453" y="1462373"/>
                    <a:pt x="3294793" y="1442085"/>
                    <a:pt x="3347466" y="1432370"/>
                  </a:cubicBezTo>
                  <a:lnTo>
                    <a:pt x="3347466" y="1432370"/>
                  </a:lnTo>
                  <a:close/>
                  <a:moveTo>
                    <a:pt x="1663732" y="163163"/>
                  </a:moveTo>
                  <a:lnTo>
                    <a:pt x="1663732" y="52388"/>
                  </a:lnTo>
                  <a:cubicBezTo>
                    <a:pt x="1663732" y="23813"/>
                    <a:pt x="1640205" y="0"/>
                    <a:pt x="1611344" y="0"/>
                  </a:cubicBezTo>
                  <a:lnTo>
                    <a:pt x="1292162" y="0"/>
                  </a:lnTo>
                  <a:cubicBezTo>
                    <a:pt x="1263587" y="0"/>
                    <a:pt x="1239774" y="23717"/>
                    <a:pt x="1239774" y="52388"/>
                  </a:cubicBezTo>
                  <a:lnTo>
                    <a:pt x="1239774" y="163068"/>
                  </a:lnTo>
                  <a:lnTo>
                    <a:pt x="1663732" y="163068"/>
                  </a:lnTo>
                  <a:close/>
                  <a:moveTo>
                    <a:pt x="975455" y="465487"/>
                  </a:moveTo>
                  <a:cubicBezTo>
                    <a:pt x="925544" y="465487"/>
                    <a:pt x="925544" y="389382"/>
                    <a:pt x="975455" y="389382"/>
                  </a:cubicBezTo>
                  <a:lnTo>
                    <a:pt x="1928051" y="389382"/>
                  </a:lnTo>
                  <a:cubicBezTo>
                    <a:pt x="1978247" y="389382"/>
                    <a:pt x="1978247" y="465487"/>
                    <a:pt x="1928051" y="465487"/>
                  </a:cubicBezTo>
                  <a:lnTo>
                    <a:pt x="975455" y="465487"/>
                  </a:lnTo>
                  <a:close/>
                  <a:moveTo>
                    <a:pt x="1928051" y="239554"/>
                  </a:moveTo>
                  <a:lnTo>
                    <a:pt x="975455" y="239554"/>
                  </a:lnTo>
                  <a:cubicBezTo>
                    <a:pt x="810482" y="239554"/>
                    <a:pt x="723233" y="441008"/>
                    <a:pt x="842582" y="560356"/>
                  </a:cubicBezTo>
                  <a:cubicBezTo>
                    <a:pt x="876872" y="594646"/>
                    <a:pt x="923830" y="615696"/>
                    <a:pt x="975455" y="615696"/>
                  </a:cubicBezTo>
                  <a:lnTo>
                    <a:pt x="1928051" y="615696"/>
                  </a:lnTo>
                  <a:cubicBezTo>
                    <a:pt x="2093309" y="615696"/>
                    <a:pt x="2180273" y="414242"/>
                    <a:pt x="2060924" y="294704"/>
                  </a:cubicBezTo>
                  <a:cubicBezTo>
                    <a:pt x="2026825" y="260604"/>
                    <a:pt x="1979867" y="239554"/>
                    <a:pt x="1928051" y="239554"/>
                  </a:cubicBezTo>
                  <a:lnTo>
                    <a:pt x="1928051" y="239554"/>
                  </a:lnTo>
                  <a:close/>
                  <a:moveTo>
                    <a:pt x="3995166" y="3311843"/>
                  </a:moveTo>
                  <a:cubicBezTo>
                    <a:pt x="3989451" y="3262694"/>
                    <a:pt x="4012692" y="3216783"/>
                    <a:pt x="4055364" y="3192209"/>
                  </a:cubicBezTo>
                  <a:lnTo>
                    <a:pt x="4106418" y="3162776"/>
                  </a:lnTo>
                  <a:cubicBezTo>
                    <a:pt x="4126421" y="3151156"/>
                    <a:pt x="4134803" y="3127629"/>
                    <a:pt x="4126421" y="3105817"/>
                  </a:cubicBezTo>
                  <a:cubicBezTo>
                    <a:pt x="4098322" y="3033999"/>
                    <a:pt x="4059174" y="2966180"/>
                    <a:pt x="4010597" y="2905982"/>
                  </a:cubicBezTo>
                  <a:cubicBezTo>
                    <a:pt x="3996309" y="2888170"/>
                    <a:pt x="3971735" y="2883599"/>
                    <a:pt x="3951732" y="2895219"/>
                  </a:cubicBezTo>
                  <a:lnTo>
                    <a:pt x="3900964" y="2924366"/>
                  </a:lnTo>
                  <a:cubicBezTo>
                    <a:pt x="3858006" y="2949226"/>
                    <a:pt x="3806762" y="2946273"/>
                    <a:pt x="3766757" y="2916555"/>
                  </a:cubicBezTo>
                  <a:cubicBezTo>
                    <a:pt x="3731609" y="2890647"/>
                    <a:pt x="3693033" y="2867978"/>
                    <a:pt x="3652838" y="2850642"/>
                  </a:cubicBezTo>
                  <a:cubicBezTo>
                    <a:pt x="3606927" y="2829592"/>
                    <a:pt x="3578828" y="2789396"/>
                    <a:pt x="3578828" y="2738342"/>
                  </a:cubicBezTo>
                  <a:lnTo>
                    <a:pt x="3578828" y="2680049"/>
                  </a:lnTo>
                  <a:cubicBezTo>
                    <a:pt x="3578828" y="2656808"/>
                    <a:pt x="3562922" y="2637949"/>
                    <a:pt x="3539966" y="2634425"/>
                  </a:cubicBezTo>
                  <a:cubicBezTo>
                    <a:pt x="3462433" y="2622518"/>
                    <a:pt x="3386328" y="2622518"/>
                    <a:pt x="3308890" y="2634425"/>
                  </a:cubicBezTo>
                  <a:cubicBezTo>
                    <a:pt x="3285935" y="2637949"/>
                    <a:pt x="3270028" y="2656808"/>
                    <a:pt x="3270028" y="2680049"/>
                  </a:cubicBezTo>
                  <a:lnTo>
                    <a:pt x="3270028" y="2738342"/>
                  </a:lnTo>
                  <a:cubicBezTo>
                    <a:pt x="3270028" y="2789396"/>
                    <a:pt x="3241929" y="2829592"/>
                    <a:pt x="3196304" y="2850642"/>
                  </a:cubicBezTo>
                  <a:cubicBezTo>
                    <a:pt x="3156109" y="2867882"/>
                    <a:pt x="3117152" y="2890647"/>
                    <a:pt x="3082099" y="2916555"/>
                  </a:cubicBezTo>
                  <a:cubicBezTo>
                    <a:pt x="3042380" y="2946273"/>
                    <a:pt x="2990850" y="2949226"/>
                    <a:pt x="2948178" y="2924366"/>
                  </a:cubicBezTo>
                  <a:lnTo>
                    <a:pt x="2897410" y="2895219"/>
                  </a:lnTo>
                  <a:cubicBezTo>
                    <a:pt x="2877407" y="2883599"/>
                    <a:pt x="2852833" y="2888170"/>
                    <a:pt x="2838260" y="2905982"/>
                  </a:cubicBezTo>
                  <a:cubicBezTo>
                    <a:pt x="2789968" y="2966180"/>
                    <a:pt x="2750534" y="3033999"/>
                    <a:pt x="2722721" y="3105817"/>
                  </a:cubicBezTo>
                  <a:cubicBezTo>
                    <a:pt x="2714054" y="3127724"/>
                    <a:pt x="2722436" y="3151156"/>
                    <a:pt x="2742724" y="3162776"/>
                  </a:cubicBezTo>
                  <a:lnTo>
                    <a:pt x="2793492" y="3192209"/>
                  </a:lnTo>
                  <a:cubicBezTo>
                    <a:pt x="2836450" y="3216783"/>
                    <a:pt x="2859405" y="3262694"/>
                    <a:pt x="2853976" y="3311843"/>
                  </a:cubicBezTo>
                  <a:cubicBezTo>
                    <a:pt x="2848832" y="3355562"/>
                    <a:pt x="2848832" y="3400425"/>
                    <a:pt x="2853976" y="3443859"/>
                  </a:cubicBezTo>
                  <a:cubicBezTo>
                    <a:pt x="2859405" y="3493008"/>
                    <a:pt x="2836450" y="3538919"/>
                    <a:pt x="2793492" y="3563779"/>
                  </a:cubicBezTo>
                  <a:lnTo>
                    <a:pt x="2742724" y="3593211"/>
                  </a:lnTo>
                  <a:cubicBezTo>
                    <a:pt x="2722436" y="3604832"/>
                    <a:pt x="2714149" y="3628358"/>
                    <a:pt x="2722721" y="3649885"/>
                  </a:cubicBezTo>
                  <a:cubicBezTo>
                    <a:pt x="2750534" y="3721989"/>
                    <a:pt x="2789968" y="3789521"/>
                    <a:pt x="2838260" y="3849719"/>
                  </a:cubicBezTo>
                  <a:cubicBezTo>
                    <a:pt x="2852833" y="3867817"/>
                    <a:pt x="2877407" y="3872389"/>
                    <a:pt x="2897410" y="3860768"/>
                  </a:cubicBezTo>
                  <a:lnTo>
                    <a:pt x="2948178" y="3831336"/>
                  </a:lnTo>
                  <a:cubicBezTo>
                    <a:pt x="2990850" y="3806476"/>
                    <a:pt x="3042380" y="3809429"/>
                    <a:pt x="3082099" y="3839147"/>
                  </a:cubicBezTo>
                  <a:cubicBezTo>
                    <a:pt x="3117247" y="3865340"/>
                    <a:pt x="3156109" y="3887724"/>
                    <a:pt x="3196304" y="3905250"/>
                  </a:cubicBezTo>
                  <a:cubicBezTo>
                    <a:pt x="3241929" y="3926015"/>
                    <a:pt x="3270028" y="3966496"/>
                    <a:pt x="3270028" y="4017264"/>
                  </a:cubicBezTo>
                  <a:lnTo>
                    <a:pt x="3270028" y="4075843"/>
                  </a:lnTo>
                  <a:cubicBezTo>
                    <a:pt x="3270028" y="4098798"/>
                    <a:pt x="3285935" y="4117943"/>
                    <a:pt x="3308890" y="4121468"/>
                  </a:cubicBezTo>
                  <a:cubicBezTo>
                    <a:pt x="3386423" y="4133088"/>
                    <a:pt x="3462528" y="4133088"/>
                    <a:pt x="3539966" y="4121468"/>
                  </a:cubicBezTo>
                  <a:cubicBezTo>
                    <a:pt x="3562922" y="4117943"/>
                    <a:pt x="3578828" y="4098798"/>
                    <a:pt x="3578828" y="4075843"/>
                  </a:cubicBezTo>
                  <a:lnTo>
                    <a:pt x="3578828" y="4017264"/>
                  </a:lnTo>
                  <a:cubicBezTo>
                    <a:pt x="3578828" y="3966496"/>
                    <a:pt x="3606927" y="3926015"/>
                    <a:pt x="3652838" y="3905250"/>
                  </a:cubicBezTo>
                  <a:cubicBezTo>
                    <a:pt x="3693033" y="3887724"/>
                    <a:pt x="3731705" y="3865245"/>
                    <a:pt x="3766757" y="3839147"/>
                  </a:cubicBezTo>
                  <a:cubicBezTo>
                    <a:pt x="3806762" y="3809429"/>
                    <a:pt x="3858006" y="3806476"/>
                    <a:pt x="3900964" y="3831336"/>
                  </a:cubicBezTo>
                  <a:lnTo>
                    <a:pt x="3951732" y="3860768"/>
                  </a:lnTo>
                  <a:cubicBezTo>
                    <a:pt x="3971735" y="3872389"/>
                    <a:pt x="3996309" y="3867817"/>
                    <a:pt x="4010597" y="3849719"/>
                  </a:cubicBezTo>
                  <a:cubicBezTo>
                    <a:pt x="4059174" y="3789521"/>
                    <a:pt x="4098322" y="3721989"/>
                    <a:pt x="4126421" y="3649885"/>
                  </a:cubicBezTo>
                  <a:cubicBezTo>
                    <a:pt x="4134803" y="3628263"/>
                    <a:pt x="4126421" y="3604832"/>
                    <a:pt x="4106418" y="3593211"/>
                  </a:cubicBezTo>
                  <a:lnTo>
                    <a:pt x="4055364" y="3563779"/>
                  </a:lnTo>
                  <a:cubicBezTo>
                    <a:pt x="4012692" y="3538919"/>
                    <a:pt x="3989451" y="3493008"/>
                    <a:pt x="3995166" y="3443859"/>
                  </a:cubicBezTo>
                  <a:cubicBezTo>
                    <a:pt x="4000024" y="3400425"/>
                    <a:pt x="4000024" y="3355562"/>
                    <a:pt x="3995166" y="3311843"/>
                  </a:cubicBezTo>
                  <a:lnTo>
                    <a:pt x="3995166" y="3311843"/>
                  </a:lnTo>
                  <a:close/>
                  <a:moveTo>
                    <a:pt x="3992975" y="2814257"/>
                  </a:moveTo>
                  <a:cubicBezTo>
                    <a:pt x="4004024" y="2756440"/>
                    <a:pt x="4008406" y="2698147"/>
                    <a:pt x="4013740" y="2639568"/>
                  </a:cubicBezTo>
                  <a:cubicBezTo>
                    <a:pt x="4033457" y="2416588"/>
                    <a:pt x="3867150" y="2332006"/>
                    <a:pt x="3669221" y="2263997"/>
                  </a:cubicBezTo>
                  <a:cubicBezTo>
                    <a:pt x="3607689" y="2340102"/>
                    <a:pt x="3528251" y="2396014"/>
                    <a:pt x="3427000" y="2396014"/>
                  </a:cubicBezTo>
                  <a:cubicBezTo>
                    <a:pt x="3324416" y="2396014"/>
                    <a:pt x="3244977" y="2339054"/>
                    <a:pt x="3183731" y="2262664"/>
                  </a:cubicBezTo>
                  <a:cubicBezTo>
                    <a:pt x="2984183" y="2330958"/>
                    <a:pt x="2815209" y="2414969"/>
                    <a:pt x="2835116" y="2639568"/>
                  </a:cubicBezTo>
                  <a:cubicBezTo>
                    <a:pt x="2840260" y="2698147"/>
                    <a:pt x="2844832" y="2756440"/>
                    <a:pt x="2855881" y="2814257"/>
                  </a:cubicBezTo>
                  <a:cubicBezTo>
                    <a:pt x="2946845" y="2800445"/>
                    <a:pt x="2984659" y="2894457"/>
                    <a:pt x="3036475" y="2855595"/>
                  </a:cubicBezTo>
                  <a:cubicBezTo>
                    <a:pt x="3076670" y="2825877"/>
                    <a:pt x="3119628" y="2801017"/>
                    <a:pt x="3165824" y="2781110"/>
                  </a:cubicBezTo>
                  <a:cubicBezTo>
                    <a:pt x="3183065" y="2774347"/>
                    <a:pt x="3193637" y="2756821"/>
                    <a:pt x="3193637" y="2738438"/>
                  </a:cubicBezTo>
                  <a:lnTo>
                    <a:pt x="3193637" y="2680145"/>
                  </a:lnTo>
                  <a:cubicBezTo>
                    <a:pt x="3193637" y="2619375"/>
                    <a:pt x="3237643" y="2568321"/>
                    <a:pt x="3297365" y="2559177"/>
                  </a:cubicBezTo>
                  <a:cubicBezTo>
                    <a:pt x="3383185" y="2546223"/>
                    <a:pt x="3465290" y="2546223"/>
                    <a:pt x="3551206" y="2559177"/>
                  </a:cubicBezTo>
                  <a:cubicBezTo>
                    <a:pt x="3611118" y="2568321"/>
                    <a:pt x="3655124" y="2619375"/>
                    <a:pt x="3655124" y="2680145"/>
                  </a:cubicBezTo>
                  <a:lnTo>
                    <a:pt x="3655124" y="2738438"/>
                  </a:lnTo>
                  <a:cubicBezTo>
                    <a:pt x="3655124" y="2756821"/>
                    <a:pt x="3665411" y="2774347"/>
                    <a:pt x="3682651" y="2781110"/>
                  </a:cubicBezTo>
                  <a:cubicBezTo>
                    <a:pt x="3728847" y="2801112"/>
                    <a:pt x="3771710" y="2825972"/>
                    <a:pt x="3812000" y="2855595"/>
                  </a:cubicBezTo>
                  <a:cubicBezTo>
                    <a:pt x="3864197" y="2894457"/>
                    <a:pt x="3901726" y="2800445"/>
                    <a:pt x="3992975" y="2814257"/>
                  </a:cubicBezTo>
                  <a:lnTo>
                    <a:pt x="3992975" y="2814257"/>
                  </a:lnTo>
                  <a:close/>
                  <a:moveTo>
                    <a:pt x="3655790" y="3378041"/>
                  </a:moveTo>
                  <a:cubicBezTo>
                    <a:pt x="3655790" y="3505772"/>
                    <a:pt x="3552063" y="3609118"/>
                    <a:pt x="3424428" y="3609118"/>
                  </a:cubicBezTo>
                  <a:cubicBezTo>
                    <a:pt x="3296793" y="3609118"/>
                    <a:pt x="3193256" y="3505772"/>
                    <a:pt x="3193256" y="3378041"/>
                  </a:cubicBezTo>
                  <a:cubicBezTo>
                    <a:pt x="3193256" y="3250311"/>
                    <a:pt x="3296698" y="3146679"/>
                    <a:pt x="3424333" y="3146679"/>
                  </a:cubicBezTo>
                  <a:cubicBezTo>
                    <a:pt x="3551968" y="3146679"/>
                    <a:pt x="3655790" y="3250311"/>
                    <a:pt x="3655790" y="3378041"/>
                  </a:cubicBezTo>
                  <a:lnTo>
                    <a:pt x="3655790" y="337804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61259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 descr="Two bowls of ice cream&#10;&#10;Description automatically generated">
            <a:extLst>
              <a:ext uri="{FF2B5EF4-FFF2-40B4-BE49-F238E27FC236}">
                <a16:creationId xmlns:a16="http://schemas.microsoft.com/office/drawing/2014/main" id="{DF3FF808-339E-BAF0-8631-F7F092CED8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" t="10837" r="422" b="7054"/>
          <a:stretch/>
        </p:blipFill>
        <p:spPr>
          <a:xfrm flipH="1">
            <a:off x="4202149" y="1"/>
            <a:ext cx="3001542" cy="1899315"/>
          </a:xfrm>
          <a:custGeom>
            <a:avLst/>
            <a:gdLst>
              <a:gd name="connsiteX0" fmla="*/ 2719037 w 3001542"/>
              <a:gd name="connsiteY0" fmla="*/ 0 h 1899315"/>
              <a:gd name="connsiteX1" fmla="*/ 0 w 3001542"/>
              <a:gd name="connsiteY1" fmla="*/ 0 h 1899315"/>
              <a:gd name="connsiteX2" fmla="*/ 233058 w 3001542"/>
              <a:gd name="connsiteY2" fmla="*/ 218959 h 1899315"/>
              <a:gd name="connsiteX3" fmla="*/ 2998287 w 3001542"/>
              <a:gd name="connsiteY3" fmla="*/ 1899315 h 1899315"/>
              <a:gd name="connsiteX4" fmla="*/ 3001542 w 3001542"/>
              <a:gd name="connsiteY4" fmla="*/ 1700633 h 1899315"/>
              <a:gd name="connsiteX5" fmla="*/ 2758265 w 3001542"/>
              <a:gd name="connsiteY5" fmla="*/ 114904 h 1899315"/>
              <a:gd name="connsiteX6" fmla="*/ 2719037 w 3001542"/>
              <a:gd name="connsiteY6" fmla="*/ 0 h 1899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1542" h="1899315">
                <a:moveTo>
                  <a:pt x="2719037" y="0"/>
                </a:moveTo>
                <a:lnTo>
                  <a:pt x="0" y="0"/>
                </a:lnTo>
                <a:lnTo>
                  <a:pt x="233058" y="218959"/>
                </a:lnTo>
                <a:cubicBezTo>
                  <a:pt x="1037471" y="936389"/>
                  <a:pt x="1973024" y="1508872"/>
                  <a:pt x="2998287" y="1899315"/>
                </a:cubicBezTo>
                <a:cubicBezTo>
                  <a:pt x="3001542" y="1834173"/>
                  <a:pt x="3001542" y="1765774"/>
                  <a:pt x="3001542" y="1700633"/>
                </a:cubicBezTo>
                <a:cubicBezTo>
                  <a:pt x="3001542" y="1147743"/>
                  <a:pt x="2916816" y="614803"/>
                  <a:pt x="2758265" y="114904"/>
                </a:cubicBezTo>
                <a:lnTo>
                  <a:pt x="2719037" y="0"/>
                </a:ln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1DFD8B-3283-A537-7226-9D17907836F1}"/>
              </a:ext>
            </a:extLst>
          </p:cNvPr>
          <p:cNvSpPr>
            <a:spLocks/>
          </p:cNvSpPr>
          <p:nvPr/>
        </p:nvSpPr>
        <p:spPr bwMode="auto">
          <a:xfrm flipH="1" flipV="1">
            <a:off x="4202149" y="1"/>
            <a:ext cx="3001542" cy="1899315"/>
          </a:xfrm>
          <a:custGeom>
            <a:avLst/>
            <a:gdLst>
              <a:gd name="connsiteX0" fmla="*/ 2719037 w 3001542"/>
              <a:gd name="connsiteY0" fmla="*/ 1899315 h 1899315"/>
              <a:gd name="connsiteX1" fmla="*/ 0 w 3001542"/>
              <a:gd name="connsiteY1" fmla="*/ 1899315 h 1899315"/>
              <a:gd name="connsiteX2" fmla="*/ 233058 w 3001542"/>
              <a:gd name="connsiteY2" fmla="*/ 1680356 h 1899315"/>
              <a:gd name="connsiteX3" fmla="*/ 2998287 w 3001542"/>
              <a:gd name="connsiteY3" fmla="*/ 0 h 1899315"/>
              <a:gd name="connsiteX4" fmla="*/ 3001542 w 3001542"/>
              <a:gd name="connsiteY4" fmla="*/ 198682 h 1899315"/>
              <a:gd name="connsiteX5" fmla="*/ 2758265 w 3001542"/>
              <a:gd name="connsiteY5" fmla="*/ 1784411 h 1899315"/>
              <a:gd name="connsiteX6" fmla="*/ 2719037 w 3001542"/>
              <a:gd name="connsiteY6" fmla="*/ 1899315 h 1899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1542" h="1899315">
                <a:moveTo>
                  <a:pt x="2719037" y="1899315"/>
                </a:moveTo>
                <a:lnTo>
                  <a:pt x="0" y="1899315"/>
                </a:lnTo>
                <a:lnTo>
                  <a:pt x="233058" y="1680356"/>
                </a:lnTo>
                <a:cubicBezTo>
                  <a:pt x="1037471" y="962926"/>
                  <a:pt x="1973024" y="390443"/>
                  <a:pt x="2998287" y="0"/>
                </a:cubicBezTo>
                <a:cubicBezTo>
                  <a:pt x="3001542" y="65142"/>
                  <a:pt x="3001542" y="133540"/>
                  <a:pt x="3001542" y="198682"/>
                </a:cubicBezTo>
                <a:cubicBezTo>
                  <a:pt x="3001542" y="751572"/>
                  <a:pt x="2916816" y="1284512"/>
                  <a:pt x="2758265" y="1784411"/>
                </a:cubicBezTo>
                <a:lnTo>
                  <a:pt x="2719037" y="1899315"/>
                </a:ln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4A4781-7782-2F7A-1B25-CE3C2FF5850B}"/>
              </a:ext>
            </a:extLst>
          </p:cNvPr>
          <p:cNvSpPr/>
          <p:nvPr/>
        </p:nvSpPr>
        <p:spPr>
          <a:xfrm flipH="1" flipV="1">
            <a:off x="2" y="4022594"/>
            <a:ext cx="4333403" cy="2835405"/>
          </a:xfrm>
          <a:custGeom>
            <a:avLst/>
            <a:gdLst>
              <a:gd name="connsiteX0" fmla="*/ 4333403 w 4333403"/>
              <a:gd name="connsiteY0" fmla="*/ 2835405 h 2835405"/>
              <a:gd name="connsiteX1" fmla="*/ 0 w 4333403"/>
              <a:gd name="connsiteY1" fmla="*/ 2835405 h 2835405"/>
              <a:gd name="connsiteX2" fmla="*/ 0 w 4333403"/>
              <a:gd name="connsiteY2" fmla="*/ 0 h 2835405"/>
              <a:gd name="connsiteX3" fmla="*/ 4333403 w 4333403"/>
              <a:gd name="connsiteY3" fmla="*/ 0 h 2835405"/>
              <a:gd name="connsiteX4" fmla="*/ 4333403 w 4333403"/>
              <a:gd name="connsiteY4" fmla="*/ 2835405 h 2835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3403" h="2835405">
                <a:moveTo>
                  <a:pt x="4333403" y="2835405"/>
                </a:moveTo>
                <a:lnTo>
                  <a:pt x="0" y="2835405"/>
                </a:lnTo>
                <a:lnTo>
                  <a:pt x="0" y="0"/>
                </a:lnTo>
                <a:lnTo>
                  <a:pt x="4333403" y="0"/>
                </a:lnTo>
                <a:lnTo>
                  <a:pt x="4333403" y="28354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B017D13-3BD5-BA0B-AE5A-46515A0DC0C5}"/>
              </a:ext>
            </a:extLst>
          </p:cNvPr>
          <p:cNvSpPr>
            <a:spLocks/>
          </p:cNvSpPr>
          <p:nvPr/>
        </p:nvSpPr>
        <p:spPr bwMode="auto">
          <a:xfrm flipH="1" flipV="1">
            <a:off x="2437377" y="0"/>
            <a:ext cx="2046634" cy="2367853"/>
          </a:xfrm>
          <a:custGeom>
            <a:avLst/>
            <a:gdLst>
              <a:gd name="connsiteX0" fmla="*/ 1406378 w 2046634"/>
              <a:gd name="connsiteY0" fmla="*/ 2367853 h 2367853"/>
              <a:gd name="connsiteX1" fmla="*/ 0 w 2046634"/>
              <a:gd name="connsiteY1" fmla="*/ 2367853 h 2367853"/>
              <a:gd name="connsiteX2" fmla="*/ 39222 w 2046634"/>
              <a:gd name="connsiteY2" fmla="*/ 2252989 h 2367853"/>
              <a:gd name="connsiteX3" fmla="*/ 282503 w 2046634"/>
              <a:gd name="connsiteY3" fmla="*/ 667571 h 2367853"/>
              <a:gd name="connsiteX4" fmla="*/ 279249 w 2046634"/>
              <a:gd name="connsiteY4" fmla="*/ 468928 h 2367853"/>
              <a:gd name="connsiteX5" fmla="*/ 2046634 w 2046634"/>
              <a:gd name="connsiteY5" fmla="*/ 0 h 2367853"/>
              <a:gd name="connsiteX6" fmla="*/ 1496036 w 2046634"/>
              <a:gd name="connsiteY6" fmla="*/ 2180362 h 2367853"/>
              <a:gd name="connsiteX7" fmla="*/ 1406378 w 2046634"/>
              <a:gd name="connsiteY7" fmla="*/ 2367853 h 236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46634" h="2367853">
                <a:moveTo>
                  <a:pt x="1406378" y="2367853"/>
                </a:moveTo>
                <a:lnTo>
                  <a:pt x="0" y="2367853"/>
                </a:lnTo>
                <a:lnTo>
                  <a:pt x="39222" y="2252989"/>
                </a:lnTo>
                <a:cubicBezTo>
                  <a:pt x="197775" y="1753188"/>
                  <a:pt x="282503" y="1220353"/>
                  <a:pt x="282503" y="667571"/>
                </a:cubicBezTo>
                <a:cubicBezTo>
                  <a:pt x="282503" y="602442"/>
                  <a:pt x="282503" y="534057"/>
                  <a:pt x="279249" y="468928"/>
                </a:cubicBezTo>
                <a:cubicBezTo>
                  <a:pt x="845593" y="254003"/>
                  <a:pt x="1434721" y="94437"/>
                  <a:pt x="2046634" y="0"/>
                </a:cubicBezTo>
                <a:cubicBezTo>
                  <a:pt x="1989674" y="772185"/>
                  <a:pt x="1798147" y="1506971"/>
                  <a:pt x="1496036" y="2180362"/>
                </a:cubicBezTo>
                <a:lnTo>
                  <a:pt x="1406378" y="2367853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F58D8D11-92D0-5E0C-AB9F-732D95BFEC45}"/>
              </a:ext>
            </a:extLst>
          </p:cNvPr>
          <p:cNvSpPr>
            <a:spLocks/>
          </p:cNvSpPr>
          <p:nvPr/>
        </p:nvSpPr>
        <p:spPr bwMode="auto">
          <a:xfrm flipH="1" flipV="1">
            <a:off x="4205414" y="0"/>
            <a:ext cx="4010690" cy="3724490"/>
          </a:xfrm>
          <a:custGeom>
            <a:avLst/>
            <a:gdLst>
              <a:gd name="connsiteX0" fmla="*/ 1009715 w 4010690"/>
              <a:gd name="connsiteY0" fmla="*/ 3724490 h 3724490"/>
              <a:gd name="connsiteX1" fmla="*/ 0 w 4010690"/>
              <a:gd name="connsiteY1" fmla="*/ 3724490 h 3724490"/>
              <a:gd name="connsiteX2" fmla="*/ 105803 w 4010690"/>
              <a:gd name="connsiteY2" fmla="*/ 3522917 h 3724490"/>
              <a:gd name="connsiteX3" fmla="*/ 3610373 w 4010690"/>
              <a:gd name="connsiteY3" fmla="*/ 0 h 3724490"/>
              <a:gd name="connsiteX4" fmla="*/ 4010690 w 4010690"/>
              <a:gd name="connsiteY4" fmla="*/ 1826244 h 3724490"/>
              <a:gd name="connsiteX5" fmla="*/ 1243448 w 4010690"/>
              <a:gd name="connsiteY5" fmla="*/ 3505699 h 3724490"/>
              <a:gd name="connsiteX6" fmla="*/ 1009715 w 4010690"/>
              <a:gd name="connsiteY6" fmla="*/ 3724490 h 3724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0690" h="3724490">
                <a:moveTo>
                  <a:pt x="1009715" y="3724490"/>
                </a:moveTo>
                <a:lnTo>
                  <a:pt x="0" y="3724490"/>
                </a:lnTo>
                <a:lnTo>
                  <a:pt x="105803" y="3522917"/>
                </a:lnTo>
                <a:cubicBezTo>
                  <a:pt x="917504" y="2045331"/>
                  <a:pt x="2136647" y="820956"/>
                  <a:pt x="3610373" y="0"/>
                </a:cubicBezTo>
                <a:cubicBezTo>
                  <a:pt x="3844705" y="566429"/>
                  <a:pt x="3987908" y="1181687"/>
                  <a:pt x="4010690" y="1826244"/>
                </a:cubicBezTo>
                <a:cubicBezTo>
                  <a:pt x="2985489" y="2216477"/>
                  <a:pt x="2049993" y="2788654"/>
                  <a:pt x="1243448" y="3505699"/>
                </a:cubicBezTo>
                <a:lnTo>
                  <a:pt x="1009715" y="3724490"/>
                </a:lnTo>
                <a:close/>
              </a:path>
            </a:pathLst>
          </a:custGeom>
          <a:solidFill>
            <a:schemeClr val="accent2"/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C70387-9246-4472-AF33-F2D2311A3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8" t="50000" r="14597" b="4928"/>
          <a:stretch/>
        </p:blipFill>
        <p:spPr>
          <a:xfrm>
            <a:off x="1" y="2367853"/>
            <a:ext cx="2633281" cy="2481454"/>
          </a:xfrm>
          <a:custGeom>
            <a:avLst/>
            <a:gdLst>
              <a:gd name="connsiteX0" fmla="*/ 2437982 w 2633281"/>
              <a:gd name="connsiteY0" fmla="*/ 0 h 2481454"/>
              <a:gd name="connsiteX1" fmla="*/ 2418452 w 2633281"/>
              <a:gd name="connsiteY1" fmla="*/ 494988 h 2481454"/>
              <a:gd name="connsiteX2" fmla="*/ 2633281 w 2633281"/>
              <a:gd name="connsiteY2" fmla="*/ 2162317 h 2481454"/>
              <a:gd name="connsiteX3" fmla="*/ 263653 w 2633281"/>
              <a:gd name="connsiteY3" fmla="*/ 2481454 h 2481454"/>
              <a:gd name="connsiteX4" fmla="*/ 0 w 2633281"/>
              <a:gd name="connsiteY4" fmla="*/ 2478197 h 2481454"/>
              <a:gd name="connsiteX5" fmla="*/ 0 w 2633281"/>
              <a:gd name="connsiteY5" fmla="*/ 55360 h 2481454"/>
              <a:gd name="connsiteX6" fmla="*/ 1028575 w 2633281"/>
              <a:gd name="connsiteY6" fmla="*/ 110721 h 2481454"/>
              <a:gd name="connsiteX7" fmla="*/ 2437982 w 2633281"/>
              <a:gd name="connsiteY7" fmla="*/ 0 h 2481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3281" h="2481454">
                <a:moveTo>
                  <a:pt x="2437982" y="0"/>
                </a:moveTo>
                <a:cubicBezTo>
                  <a:pt x="2424962" y="162825"/>
                  <a:pt x="2418452" y="328907"/>
                  <a:pt x="2418452" y="494988"/>
                </a:cubicBezTo>
                <a:cubicBezTo>
                  <a:pt x="2418452" y="1071389"/>
                  <a:pt x="2493317" y="1631507"/>
                  <a:pt x="2633281" y="2162317"/>
                </a:cubicBezTo>
                <a:cubicBezTo>
                  <a:pt x="1878125" y="2370733"/>
                  <a:pt x="1083909" y="2481454"/>
                  <a:pt x="263653" y="2481454"/>
                </a:cubicBezTo>
                <a:cubicBezTo>
                  <a:pt x="175769" y="2481454"/>
                  <a:pt x="87885" y="2478197"/>
                  <a:pt x="0" y="2478197"/>
                </a:cubicBezTo>
                <a:lnTo>
                  <a:pt x="0" y="55360"/>
                </a:lnTo>
                <a:cubicBezTo>
                  <a:pt x="338518" y="91182"/>
                  <a:pt x="680291" y="110721"/>
                  <a:pt x="1028575" y="110721"/>
                </a:cubicBezTo>
                <a:cubicBezTo>
                  <a:pt x="1507057" y="110721"/>
                  <a:pt x="1979029" y="74899"/>
                  <a:pt x="2437982" y="0"/>
                </a:cubicBezTo>
                <a:close/>
              </a:path>
            </a:pathLst>
          </a:custGeom>
        </p:spPr>
      </p:pic>
      <p:sp>
        <p:nvSpPr>
          <p:cNvPr id="13" name="Freeform 11">
            <a:extLst>
              <a:ext uri="{FF2B5EF4-FFF2-40B4-BE49-F238E27FC236}">
                <a16:creationId xmlns:a16="http://schemas.microsoft.com/office/drawing/2014/main" id="{96D429AC-9808-FE11-2757-01ADA9342233}"/>
              </a:ext>
            </a:extLst>
          </p:cNvPr>
          <p:cNvSpPr>
            <a:spLocks/>
          </p:cNvSpPr>
          <p:nvPr/>
        </p:nvSpPr>
        <p:spPr bwMode="auto">
          <a:xfrm flipH="1" flipV="1">
            <a:off x="1" y="2367853"/>
            <a:ext cx="2633281" cy="2481454"/>
          </a:xfrm>
          <a:custGeom>
            <a:avLst/>
            <a:gdLst>
              <a:gd name="T0" fmla="*/ 809 w 809"/>
              <a:gd name="T1" fmla="*/ 1 h 762"/>
              <a:gd name="T2" fmla="*/ 728 w 809"/>
              <a:gd name="T3" fmla="*/ 0 h 762"/>
              <a:gd name="T4" fmla="*/ 0 w 809"/>
              <a:gd name="T5" fmla="*/ 98 h 762"/>
              <a:gd name="T6" fmla="*/ 66 w 809"/>
              <a:gd name="T7" fmla="*/ 610 h 762"/>
              <a:gd name="T8" fmla="*/ 60 w 809"/>
              <a:gd name="T9" fmla="*/ 762 h 762"/>
              <a:gd name="T10" fmla="*/ 493 w 809"/>
              <a:gd name="T11" fmla="*/ 728 h 762"/>
              <a:gd name="T12" fmla="*/ 809 w 809"/>
              <a:gd name="T13" fmla="*/ 745 h 762"/>
              <a:gd name="T14" fmla="*/ 809 w 809"/>
              <a:gd name="T15" fmla="*/ 1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09" h="762">
                <a:moveTo>
                  <a:pt x="809" y="1"/>
                </a:moveTo>
                <a:cubicBezTo>
                  <a:pt x="782" y="1"/>
                  <a:pt x="755" y="0"/>
                  <a:pt x="728" y="0"/>
                </a:cubicBezTo>
                <a:cubicBezTo>
                  <a:pt x="476" y="0"/>
                  <a:pt x="232" y="34"/>
                  <a:pt x="0" y="98"/>
                </a:cubicBezTo>
                <a:cubicBezTo>
                  <a:pt x="43" y="261"/>
                  <a:pt x="66" y="433"/>
                  <a:pt x="66" y="610"/>
                </a:cubicBezTo>
                <a:cubicBezTo>
                  <a:pt x="66" y="661"/>
                  <a:pt x="64" y="712"/>
                  <a:pt x="60" y="762"/>
                </a:cubicBezTo>
                <a:cubicBezTo>
                  <a:pt x="201" y="739"/>
                  <a:pt x="346" y="728"/>
                  <a:pt x="493" y="728"/>
                </a:cubicBezTo>
                <a:cubicBezTo>
                  <a:pt x="600" y="728"/>
                  <a:pt x="705" y="734"/>
                  <a:pt x="809" y="745"/>
                </a:cubicBezTo>
                <a:lnTo>
                  <a:pt x="809" y="1"/>
                </a:ln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3" name="Picture 62" descr="An ice cream cone with a scoop of ice cream&#10;&#10;Description automatically generated">
            <a:extLst>
              <a:ext uri="{FF2B5EF4-FFF2-40B4-BE49-F238E27FC236}">
                <a16:creationId xmlns:a16="http://schemas.microsoft.com/office/drawing/2014/main" id="{86E6714B-197A-A08E-2064-DB327D43E42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r="10295" b="28911"/>
          <a:stretch/>
        </p:blipFill>
        <p:spPr>
          <a:xfrm flipH="1">
            <a:off x="2633283" y="3724491"/>
            <a:ext cx="5905835" cy="3133509"/>
          </a:xfrm>
          <a:custGeom>
            <a:avLst/>
            <a:gdLst>
              <a:gd name="connsiteX0" fmla="*/ 3933414 w 5905835"/>
              <a:gd name="connsiteY0" fmla="*/ 0 h 3133509"/>
              <a:gd name="connsiteX1" fmla="*/ 337376 w 5905835"/>
              <a:gd name="connsiteY1" fmla="*/ 3065093 h 3133509"/>
              <a:gd name="connsiteX2" fmla="*/ 0 w 5905835"/>
              <a:gd name="connsiteY2" fmla="*/ 3133509 h 3133509"/>
              <a:gd name="connsiteX3" fmla="*/ 4753964 w 5905835"/>
              <a:gd name="connsiteY3" fmla="*/ 3133509 h 3133509"/>
              <a:gd name="connsiteX4" fmla="*/ 4898189 w 5905835"/>
              <a:gd name="connsiteY4" fmla="*/ 2943346 h 3133509"/>
              <a:gd name="connsiteX5" fmla="*/ 5905835 w 5905835"/>
              <a:gd name="connsiteY5" fmla="*/ 804428 h 3133509"/>
              <a:gd name="connsiteX6" fmla="*/ 3933414 w 5905835"/>
              <a:gd name="connsiteY6" fmla="*/ 0 h 3133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05835" h="3133509">
                <a:moveTo>
                  <a:pt x="3933414" y="0"/>
                </a:moveTo>
                <a:cubicBezTo>
                  <a:pt x="3296080" y="1516241"/>
                  <a:pt x="1964719" y="2671283"/>
                  <a:pt x="337376" y="3065093"/>
                </a:cubicBezTo>
                <a:lnTo>
                  <a:pt x="0" y="3133509"/>
                </a:lnTo>
                <a:lnTo>
                  <a:pt x="4753964" y="3133509"/>
                </a:lnTo>
                <a:lnTo>
                  <a:pt x="4898189" y="2943346"/>
                </a:lnTo>
                <a:cubicBezTo>
                  <a:pt x="5356177" y="2306216"/>
                  <a:pt x="5700782" y="1585244"/>
                  <a:pt x="5905835" y="804428"/>
                </a:cubicBezTo>
                <a:cubicBezTo>
                  <a:pt x="5209303" y="615534"/>
                  <a:pt x="4548575" y="341963"/>
                  <a:pt x="3933414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5B00A0-923C-EBBB-1581-0462502ED650}"/>
              </a:ext>
            </a:extLst>
          </p:cNvPr>
          <p:cNvSpPr>
            <a:spLocks/>
          </p:cNvSpPr>
          <p:nvPr/>
        </p:nvSpPr>
        <p:spPr bwMode="auto">
          <a:xfrm flipH="1" flipV="1">
            <a:off x="2633282" y="3724491"/>
            <a:ext cx="5905830" cy="3133509"/>
          </a:xfrm>
          <a:custGeom>
            <a:avLst/>
            <a:gdLst>
              <a:gd name="connsiteX0" fmla="*/ 3933409 w 5905830"/>
              <a:gd name="connsiteY0" fmla="*/ 3133509 h 3133509"/>
              <a:gd name="connsiteX1" fmla="*/ 337371 w 5905830"/>
              <a:gd name="connsiteY1" fmla="*/ 68416 h 3133509"/>
              <a:gd name="connsiteX2" fmla="*/ 0 w 5905830"/>
              <a:gd name="connsiteY2" fmla="*/ 0 h 3133509"/>
              <a:gd name="connsiteX3" fmla="*/ 4753959 w 5905830"/>
              <a:gd name="connsiteY3" fmla="*/ 0 h 3133509"/>
              <a:gd name="connsiteX4" fmla="*/ 4898184 w 5905830"/>
              <a:gd name="connsiteY4" fmla="*/ 190163 h 3133509"/>
              <a:gd name="connsiteX5" fmla="*/ 5905830 w 5905830"/>
              <a:gd name="connsiteY5" fmla="*/ 2329081 h 3133509"/>
              <a:gd name="connsiteX6" fmla="*/ 3933409 w 5905830"/>
              <a:gd name="connsiteY6" fmla="*/ 3133509 h 3133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05830" h="3133509">
                <a:moveTo>
                  <a:pt x="3933409" y="3133509"/>
                </a:moveTo>
                <a:cubicBezTo>
                  <a:pt x="3296075" y="1617268"/>
                  <a:pt x="1964714" y="462226"/>
                  <a:pt x="337371" y="68416"/>
                </a:cubicBezTo>
                <a:lnTo>
                  <a:pt x="0" y="0"/>
                </a:lnTo>
                <a:lnTo>
                  <a:pt x="4753959" y="0"/>
                </a:lnTo>
                <a:lnTo>
                  <a:pt x="4898184" y="190163"/>
                </a:lnTo>
                <a:cubicBezTo>
                  <a:pt x="5356172" y="827292"/>
                  <a:pt x="5700777" y="1548265"/>
                  <a:pt x="5905830" y="2329081"/>
                </a:cubicBezTo>
                <a:cubicBezTo>
                  <a:pt x="5209298" y="2517975"/>
                  <a:pt x="4548570" y="2791546"/>
                  <a:pt x="3933409" y="3133509"/>
                </a:cubicBez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pic>
        <p:nvPicPr>
          <p:cNvPr id="61" name="Picture 60" descr="Ice cream cones in a glass cup&#10;&#10;Description automatically generated">
            <a:extLst>
              <a:ext uri="{FF2B5EF4-FFF2-40B4-BE49-F238E27FC236}">
                <a16:creationId xmlns:a16="http://schemas.microsoft.com/office/drawing/2014/main" id="{F0DEC8B4-EA69-65FE-9850-F300087CB20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8" r="7568" b="10020"/>
          <a:stretch/>
        </p:blipFill>
        <p:spPr>
          <a:xfrm>
            <a:off x="2417787" y="1899315"/>
            <a:ext cx="2187598" cy="2630015"/>
          </a:xfrm>
          <a:custGeom>
            <a:avLst/>
            <a:gdLst>
              <a:gd name="connsiteX0" fmla="*/ 1787189 w 2187598"/>
              <a:gd name="connsiteY0" fmla="*/ 0 h 2630015"/>
              <a:gd name="connsiteX1" fmla="*/ 2187598 w 2187598"/>
              <a:gd name="connsiteY1" fmla="*/ 1826037 h 2630015"/>
              <a:gd name="connsiteX2" fmla="*/ 214853 w 2187598"/>
              <a:gd name="connsiteY2" fmla="*/ 2630015 h 2630015"/>
              <a:gd name="connsiteX3" fmla="*/ 0 w 2187598"/>
              <a:gd name="connsiteY3" fmla="*/ 963471 h 2630015"/>
              <a:gd name="connsiteX4" fmla="*/ 19532 w 2187598"/>
              <a:gd name="connsiteY4" fmla="*/ 468715 h 2630015"/>
              <a:gd name="connsiteX5" fmla="*/ 1787189 w 2187598"/>
              <a:gd name="connsiteY5" fmla="*/ 0 h 263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7598" h="2630015">
                <a:moveTo>
                  <a:pt x="1787189" y="0"/>
                </a:moveTo>
                <a:cubicBezTo>
                  <a:pt x="1809977" y="644484"/>
                  <a:pt x="1953212" y="1259673"/>
                  <a:pt x="2187598" y="1826037"/>
                </a:cubicBezTo>
                <a:cubicBezTo>
                  <a:pt x="1572336" y="2167809"/>
                  <a:pt x="911499" y="2441227"/>
                  <a:pt x="214853" y="2630015"/>
                </a:cubicBezTo>
                <a:cubicBezTo>
                  <a:pt x="74873" y="2099455"/>
                  <a:pt x="0" y="1539600"/>
                  <a:pt x="0" y="963471"/>
                </a:cubicBezTo>
                <a:cubicBezTo>
                  <a:pt x="0" y="797467"/>
                  <a:pt x="6511" y="631464"/>
                  <a:pt x="19532" y="468715"/>
                </a:cubicBezTo>
                <a:cubicBezTo>
                  <a:pt x="631539" y="374321"/>
                  <a:pt x="1220758" y="214828"/>
                  <a:pt x="1787189" y="0"/>
                </a:cubicBezTo>
                <a:close/>
              </a:path>
            </a:pathLst>
          </a:cu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38D8E605-0FBF-E2A2-50CB-FFF5AA6EEC2F}"/>
              </a:ext>
            </a:extLst>
          </p:cNvPr>
          <p:cNvSpPr>
            <a:spLocks/>
          </p:cNvSpPr>
          <p:nvPr/>
        </p:nvSpPr>
        <p:spPr bwMode="auto">
          <a:xfrm flipH="1" flipV="1">
            <a:off x="2417787" y="1899315"/>
            <a:ext cx="2187598" cy="2630015"/>
          </a:xfrm>
          <a:custGeom>
            <a:avLst/>
            <a:gdLst>
              <a:gd name="T0" fmla="*/ 672 w 672"/>
              <a:gd name="T1" fmla="*/ 512 h 808"/>
              <a:gd name="T2" fmla="*/ 606 w 672"/>
              <a:gd name="T3" fmla="*/ 0 h 808"/>
              <a:gd name="T4" fmla="*/ 0 w 672"/>
              <a:gd name="T5" fmla="*/ 247 h 808"/>
              <a:gd name="T6" fmla="*/ 123 w 672"/>
              <a:gd name="T7" fmla="*/ 808 h 808"/>
              <a:gd name="T8" fmla="*/ 666 w 672"/>
              <a:gd name="T9" fmla="*/ 664 h 808"/>
              <a:gd name="T10" fmla="*/ 672 w 672"/>
              <a:gd name="T11" fmla="*/ 512 h 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2" h="808">
                <a:moveTo>
                  <a:pt x="672" y="512"/>
                </a:moveTo>
                <a:cubicBezTo>
                  <a:pt x="672" y="335"/>
                  <a:pt x="649" y="163"/>
                  <a:pt x="606" y="0"/>
                </a:cubicBezTo>
                <a:cubicBezTo>
                  <a:pt x="392" y="58"/>
                  <a:pt x="189" y="142"/>
                  <a:pt x="0" y="247"/>
                </a:cubicBezTo>
                <a:cubicBezTo>
                  <a:pt x="72" y="421"/>
                  <a:pt x="116" y="610"/>
                  <a:pt x="123" y="808"/>
                </a:cubicBezTo>
                <a:cubicBezTo>
                  <a:pt x="297" y="742"/>
                  <a:pt x="478" y="693"/>
                  <a:pt x="666" y="664"/>
                </a:cubicBezTo>
                <a:cubicBezTo>
                  <a:pt x="670" y="614"/>
                  <a:pt x="672" y="563"/>
                  <a:pt x="672" y="512"/>
                </a:cubicBezTo>
                <a:close/>
              </a:path>
            </a:pathLst>
          </a:custGeom>
          <a:solidFill>
            <a:schemeClr val="tx2">
              <a:lumMod val="75000"/>
              <a:alpha val="40000"/>
            </a:schemeClr>
          </a:solidFill>
          <a:ln w="254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D578D800-5CFA-C211-59B4-B8EC63503A4B}"/>
              </a:ext>
            </a:extLst>
          </p:cNvPr>
          <p:cNvSpPr txBox="1">
            <a:spLocks/>
          </p:cNvSpPr>
          <p:nvPr/>
        </p:nvSpPr>
        <p:spPr>
          <a:xfrm>
            <a:off x="8077200" y="1588804"/>
            <a:ext cx="3718964" cy="512935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>
                <a:solidFill>
                  <a:schemeClr val="bg1"/>
                </a:solidFill>
              </a:rPr>
              <a:t>Contact Us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6A8D722-B8A3-8E14-D127-FCF6C7FBE8B7}"/>
              </a:ext>
            </a:extLst>
          </p:cNvPr>
          <p:cNvGrpSpPr/>
          <p:nvPr/>
        </p:nvGrpSpPr>
        <p:grpSpPr>
          <a:xfrm>
            <a:off x="8192166" y="3059932"/>
            <a:ext cx="3606800" cy="2161473"/>
            <a:chOff x="8192166" y="1925868"/>
            <a:chExt cx="3606800" cy="2161473"/>
          </a:xfrm>
        </p:grpSpPr>
        <p:sp>
          <p:nvSpPr>
            <p:cNvPr id="67" name="Text Placeholder 3">
              <a:extLst>
                <a:ext uri="{FF2B5EF4-FFF2-40B4-BE49-F238E27FC236}">
                  <a16:creationId xmlns:a16="http://schemas.microsoft.com/office/drawing/2014/main" id="{5310E216-1548-BA81-516F-249B4E5999D8}"/>
                </a:ext>
              </a:extLst>
            </p:cNvPr>
            <p:cNvSpPr txBox="1">
              <a:spLocks/>
            </p:cNvSpPr>
            <p:nvPr/>
          </p:nvSpPr>
          <p:spPr>
            <a:xfrm>
              <a:off x="8192166" y="1925868"/>
              <a:ext cx="3606800" cy="88588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Font typeface="Calibri" panose="020F0502020204030204" pitchFamily="34" charset="0"/>
                <a:buChar char="–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2400" b="1" dirty="0">
                  <a:solidFill>
                    <a:schemeClr val="accent2"/>
                  </a:solidFill>
                </a:rPr>
                <a:t>Full Name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Designation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 err="1">
                  <a:solidFill>
                    <a:schemeClr val="bg1"/>
                  </a:solidFill>
                </a:rPr>
                <a:t>xxx.xxx@LoremIpsum.com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 Placeholder 3">
              <a:extLst>
                <a:ext uri="{FF2B5EF4-FFF2-40B4-BE49-F238E27FC236}">
                  <a16:creationId xmlns:a16="http://schemas.microsoft.com/office/drawing/2014/main" id="{49D35AA3-F5DD-5FE3-71A7-D99A5B7FD8A2}"/>
                </a:ext>
              </a:extLst>
            </p:cNvPr>
            <p:cNvSpPr txBox="1">
              <a:spLocks/>
            </p:cNvSpPr>
            <p:nvPr/>
          </p:nvSpPr>
          <p:spPr>
            <a:xfrm>
              <a:off x="8192166" y="3201457"/>
              <a:ext cx="3606800" cy="88588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Font typeface="Calibri" panose="020F0502020204030204" pitchFamily="34" charset="0"/>
                <a:buChar char="–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2400" b="1" dirty="0">
                  <a:solidFill>
                    <a:schemeClr val="accent2"/>
                  </a:solidFill>
                </a:rPr>
                <a:t>Full Name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1600" dirty="0">
                  <a:solidFill>
                    <a:schemeClr val="bg1"/>
                  </a:solidFill>
                </a:rPr>
                <a:t>Designation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 err="1">
                  <a:solidFill>
                    <a:schemeClr val="bg1"/>
                  </a:solidFill>
                </a:rPr>
                <a:t>xxx.xxx@LoremIpsum.com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397057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VRW05Cv3"/>
  <p:tag name="ARTICULATE_SLIDE_COUNT" val="18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69">
      <a:dk1>
        <a:srgbClr val="333333"/>
      </a:dk1>
      <a:lt1>
        <a:sysClr val="window" lastClr="FFFFFF"/>
      </a:lt1>
      <a:dk2>
        <a:srgbClr val="1F36C7"/>
      </a:dk2>
      <a:lt2>
        <a:srgbClr val="E7E6E6"/>
      </a:lt2>
      <a:accent1>
        <a:srgbClr val="005EFF"/>
      </a:accent1>
      <a:accent2>
        <a:srgbClr val="33DFD0"/>
      </a:accent2>
      <a:accent3>
        <a:srgbClr val="7705BC"/>
      </a:accent3>
      <a:accent4>
        <a:srgbClr val="FCA6DE"/>
      </a:accent4>
      <a:accent5>
        <a:srgbClr val="008651"/>
      </a:accent5>
      <a:accent6>
        <a:srgbClr val="77DDF5"/>
      </a:accent6>
      <a:hlink>
        <a:srgbClr val="0563C1"/>
      </a:hlink>
      <a:folHlink>
        <a:srgbClr val="954F72"/>
      </a:folHlink>
    </a:clrScheme>
    <a:fontScheme name="Custom 5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FE055041E8254B8A6D76B64478F329" ma:contentTypeVersion="18" ma:contentTypeDescription="Create a new document." ma:contentTypeScope="" ma:versionID="c89bb8c13c7172f55caaaaf32aeecb73">
  <xsd:schema xmlns:xsd="http://www.w3.org/2001/XMLSchema" xmlns:xs="http://www.w3.org/2001/XMLSchema" xmlns:p="http://schemas.microsoft.com/office/2006/metadata/properties" xmlns:ns2="5cd17271-0186-4a94-a8e5-2a85c0fb5d22" xmlns:ns3="bc82aed4-c161-4654-bb9f-d351edfac1aa" targetNamespace="http://schemas.microsoft.com/office/2006/metadata/properties" ma:root="true" ma:fieldsID="717aecb07612ae3805a019624646a07c" ns2:_="" ns3:_="">
    <xsd:import namespace="5cd17271-0186-4a94-a8e5-2a85c0fb5d22"/>
    <xsd:import namespace="bc82aed4-c161-4654-bb9f-d351edfac1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d17271-0186-4a94-a8e5-2a85c0fb5d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befa96b-bd20-4642-aeb5-bb74a145ad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2aed4-c161-4654-bb9f-d351edfac1a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d71542-4c3e-4ec6-a2b3-d174b35c905c}" ma:internalName="TaxCatchAll" ma:showField="CatchAllData" ma:web="bc82aed4-c161-4654-bb9f-d351edfac1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C06602-3BAD-4B69-959F-FA0F8D81AE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E9FDE1-0A1A-4043-ABCF-2F6F418E2A88}">
  <ds:schemaRefs>
    <ds:schemaRef ds:uri="5cd17271-0186-4a94-a8e5-2a85c0fb5d22"/>
    <ds:schemaRef ds:uri="bc82aed4-c161-4654-bb9f-d351edfac1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2857</Words>
  <Application>Microsoft Macintosh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What is Lorem Ipsum?</vt:lpstr>
      <vt:lpstr>What is Lorem Ipsum?</vt:lpstr>
      <vt:lpstr>What is Lorem Ipsum?</vt:lpstr>
      <vt:lpstr>What is Lorem Ipsum?</vt:lpstr>
      <vt:lpstr>What is Lorem Ipsum?</vt:lpstr>
      <vt:lpstr>What is Lorem Ipsum?</vt:lpstr>
      <vt:lpstr>What is Lorem Ipsum?</vt:lpstr>
      <vt:lpstr>What is Lorem Ipsum?</vt:lpstr>
      <vt:lpstr>What is Lorem Ipsum?</vt:lpstr>
      <vt:lpstr>What is Lorem Ipsum?</vt:lpstr>
      <vt:lpstr>What is Lorem Ipsum?</vt:lpstr>
      <vt:lpstr>Lorem Ipsum</vt:lpstr>
      <vt:lpstr>Lorem Ipsum</vt:lpstr>
      <vt:lpstr>What is Lorem Ipsum?</vt:lpstr>
      <vt:lpstr>What is Lorem Ipsum?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Sathish Elumalai</dc:creator>
  <cp:lastModifiedBy>Siddharth M</cp:lastModifiedBy>
  <cp:revision>96</cp:revision>
  <dcterms:created xsi:type="dcterms:W3CDTF">2024-09-11T12:41:07Z</dcterms:created>
  <dcterms:modified xsi:type="dcterms:W3CDTF">2026-05-17T11:33:55Z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C6E833CF-FB0F-4AD4-B028-C3B876377BAA</vt:lpwstr>
  </property>
  <property fmtid="{D5CDD505-2E9C-101B-9397-08002B2CF9AE}" pid="3" name="ArticulatePath">
    <vt:lpwstr>240912_EMR Engineering Director Brief_WIP_IG</vt:lpwstr>
  </property>
</Properties>
</file>